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embeddedFontLst>
    <p:embeddedFont>
      <p:font typeface="Raleway"/>
      <p:regular r:id="rId36"/>
      <p:bold r:id="rId37"/>
      <p:italic r:id="rId38"/>
      <p:boldItalic r:id="rId39"/>
    </p:embeddedFont>
    <p:embeddedFont>
      <p:font typeface="Raleway ExtraBold"/>
      <p:bold r:id="rId40"/>
      <p:boldItalic r:id="rId41"/>
    </p:embeddedFont>
    <p:embeddedFont>
      <p:font typeface="Raleway Black"/>
      <p:bold r:id="rId42"/>
      <p:boldItalic r:id="rId43"/>
    </p:embeddedFont>
    <p:embeddedFont>
      <p:font typeface="Raleway Medium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EA3C5F1-3153-4BCC-9E6F-2AA2678B242B}">
  <a:tblStyle styleId="{4EA3C5F1-3153-4BCC-9E6F-2AA2678B242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ExtraBold-bold.fntdata"/><Relationship Id="rId20" Type="http://schemas.openxmlformats.org/officeDocument/2006/relationships/slide" Target="slides/slide15.xml"/><Relationship Id="rId42" Type="http://schemas.openxmlformats.org/officeDocument/2006/relationships/font" Target="fonts/RalewayBlack-bold.fntdata"/><Relationship Id="rId41" Type="http://schemas.openxmlformats.org/officeDocument/2006/relationships/font" Target="fonts/RalewayExtraBold-boldItalic.fntdata"/><Relationship Id="rId22" Type="http://schemas.openxmlformats.org/officeDocument/2006/relationships/slide" Target="slides/slide17.xml"/><Relationship Id="rId44" Type="http://schemas.openxmlformats.org/officeDocument/2006/relationships/font" Target="fonts/RalewayMedium-regular.fntdata"/><Relationship Id="rId21" Type="http://schemas.openxmlformats.org/officeDocument/2006/relationships/slide" Target="slides/slide16.xml"/><Relationship Id="rId43" Type="http://schemas.openxmlformats.org/officeDocument/2006/relationships/font" Target="fonts/RalewayBlack-boldItalic.fntdata"/><Relationship Id="rId24" Type="http://schemas.openxmlformats.org/officeDocument/2006/relationships/slide" Target="slides/slide19.xml"/><Relationship Id="rId46" Type="http://schemas.openxmlformats.org/officeDocument/2006/relationships/font" Target="fonts/RalewayMedium-italic.fntdata"/><Relationship Id="rId23" Type="http://schemas.openxmlformats.org/officeDocument/2006/relationships/slide" Target="slides/slide18.xml"/><Relationship Id="rId45" Type="http://schemas.openxmlformats.org/officeDocument/2006/relationships/font" Target="fonts/RalewayMedium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schemas.openxmlformats.org/officeDocument/2006/relationships/font" Target="fonts/RalewayMedium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aleway-bold.fntdata"/><Relationship Id="rId14" Type="http://schemas.openxmlformats.org/officeDocument/2006/relationships/slide" Target="slides/slide9.xml"/><Relationship Id="rId36" Type="http://schemas.openxmlformats.org/officeDocument/2006/relationships/font" Target="fonts/Raleway-regular.fntdata"/><Relationship Id="rId17" Type="http://schemas.openxmlformats.org/officeDocument/2006/relationships/slide" Target="slides/slide12.xml"/><Relationship Id="rId39" Type="http://schemas.openxmlformats.org/officeDocument/2006/relationships/font" Target="fonts/Raleway-boldItalic.fntdata"/><Relationship Id="rId16" Type="http://schemas.openxmlformats.org/officeDocument/2006/relationships/slide" Target="slides/slide11.xml"/><Relationship Id="rId38" Type="http://schemas.openxmlformats.org/officeDocument/2006/relationships/font" Target="fonts/Raleway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13a34e19e5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13a34e19e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3b1a1c9ec5_0_55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13b1a1c9ec5_0_55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13b1a1c9ec5_0_556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13b1a1c9ec5_0_556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13b1a1c9ec5_0_557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13b1a1c9ec5_0_557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13be91521bf_0_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13be91521bf_0_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16,888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egy2050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3b1a1c9ec5_0_560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3b1a1c9ec5_0_560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2a9783d5878_2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2a9783d5878_2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1fc8dc8027_13_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g31fc8dc8027_13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2a9783d5878_2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2a9783d5878_2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7f0036365da273fe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7f0036365da273fe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2a95f44362e_5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2a95f44362e_5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2a9783d5878_1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2a9783d5878_1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2a9783d5878_5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g2a9783d5878_5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2a9783d5878_5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2a9783d5878_5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31fc8dc8027_7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31fc8dc8027_7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31fc8dc8027_7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g31fc8dc8027_7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31fc8dc8027_7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31fc8dc8027_7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693bc524172594ca_19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693bc524172594ca_19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693bc524172594ca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693bc524172594ca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693bc524172594ca_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2" name="Google Shape;1072;g693bc524172594ca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693bc524172594ca_8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9" name="Google Shape;1079;g693bc524172594ca_8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693bc524172594ca_1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5" name="Google Shape;1085;g693bc524172594ca_1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g693bc524172594ca_1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2" name="Google Shape;1092;g693bc524172594ca_1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2a9783d5878_1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1" name="Google Shape;1121;g2a9783d5878_1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13b1a1c9ec5_0_56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5" name="Google Shape;1165;g13b1a1c9ec5_0_56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g2a9783d5878_6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9" name="Google Shape;1199;g2a9783d5878_6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31fc8dc8027_1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31fc8dc8027_1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g13be91521bf_0_8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1" name="Google Shape;1281;g13be91521bf_0_8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g2a9783d5878_6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1" name="Google Shape;1331;g2a9783d5878_6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gf462f3ec2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6" name="Google Shape;1336;gf462f3ec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669825" y="535000"/>
            <a:ext cx="5804400" cy="25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3523075" y="3401850"/>
            <a:ext cx="2099100" cy="6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5348244" y="2477076"/>
            <a:ext cx="3807385" cy="2692831"/>
          </a:xfrm>
          <a:custGeom>
            <a:rect b="b" l="l" r="r" t="t"/>
            <a:pathLst>
              <a:path extrusionOk="0" h="22264" w="31479">
                <a:moveTo>
                  <a:pt x="28893" y="0"/>
                </a:moveTo>
                <a:cubicBezTo>
                  <a:pt x="28697" y="0"/>
                  <a:pt x="28500" y="7"/>
                  <a:pt x="28304" y="21"/>
                </a:cubicBezTo>
                <a:cubicBezTo>
                  <a:pt x="24588" y="285"/>
                  <a:pt x="21237" y="2790"/>
                  <a:pt x="19458" y="6063"/>
                </a:cubicBezTo>
                <a:cubicBezTo>
                  <a:pt x="18833" y="7214"/>
                  <a:pt x="18345" y="8499"/>
                  <a:pt x="17343" y="9340"/>
                </a:cubicBezTo>
                <a:cubicBezTo>
                  <a:pt x="15676" y="10738"/>
                  <a:pt x="13239" y="10447"/>
                  <a:pt x="11077" y="10688"/>
                </a:cubicBezTo>
                <a:cubicBezTo>
                  <a:pt x="9416" y="10874"/>
                  <a:pt x="7829" y="11440"/>
                  <a:pt x="6403" y="12292"/>
                </a:cubicBezTo>
                <a:cubicBezTo>
                  <a:pt x="3702" y="13903"/>
                  <a:pt x="1573" y="16536"/>
                  <a:pt x="591" y="19541"/>
                </a:cubicBezTo>
                <a:cubicBezTo>
                  <a:pt x="300" y="20429"/>
                  <a:pt x="107" y="21341"/>
                  <a:pt x="1" y="22264"/>
                </a:cubicBezTo>
                <a:lnTo>
                  <a:pt x="31478" y="22264"/>
                </a:lnTo>
                <a:lnTo>
                  <a:pt x="31478" y="391"/>
                </a:lnTo>
                <a:cubicBezTo>
                  <a:pt x="30640" y="136"/>
                  <a:pt x="29766" y="0"/>
                  <a:pt x="28893" y="0"/>
                </a:cubicBezTo>
                <a:close/>
              </a:path>
            </a:pathLst>
          </a:custGeom>
          <a:solidFill>
            <a:srgbClr val="7968AF">
              <a:alpha val="8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272510">
            <a:off x="-1035479" y="4021829"/>
            <a:ext cx="5397124" cy="3788981"/>
          </a:xfrm>
          <a:custGeom>
            <a:rect b="b" l="l" r="r" t="t"/>
            <a:pathLst>
              <a:path extrusionOk="0" h="31327" w="44623">
                <a:moveTo>
                  <a:pt x="30181" y="0"/>
                </a:moveTo>
                <a:cubicBezTo>
                  <a:pt x="29391" y="0"/>
                  <a:pt x="28601" y="88"/>
                  <a:pt x="27830" y="267"/>
                </a:cubicBezTo>
                <a:cubicBezTo>
                  <a:pt x="25849" y="728"/>
                  <a:pt x="23986" y="1759"/>
                  <a:pt x="21953" y="1843"/>
                </a:cubicBezTo>
                <a:cubicBezTo>
                  <a:pt x="21861" y="1847"/>
                  <a:pt x="21770" y="1848"/>
                  <a:pt x="21678" y="1848"/>
                </a:cubicBezTo>
                <a:cubicBezTo>
                  <a:pt x="19691" y="1848"/>
                  <a:pt x="17792" y="990"/>
                  <a:pt x="15827" y="629"/>
                </a:cubicBezTo>
                <a:cubicBezTo>
                  <a:pt x="15152" y="505"/>
                  <a:pt x="14470" y="445"/>
                  <a:pt x="13789" y="445"/>
                </a:cubicBezTo>
                <a:cubicBezTo>
                  <a:pt x="9549" y="445"/>
                  <a:pt x="5342" y="2762"/>
                  <a:pt x="2989" y="6330"/>
                </a:cubicBezTo>
                <a:cubicBezTo>
                  <a:pt x="260" y="10471"/>
                  <a:pt x="1" y="16027"/>
                  <a:pt x="1998" y="20566"/>
                </a:cubicBezTo>
                <a:cubicBezTo>
                  <a:pt x="3996" y="25107"/>
                  <a:pt x="8092" y="28590"/>
                  <a:pt x="12783" y="30201"/>
                </a:cubicBezTo>
                <a:cubicBezTo>
                  <a:pt x="15007" y="30966"/>
                  <a:pt x="17350" y="31326"/>
                  <a:pt x="19701" y="31326"/>
                </a:cubicBezTo>
                <a:cubicBezTo>
                  <a:pt x="22309" y="31326"/>
                  <a:pt x="24925" y="30883"/>
                  <a:pt x="27400" y="30058"/>
                </a:cubicBezTo>
                <a:cubicBezTo>
                  <a:pt x="29707" y="29289"/>
                  <a:pt x="31904" y="28201"/>
                  <a:pt x="34244" y="27537"/>
                </a:cubicBezTo>
                <a:cubicBezTo>
                  <a:pt x="35447" y="27197"/>
                  <a:pt x="36715" y="26976"/>
                  <a:pt x="37965" y="26976"/>
                </a:cubicBezTo>
                <a:cubicBezTo>
                  <a:pt x="39146" y="26976"/>
                  <a:pt x="40312" y="27173"/>
                  <a:pt x="41392" y="27652"/>
                </a:cubicBezTo>
                <a:lnTo>
                  <a:pt x="44623" y="25946"/>
                </a:lnTo>
                <a:cubicBezTo>
                  <a:pt x="42654" y="25892"/>
                  <a:pt x="40990" y="24267"/>
                  <a:pt x="40341" y="22406"/>
                </a:cubicBezTo>
                <a:cubicBezTo>
                  <a:pt x="39693" y="20546"/>
                  <a:pt x="39871" y="18504"/>
                  <a:pt x="40215" y="16564"/>
                </a:cubicBezTo>
                <a:cubicBezTo>
                  <a:pt x="40557" y="14624"/>
                  <a:pt x="41058" y="12692"/>
                  <a:pt x="41031" y="10722"/>
                </a:cubicBezTo>
                <a:cubicBezTo>
                  <a:pt x="40988" y="7504"/>
                  <a:pt x="39446" y="4334"/>
                  <a:pt x="36929" y="2331"/>
                </a:cubicBezTo>
                <a:cubicBezTo>
                  <a:pt x="35030" y="821"/>
                  <a:pt x="32604" y="0"/>
                  <a:pt x="30181" y="0"/>
                </a:cubicBezTo>
                <a:close/>
              </a:path>
            </a:pathLst>
          </a:custGeom>
          <a:solidFill>
            <a:srgbClr val="7968AF">
              <a:alpha val="8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 rot="10800000">
            <a:off x="6505309" y="12"/>
            <a:ext cx="4566816" cy="1369213"/>
          </a:xfrm>
          <a:custGeom>
            <a:rect b="b" l="l" r="r" t="t"/>
            <a:pathLst>
              <a:path extrusionOk="0" h="12536" w="41813">
                <a:moveTo>
                  <a:pt x="41813" y="12536"/>
                </a:moveTo>
                <a:lnTo>
                  <a:pt x="0" y="12536"/>
                </a:lnTo>
                <a:cubicBezTo>
                  <a:pt x="126" y="11357"/>
                  <a:pt x="423" y="10191"/>
                  <a:pt x="854" y="9088"/>
                </a:cubicBezTo>
                <a:cubicBezTo>
                  <a:pt x="1863" y="6514"/>
                  <a:pt x="3879" y="4060"/>
                  <a:pt x="6617" y="3669"/>
                </a:cubicBezTo>
                <a:cubicBezTo>
                  <a:pt x="7797" y="3500"/>
                  <a:pt x="8957" y="3729"/>
                  <a:pt x="10080" y="4146"/>
                </a:cubicBezTo>
                <a:cubicBezTo>
                  <a:pt x="11689" y="4742"/>
                  <a:pt x="13492" y="4257"/>
                  <a:pt x="14595" y="2942"/>
                </a:cubicBezTo>
                <a:cubicBezTo>
                  <a:pt x="15375" y="2015"/>
                  <a:pt x="16378" y="1274"/>
                  <a:pt x="17504" y="828"/>
                </a:cubicBezTo>
                <a:cubicBezTo>
                  <a:pt x="19590" y="1"/>
                  <a:pt x="22055" y="203"/>
                  <a:pt x="23979" y="1357"/>
                </a:cubicBezTo>
                <a:cubicBezTo>
                  <a:pt x="24549" y="1700"/>
                  <a:pt x="25072" y="2119"/>
                  <a:pt x="25578" y="2564"/>
                </a:cubicBezTo>
                <a:cubicBezTo>
                  <a:pt x="27015" y="3831"/>
                  <a:pt x="28306" y="5313"/>
                  <a:pt x="30115" y="5863"/>
                </a:cubicBezTo>
                <a:cubicBezTo>
                  <a:pt x="31998" y="6435"/>
                  <a:pt x="34054" y="5860"/>
                  <a:pt x="35982" y="6246"/>
                </a:cubicBezTo>
                <a:cubicBezTo>
                  <a:pt x="38809" y="6811"/>
                  <a:pt x="40886" y="9391"/>
                  <a:pt x="41707" y="12153"/>
                </a:cubicBezTo>
                <a:cubicBezTo>
                  <a:pt x="41745" y="12280"/>
                  <a:pt x="41780" y="12407"/>
                  <a:pt x="41813" y="12536"/>
                </a:cubicBezTo>
              </a:path>
            </a:pathLst>
          </a:custGeom>
          <a:solidFill>
            <a:srgbClr val="9485BA">
              <a:alpha val="12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-1069348" y="-11"/>
            <a:ext cx="5160211" cy="1982733"/>
          </a:xfrm>
          <a:custGeom>
            <a:rect b="b" l="l" r="r" t="t"/>
            <a:pathLst>
              <a:path extrusionOk="0" h="16393" w="42664">
                <a:moveTo>
                  <a:pt x="0" y="1"/>
                </a:moveTo>
                <a:lnTo>
                  <a:pt x="0" y="8820"/>
                </a:lnTo>
                <a:cubicBezTo>
                  <a:pt x="478" y="9615"/>
                  <a:pt x="960" y="10406"/>
                  <a:pt x="1504" y="11153"/>
                </a:cubicBezTo>
                <a:cubicBezTo>
                  <a:pt x="3080" y="13313"/>
                  <a:pt x="5235" y="15114"/>
                  <a:pt x="7780" y="15934"/>
                </a:cubicBezTo>
                <a:cubicBezTo>
                  <a:pt x="8719" y="16236"/>
                  <a:pt x="9713" y="16393"/>
                  <a:pt x="10703" y="16393"/>
                </a:cubicBezTo>
                <a:cubicBezTo>
                  <a:pt x="12396" y="16393"/>
                  <a:pt x="14078" y="15935"/>
                  <a:pt x="15459" y="14965"/>
                </a:cubicBezTo>
                <a:cubicBezTo>
                  <a:pt x="17132" y="13791"/>
                  <a:pt x="18317" y="11939"/>
                  <a:pt x="20169" y="11076"/>
                </a:cubicBezTo>
                <a:cubicBezTo>
                  <a:pt x="21079" y="10653"/>
                  <a:pt x="22041" y="10509"/>
                  <a:pt x="23029" y="10509"/>
                </a:cubicBezTo>
                <a:cubicBezTo>
                  <a:pt x="24412" y="10509"/>
                  <a:pt x="25847" y="10791"/>
                  <a:pt x="27266" y="10981"/>
                </a:cubicBezTo>
                <a:cubicBezTo>
                  <a:pt x="27732" y="11043"/>
                  <a:pt x="28195" y="11096"/>
                  <a:pt x="28655" y="11125"/>
                </a:cubicBezTo>
                <a:cubicBezTo>
                  <a:pt x="28925" y="11143"/>
                  <a:pt x="29196" y="11151"/>
                  <a:pt x="29466" y="11151"/>
                </a:cubicBezTo>
                <a:cubicBezTo>
                  <a:pt x="33532" y="11151"/>
                  <a:pt x="37571" y="9203"/>
                  <a:pt x="40069" y="5989"/>
                </a:cubicBezTo>
                <a:cubicBezTo>
                  <a:pt x="41419" y="4250"/>
                  <a:pt x="42297" y="2169"/>
                  <a:pt x="42663" y="1"/>
                </a:cubicBezTo>
                <a:close/>
              </a:path>
            </a:pathLst>
          </a:custGeom>
          <a:solidFill>
            <a:srgbClr val="9485BA">
              <a:alpha val="93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37601" y="4366131"/>
            <a:ext cx="6818952" cy="4787157"/>
          </a:xfrm>
          <a:custGeom>
            <a:rect b="b" l="l" r="r" t="t"/>
            <a:pathLst>
              <a:path extrusionOk="0" h="31327" w="44623">
                <a:moveTo>
                  <a:pt x="30181" y="0"/>
                </a:moveTo>
                <a:cubicBezTo>
                  <a:pt x="29391" y="0"/>
                  <a:pt x="28601" y="88"/>
                  <a:pt x="27830" y="267"/>
                </a:cubicBezTo>
                <a:cubicBezTo>
                  <a:pt x="25849" y="728"/>
                  <a:pt x="23986" y="1759"/>
                  <a:pt x="21953" y="1843"/>
                </a:cubicBezTo>
                <a:cubicBezTo>
                  <a:pt x="21861" y="1847"/>
                  <a:pt x="21770" y="1848"/>
                  <a:pt x="21678" y="1848"/>
                </a:cubicBezTo>
                <a:cubicBezTo>
                  <a:pt x="19691" y="1848"/>
                  <a:pt x="17792" y="990"/>
                  <a:pt x="15827" y="629"/>
                </a:cubicBezTo>
                <a:cubicBezTo>
                  <a:pt x="15152" y="505"/>
                  <a:pt x="14470" y="445"/>
                  <a:pt x="13789" y="445"/>
                </a:cubicBezTo>
                <a:cubicBezTo>
                  <a:pt x="9549" y="445"/>
                  <a:pt x="5342" y="2762"/>
                  <a:pt x="2989" y="6330"/>
                </a:cubicBezTo>
                <a:cubicBezTo>
                  <a:pt x="260" y="10471"/>
                  <a:pt x="1" y="16027"/>
                  <a:pt x="1998" y="20566"/>
                </a:cubicBezTo>
                <a:cubicBezTo>
                  <a:pt x="3996" y="25107"/>
                  <a:pt x="8092" y="28590"/>
                  <a:pt x="12783" y="30201"/>
                </a:cubicBezTo>
                <a:cubicBezTo>
                  <a:pt x="15007" y="30966"/>
                  <a:pt x="17350" y="31326"/>
                  <a:pt x="19701" y="31326"/>
                </a:cubicBezTo>
                <a:cubicBezTo>
                  <a:pt x="22309" y="31326"/>
                  <a:pt x="24925" y="30883"/>
                  <a:pt x="27400" y="30058"/>
                </a:cubicBezTo>
                <a:cubicBezTo>
                  <a:pt x="29707" y="29289"/>
                  <a:pt x="31904" y="28201"/>
                  <a:pt x="34244" y="27537"/>
                </a:cubicBezTo>
                <a:cubicBezTo>
                  <a:pt x="35447" y="27197"/>
                  <a:pt x="36715" y="26976"/>
                  <a:pt x="37965" y="26976"/>
                </a:cubicBezTo>
                <a:cubicBezTo>
                  <a:pt x="39146" y="26976"/>
                  <a:pt x="40312" y="27173"/>
                  <a:pt x="41392" y="27652"/>
                </a:cubicBezTo>
                <a:lnTo>
                  <a:pt x="44623" y="25946"/>
                </a:lnTo>
                <a:cubicBezTo>
                  <a:pt x="42654" y="25892"/>
                  <a:pt x="40990" y="24267"/>
                  <a:pt x="40341" y="22406"/>
                </a:cubicBezTo>
                <a:cubicBezTo>
                  <a:pt x="39693" y="20546"/>
                  <a:pt x="39871" y="18504"/>
                  <a:pt x="40215" y="16564"/>
                </a:cubicBezTo>
                <a:cubicBezTo>
                  <a:pt x="40557" y="14624"/>
                  <a:pt x="41058" y="12692"/>
                  <a:pt x="41031" y="10722"/>
                </a:cubicBezTo>
                <a:cubicBezTo>
                  <a:pt x="40988" y="7504"/>
                  <a:pt x="39446" y="4334"/>
                  <a:pt x="36929" y="2331"/>
                </a:cubicBezTo>
                <a:cubicBezTo>
                  <a:pt x="35030" y="821"/>
                  <a:pt x="32604" y="0"/>
                  <a:pt x="30181" y="0"/>
                </a:cubicBezTo>
                <a:close/>
              </a:path>
            </a:pathLst>
          </a:custGeom>
          <a:solidFill>
            <a:srgbClr val="9485BA">
              <a:alpha val="12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0"/>
            <a:ext cx="3085780" cy="1185665"/>
          </a:xfrm>
          <a:custGeom>
            <a:rect b="b" l="l" r="r" t="t"/>
            <a:pathLst>
              <a:path extrusionOk="0" h="16393" w="42664">
                <a:moveTo>
                  <a:pt x="0" y="1"/>
                </a:moveTo>
                <a:lnTo>
                  <a:pt x="0" y="8820"/>
                </a:lnTo>
                <a:cubicBezTo>
                  <a:pt x="478" y="9615"/>
                  <a:pt x="960" y="10406"/>
                  <a:pt x="1504" y="11153"/>
                </a:cubicBezTo>
                <a:cubicBezTo>
                  <a:pt x="3080" y="13313"/>
                  <a:pt x="5235" y="15114"/>
                  <a:pt x="7780" y="15934"/>
                </a:cubicBezTo>
                <a:cubicBezTo>
                  <a:pt x="8719" y="16236"/>
                  <a:pt x="9713" y="16393"/>
                  <a:pt x="10703" y="16393"/>
                </a:cubicBezTo>
                <a:cubicBezTo>
                  <a:pt x="12396" y="16393"/>
                  <a:pt x="14078" y="15935"/>
                  <a:pt x="15459" y="14965"/>
                </a:cubicBezTo>
                <a:cubicBezTo>
                  <a:pt x="17132" y="13791"/>
                  <a:pt x="18317" y="11939"/>
                  <a:pt x="20169" y="11076"/>
                </a:cubicBezTo>
                <a:cubicBezTo>
                  <a:pt x="21079" y="10653"/>
                  <a:pt x="22041" y="10509"/>
                  <a:pt x="23029" y="10509"/>
                </a:cubicBezTo>
                <a:cubicBezTo>
                  <a:pt x="24412" y="10509"/>
                  <a:pt x="25847" y="10791"/>
                  <a:pt x="27266" y="10981"/>
                </a:cubicBezTo>
                <a:cubicBezTo>
                  <a:pt x="27732" y="11043"/>
                  <a:pt x="28195" y="11096"/>
                  <a:pt x="28655" y="11125"/>
                </a:cubicBezTo>
                <a:cubicBezTo>
                  <a:pt x="28925" y="11143"/>
                  <a:pt x="29196" y="11151"/>
                  <a:pt x="29466" y="11151"/>
                </a:cubicBezTo>
                <a:cubicBezTo>
                  <a:pt x="33532" y="11151"/>
                  <a:pt x="37571" y="9203"/>
                  <a:pt x="40069" y="5989"/>
                </a:cubicBezTo>
                <a:cubicBezTo>
                  <a:pt x="41419" y="4250"/>
                  <a:pt x="42297" y="2169"/>
                  <a:pt x="42663" y="1"/>
                </a:cubicBezTo>
                <a:close/>
              </a:path>
            </a:pathLst>
          </a:custGeom>
          <a:solidFill>
            <a:srgbClr val="9485BA">
              <a:alpha val="12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 flipH="1" rot="1525918">
            <a:off x="6475202" y="-620819"/>
            <a:ext cx="2370109" cy="1158382"/>
          </a:xfrm>
          <a:custGeom>
            <a:rect b="b" l="l" r="r" t="t"/>
            <a:pathLst>
              <a:path extrusionOk="0" h="15700" w="32123">
                <a:moveTo>
                  <a:pt x="1" y="1"/>
                </a:moveTo>
                <a:cubicBezTo>
                  <a:pt x="256" y="226"/>
                  <a:pt x="496" y="465"/>
                  <a:pt x="718" y="716"/>
                </a:cubicBezTo>
                <a:cubicBezTo>
                  <a:pt x="2564" y="2792"/>
                  <a:pt x="3551" y="5469"/>
                  <a:pt x="4897" y="7900"/>
                </a:cubicBezTo>
                <a:cubicBezTo>
                  <a:pt x="5493" y="8975"/>
                  <a:pt x="6182" y="10021"/>
                  <a:pt x="6967" y="10981"/>
                </a:cubicBezTo>
                <a:cubicBezTo>
                  <a:pt x="8532" y="12895"/>
                  <a:pt x="10473" y="14467"/>
                  <a:pt x="12797" y="15247"/>
                </a:cubicBezTo>
                <a:cubicBezTo>
                  <a:pt x="13701" y="15550"/>
                  <a:pt x="14666" y="15700"/>
                  <a:pt x="15631" y="15700"/>
                </a:cubicBezTo>
                <a:cubicBezTo>
                  <a:pt x="18392" y="15700"/>
                  <a:pt x="21150" y="14471"/>
                  <a:pt x="22462" y="12079"/>
                </a:cubicBezTo>
                <a:cubicBezTo>
                  <a:pt x="23317" y="10523"/>
                  <a:pt x="23489" y="8701"/>
                  <a:pt x="23866" y="6966"/>
                </a:cubicBezTo>
                <a:cubicBezTo>
                  <a:pt x="24245" y="5233"/>
                  <a:pt x="24943" y="3417"/>
                  <a:pt x="26447" y="2473"/>
                </a:cubicBezTo>
                <a:cubicBezTo>
                  <a:pt x="27588" y="1757"/>
                  <a:pt x="29005" y="1663"/>
                  <a:pt x="30262" y="1177"/>
                </a:cubicBezTo>
                <a:cubicBezTo>
                  <a:pt x="30958" y="908"/>
                  <a:pt x="31583" y="502"/>
                  <a:pt x="32122" y="1"/>
                </a:cubicBezTo>
                <a:close/>
              </a:path>
            </a:pathLst>
          </a:custGeom>
          <a:solidFill>
            <a:srgbClr val="9485BA">
              <a:alpha val="12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2521500" y="1803150"/>
            <a:ext cx="41010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hasCustomPrompt="1" idx="2" type="title"/>
          </p:nvPr>
        </p:nvSpPr>
        <p:spPr>
          <a:xfrm>
            <a:off x="715100" y="1608100"/>
            <a:ext cx="1839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2521500" y="2606900"/>
            <a:ext cx="4101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0" y="0"/>
            <a:ext cx="4387672" cy="1685856"/>
          </a:xfrm>
          <a:custGeom>
            <a:rect b="b" l="l" r="r" t="t"/>
            <a:pathLst>
              <a:path extrusionOk="0" h="16393" w="42664">
                <a:moveTo>
                  <a:pt x="0" y="1"/>
                </a:moveTo>
                <a:lnTo>
                  <a:pt x="0" y="8820"/>
                </a:lnTo>
                <a:cubicBezTo>
                  <a:pt x="478" y="9615"/>
                  <a:pt x="960" y="10406"/>
                  <a:pt x="1504" y="11153"/>
                </a:cubicBezTo>
                <a:cubicBezTo>
                  <a:pt x="3080" y="13313"/>
                  <a:pt x="5235" y="15114"/>
                  <a:pt x="7780" y="15934"/>
                </a:cubicBezTo>
                <a:cubicBezTo>
                  <a:pt x="8719" y="16236"/>
                  <a:pt x="9713" y="16393"/>
                  <a:pt x="10703" y="16393"/>
                </a:cubicBezTo>
                <a:cubicBezTo>
                  <a:pt x="12396" y="16393"/>
                  <a:pt x="14078" y="15935"/>
                  <a:pt x="15459" y="14965"/>
                </a:cubicBezTo>
                <a:cubicBezTo>
                  <a:pt x="17132" y="13791"/>
                  <a:pt x="18317" y="11939"/>
                  <a:pt x="20169" y="11076"/>
                </a:cubicBezTo>
                <a:cubicBezTo>
                  <a:pt x="21079" y="10653"/>
                  <a:pt x="22041" y="10509"/>
                  <a:pt x="23029" y="10509"/>
                </a:cubicBezTo>
                <a:cubicBezTo>
                  <a:pt x="24412" y="10509"/>
                  <a:pt x="25847" y="10791"/>
                  <a:pt x="27266" y="10981"/>
                </a:cubicBezTo>
                <a:cubicBezTo>
                  <a:pt x="27732" y="11043"/>
                  <a:pt x="28195" y="11096"/>
                  <a:pt x="28655" y="11125"/>
                </a:cubicBezTo>
                <a:cubicBezTo>
                  <a:pt x="28925" y="11143"/>
                  <a:pt x="29196" y="11151"/>
                  <a:pt x="29466" y="11151"/>
                </a:cubicBezTo>
                <a:cubicBezTo>
                  <a:pt x="33532" y="11151"/>
                  <a:pt x="37571" y="9203"/>
                  <a:pt x="40069" y="5989"/>
                </a:cubicBezTo>
                <a:cubicBezTo>
                  <a:pt x="41419" y="4250"/>
                  <a:pt x="42297" y="2169"/>
                  <a:pt x="42663" y="1"/>
                </a:cubicBezTo>
                <a:close/>
              </a:path>
            </a:pathLst>
          </a:custGeom>
          <a:solidFill>
            <a:srgbClr val="7968AF">
              <a:alpha val="8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6664779" y="3390045"/>
            <a:ext cx="2479207" cy="1753457"/>
          </a:xfrm>
          <a:custGeom>
            <a:rect b="b" l="l" r="r" t="t"/>
            <a:pathLst>
              <a:path extrusionOk="0" h="22264" w="31479">
                <a:moveTo>
                  <a:pt x="28893" y="0"/>
                </a:moveTo>
                <a:cubicBezTo>
                  <a:pt x="28697" y="0"/>
                  <a:pt x="28500" y="7"/>
                  <a:pt x="28304" y="21"/>
                </a:cubicBezTo>
                <a:cubicBezTo>
                  <a:pt x="24588" y="285"/>
                  <a:pt x="21237" y="2790"/>
                  <a:pt x="19458" y="6063"/>
                </a:cubicBezTo>
                <a:cubicBezTo>
                  <a:pt x="18833" y="7214"/>
                  <a:pt x="18345" y="8499"/>
                  <a:pt x="17343" y="9340"/>
                </a:cubicBezTo>
                <a:cubicBezTo>
                  <a:pt x="15676" y="10738"/>
                  <a:pt x="13239" y="10447"/>
                  <a:pt x="11077" y="10688"/>
                </a:cubicBezTo>
                <a:cubicBezTo>
                  <a:pt x="9416" y="10874"/>
                  <a:pt x="7829" y="11440"/>
                  <a:pt x="6403" y="12292"/>
                </a:cubicBezTo>
                <a:cubicBezTo>
                  <a:pt x="3702" y="13903"/>
                  <a:pt x="1573" y="16536"/>
                  <a:pt x="591" y="19541"/>
                </a:cubicBezTo>
                <a:cubicBezTo>
                  <a:pt x="300" y="20429"/>
                  <a:pt x="107" y="21341"/>
                  <a:pt x="1" y="22264"/>
                </a:cubicBezTo>
                <a:lnTo>
                  <a:pt x="31478" y="22264"/>
                </a:lnTo>
                <a:lnTo>
                  <a:pt x="31478" y="391"/>
                </a:lnTo>
                <a:cubicBezTo>
                  <a:pt x="30640" y="136"/>
                  <a:pt x="29766" y="0"/>
                  <a:pt x="28893" y="0"/>
                </a:cubicBezTo>
                <a:close/>
              </a:path>
            </a:pathLst>
          </a:custGeom>
          <a:solidFill>
            <a:srgbClr val="7968AF">
              <a:alpha val="8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720000" y="1152475"/>
            <a:ext cx="7704000" cy="6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0" y="0"/>
            <a:ext cx="4901880" cy="1883433"/>
          </a:xfrm>
          <a:custGeom>
            <a:rect b="b" l="l" r="r" t="t"/>
            <a:pathLst>
              <a:path extrusionOk="0" h="16393" w="42664">
                <a:moveTo>
                  <a:pt x="0" y="1"/>
                </a:moveTo>
                <a:lnTo>
                  <a:pt x="0" y="8820"/>
                </a:lnTo>
                <a:cubicBezTo>
                  <a:pt x="478" y="9615"/>
                  <a:pt x="960" y="10406"/>
                  <a:pt x="1504" y="11153"/>
                </a:cubicBezTo>
                <a:cubicBezTo>
                  <a:pt x="3080" y="13313"/>
                  <a:pt x="5235" y="15114"/>
                  <a:pt x="7780" y="15934"/>
                </a:cubicBezTo>
                <a:cubicBezTo>
                  <a:pt x="8719" y="16236"/>
                  <a:pt x="9713" y="16393"/>
                  <a:pt x="10703" y="16393"/>
                </a:cubicBezTo>
                <a:cubicBezTo>
                  <a:pt x="12396" y="16393"/>
                  <a:pt x="14078" y="15935"/>
                  <a:pt x="15459" y="14965"/>
                </a:cubicBezTo>
                <a:cubicBezTo>
                  <a:pt x="17132" y="13791"/>
                  <a:pt x="18317" y="11939"/>
                  <a:pt x="20169" y="11076"/>
                </a:cubicBezTo>
                <a:cubicBezTo>
                  <a:pt x="21079" y="10653"/>
                  <a:pt x="22041" y="10509"/>
                  <a:pt x="23029" y="10509"/>
                </a:cubicBezTo>
                <a:cubicBezTo>
                  <a:pt x="24412" y="10509"/>
                  <a:pt x="25847" y="10791"/>
                  <a:pt x="27266" y="10981"/>
                </a:cubicBezTo>
                <a:cubicBezTo>
                  <a:pt x="27732" y="11043"/>
                  <a:pt x="28195" y="11096"/>
                  <a:pt x="28655" y="11125"/>
                </a:cubicBezTo>
                <a:cubicBezTo>
                  <a:pt x="28925" y="11143"/>
                  <a:pt x="29196" y="11151"/>
                  <a:pt x="29466" y="11151"/>
                </a:cubicBezTo>
                <a:cubicBezTo>
                  <a:pt x="33532" y="11151"/>
                  <a:pt x="37571" y="9203"/>
                  <a:pt x="40069" y="5989"/>
                </a:cubicBezTo>
                <a:cubicBezTo>
                  <a:pt x="41419" y="4250"/>
                  <a:pt x="42297" y="2169"/>
                  <a:pt x="42663" y="1"/>
                </a:cubicBezTo>
                <a:close/>
              </a:path>
            </a:pathLst>
          </a:custGeom>
          <a:solidFill>
            <a:srgbClr val="7968AF">
              <a:alpha val="8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5"/>
          <p:cNvSpPr/>
          <p:nvPr/>
        </p:nvSpPr>
        <p:spPr>
          <a:xfrm rot="10800000">
            <a:off x="3724283" y="4070914"/>
            <a:ext cx="2194563" cy="1072585"/>
          </a:xfrm>
          <a:custGeom>
            <a:rect b="b" l="l" r="r" t="t"/>
            <a:pathLst>
              <a:path extrusionOk="0" h="15700" w="32123">
                <a:moveTo>
                  <a:pt x="1" y="1"/>
                </a:moveTo>
                <a:cubicBezTo>
                  <a:pt x="256" y="226"/>
                  <a:pt x="496" y="465"/>
                  <a:pt x="718" y="716"/>
                </a:cubicBezTo>
                <a:cubicBezTo>
                  <a:pt x="2564" y="2792"/>
                  <a:pt x="3551" y="5469"/>
                  <a:pt x="4897" y="7900"/>
                </a:cubicBezTo>
                <a:cubicBezTo>
                  <a:pt x="5493" y="8975"/>
                  <a:pt x="6182" y="10021"/>
                  <a:pt x="6967" y="10981"/>
                </a:cubicBezTo>
                <a:cubicBezTo>
                  <a:pt x="8532" y="12895"/>
                  <a:pt x="10473" y="14467"/>
                  <a:pt x="12797" y="15247"/>
                </a:cubicBezTo>
                <a:cubicBezTo>
                  <a:pt x="13701" y="15550"/>
                  <a:pt x="14666" y="15700"/>
                  <a:pt x="15631" y="15700"/>
                </a:cubicBezTo>
                <a:cubicBezTo>
                  <a:pt x="18392" y="15700"/>
                  <a:pt x="21150" y="14471"/>
                  <a:pt x="22462" y="12079"/>
                </a:cubicBezTo>
                <a:cubicBezTo>
                  <a:pt x="23317" y="10523"/>
                  <a:pt x="23489" y="8701"/>
                  <a:pt x="23866" y="6966"/>
                </a:cubicBezTo>
                <a:cubicBezTo>
                  <a:pt x="24245" y="5233"/>
                  <a:pt x="24943" y="3417"/>
                  <a:pt x="26447" y="2473"/>
                </a:cubicBezTo>
                <a:cubicBezTo>
                  <a:pt x="27588" y="1757"/>
                  <a:pt x="29005" y="1663"/>
                  <a:pt x="30262" y="1177"/>
                </a:cubicBezTo>
                <a:cubicBezTo>
                  <a:pt x="30958" y="908"/>
                  <a:pt x="31583" y="502"/>
                  <a:pt x="32122" y="1"/>
                </a:cubicBezTo>
                <a:close/>
              </a:path>
            </a:pathLst>
          </a:custGeom>
          <a:solidFill>
            <a:srgbClr val="9485BA">
              <a:alpha val="12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1241787" y="2675150"/>
            <a:ext cx="2847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000">
                <a:solidFill>
                  <a:schemeClr val="accent4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2" type="subTitle"/>
          </p:nvPr>
        </p:nvSpPr>
        <p:spPr>
          <a:xfrm>
            <a:off x="5055213" y="2675150"/>
            <a:ext cx="2847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000">
                <a:solidFill>
                  <a:schemeClr val="accent4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3" type="subTitle"/>
          </p:nvPr>
        </p:nvSpPr>
        <p:spPr>
          <a:xfrm>
            <a:off x="1241734" y="3148475"/>
            <a:ext cx="2847000" cy="10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4" type="subTitle"/>
          </p:nvPr>
        </p:nvSpPr>
        <p:spPr>
          <a:xfrm>
            <a:off x="5055234" y="3148475"/>
            <a:ext cx="2847000" cy="10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/>
          <p:nvPr/>
        </p:nvSpPr>
        <p:spPr>
          <a:xfrm rot="4377933">
            <a:off x="-3789991" y="2098075"/>
            <a:ext cx="5484833" cy="3850556"/>
          </a:xfrm>
          <a:custGeom>
            <a:rect b="b" l="l" r="r" t="t"/>
            <a:pathLst>
              <a:path extrusionOk="0" h="31327" w="44623">
                <a:moveTo>
                  <a:pt x="30181" y="0"/>
                </a:moveTo>
                <a:cubicBezTo>
                  <a:pt x="29391" y="0"/>
                  <a:pt x="28601" y="88"/>
                  <a:pt x="27830" y="267"/>
                </a:cubicBezTo>
                <a:cubicBezTo>
                  <a:pt x="25849" y="728"/>
                  <a:pt x="23986" y="1759"/>
                  <a:pt x="21953" y="1843"/>
                </a:cubicBezTo>
                <a:cubicBezTo>
                  <a:pt x="21861" y="1847"/>
                  <a:pt x="21770" y="1848"/>
                  <a:pt x="21678" y="1848"/>
                </a:cubicBezTo>
                <a:cubicBezTo>
                  <a:pt x="19691" y="1848"/>
                  <a:pt x="17792" y="990"/>
                  <a:pt x="15827" y="629"/>
                </a:cubicBezTo>
                <a:cubicBezTo>
                  <a:pt x="15152" y="505"/>
                  <a:pt x="14470" y="445"/>
                  <a:pt x="13789" y="445"/>
                </a:cubicBezTo>
                <a:cubicBezTo>
                  <a:pt x="9549" y="445"/>
                  <a:pt x="5342" y="2762"/>
                  <a:pt x="2989" y="6330"/>
                </a:cubicBezTo>
                <a:cubicBezTo>
                  <a:pt x="260" y="10471"/>
                  <a:pt x="1" y="16027"/>
                  <a:pt x="1998" y="20566"/>
                </a:cubicBezTo>
                <a:cubicBezTo>
                  <a:pt x="3996" y="25107"/>
                  <a:pt x="8092" y="28590"/>
                  <a:pt x="12783" y="30201"/>
                </a:cubicBezTo>
                <a:cubicBezTo>
                  <a:pt x="15007" y="30966"/>
                  <a:pt x="17350" y="31326"/>
                  <a:pt x="19701" y="31326"/>
                </a:cubicBezTo>
                <a:cubicBezTo>
                  <a:pt x="22309" y="31326"/>
                  <a:pt x="24925" y="30883"/>
                  <a:pt x="27400" y="30058"/>
                </a:cubicBezTo>
                <a:cubicBezTo>
                  <a:pt x="29707" y="29289"/>
                  <a:pt x="31904" y="28201"/>
                  <a:pt x="34244" y="27537"/>
                </a:cubicBezTo>
                <a:cubicBezTo>
                  <a:pt x="35447" y="27197"/>
                  <a:pt x="36715" y="26976"/>
                  <a:pt x="37965" y="26976"/>
                </a:cubicBezTo>
                <a:cubicBezTo>
                  <a:pt x="39146" y="26976"/>
                  <a:pt x="40312" y="27173"/>
                  <a:pt x="41392" y="27652"/>
                </a:cubicBezTo>
                <a:lnTo>
                  <a:pt x="44623" y="25946"/>
                </a:lnTo>
                <a:cubicBezTo>
                  <a:pt x="42654" y="25892"/>
                  <a:pt x="40990" y="24267"/>
                  <a:pt x="40341" y="22406"/>
                </a:cubicBezTo>
                <a:cubicBezTo>
                  <a:pt x="39693" y="20546"/>
                  <a:pt x="39871" y="18504"/>
                  <a:pt x="40215" y="16564"/>
                </a:cubicBezTo>
                <a:cubicBezTo>
                  <a:pt x="40557" y="14624"/>
                  <a:pt x="41058" y="12692"/>
                  <a:pt x="41031" y="10722"/>
                </a:cubicBezTo>
                <a:cubicBezTo>
                  <a:pt x="40988" y="7504"/>
                  <a:pt x="39446" y="4334"/>
                  <a:pt x="36929" y="2331"/>
                </a:cubicBezTo>
                <a:cubicBezTo>
                  <a:pt x="35030" y="821"/>
                  <a:pt x="32604" y="0"/>
                  <a:pt x="30181" y="0"/>
                </a:cubicBezTo>
                <a:close/>
              </a:path>
            </a:pathLst>
          </a:custGeom>
          <a:solidFill>
            <a:srgbClr val="7968AF">
              <a:alpha val="8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6"/>
          <p:cNvSpPr/>
          <p:nvPr/>
        </p:nvSpPr>
        <p:spPr>
          <a:xfrm rot="-8423861">
            <a:off x="5895514" y="-1631138"/>
            <a:ext cx="5298959" cy="3720066"/>
          </a:xfrm>
          <a:custGeom>
            <a:rect b="b" l="l" r="r" t="t"/>
            <a:pathLst>
              <a:path extrusionOk="0" h="31327" w="44623">
                <a:moveTo>
                  <a:pt x="30181" y="0"/>
                </a:moveTo>
                <a:cubicBezTo>
                  <a:pt x="29391" y="0"/>
                  <a:pt x="28601" y="88"/>
                  <a:pt x="27830" y="267"/>
                </a:cubicBezTo>
                <a:cubicBezTo>
                  <a:pt x="25849" y="728"/>
                  <a:pt x="23986" y="1759"/>
                  <a:pt x="21953" y="1843"/>
                </a:cubicBezTo>
                <a:cubicBezTo>
                  <a:pt x="21861" y="1847"/>
                  <a:pt x="21770" y="1848"/>
                  <a:pt x="21678" y="1848"/>
                </a:cubicBezTo>
                <a:cubicBezTo>
                  <a:pt x="19691" y="1848"/>
                  <a:pt x="17792" y="990"/>
                  <a:pt x="15827" y="629"/>
                </a:cubicBezTo>
                <a:cubicBezTo>
                  <a:pt x="15152" y="505"/>
                  <a:pt x="14470" y="445"/>
                  <a:pt x="13789" y="445"/>
                </a:cubicBezTo>
                <a:cubicBezTo>
                  <a:pt x="9549" y="445"/>
                  <a:pt x="5342" y="2762"/>
                  <a:pt x="2989" y="6330"/>
                </a:cubicBezTo>
                <a:cubicBezTo>
                  <a:pt x="260" y="10471"/>
                  <a:pt x="1" y="16027"/>
                  <a:pt x="1998" y="20566"/>
                </a:cubicBezTo>
                <a:cubicBezTo>
                  <a:pt x="3996" y="25107"/>
                  <a:pt x="8092" y="28590"/>
                  <a:pt x="12783" y="30201"/>
                </a:cubicBezTo>
                <a:cubicBezTo>
                  <a:pt x="15007" y="30966"/>
                  <a:pt x="17350" y="31326"/>
                  <a:pt x="19701" y="31326"/>
                </a:cubicBezTo>
                <a:cubicBezTo>
                  <a:pt x="22309" y="31326"/>
                  <a:pt x="24925" y="30883"/>
                  <a:pt x="27400" y="30058"/>
                </a:cubicBezTo>
                <a:cubicBezTo>
                  <a:pt x="29707" y="29289"/>
                  <a:pt x="31904" y="28201"/>
                  <a:pt x="34244" y="27537"/>
                </a:cubicBezTo>
                <a:cubicBezTo>
                  <a:pt x="35447" y="27197"/>
                  <a:pt x="36715" y="26976"/>
                  <a:pt x="37965" y="26976"/>
                </a:cubicBezTo>
                <a:cubicBezTo>
                  <a:pt x="39146" y="26976"/>
                  <a:pt x="40312" y="27173"/>
                  <a:pt x="41392" y="27652"/>
                </a:cubicBezTo>
                <a:lnTo>
                  <a:pt x="44623" y="25946"/>
                </a:lnTo>
                <a:cubicBezTo>
                  <a:pt x="42654" y="25892"/>
                  <a:pt x="40990" y="24267"/>
                  <a:pt x="40341" y="22406"/>
                </a:cubicBezTo>
                <a:cubicBezTo>
                  <a:pt x="39693" y="20546"/>
                  <a:pt x="39871" y="18504"/>
                  <a:pt x="40215" y="16564"/>
                </a:cubicBezTo>
                <a:cubicBezTo>
                  <a:pt x="40557" y="14624"/>
                  <a:pt x="41058" y="12692"/>
                  <a:pt x="41031" y="10722"/>
                </a:cubicBezTo>
                <a:cubicBezTo>
                  <a:pt x="40988" y="7504"/>
                  <a:pt x="39446" y="4334"/>
                  <a:pt x="36929" y="2331"/>
                </a:cubicBezTo>
                <a:cubicBezTo>
                  <a:pt x="35030" y="821"/>
                  <a:pt x="32604" y="0"/>
                  <a:pt x="30181" y="0"/>
                </a:cubicBezTo>
                <a:close/>
              </a:path>
            </a:pathLst>
          </a:custGeom>
          <a:solidFill>
            <a:srgbClr val="7968AF">
              <a:alpha val="8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type="title"/>
          </p:nvPr>
        </p:nvSpPr>
        <p:spPr>
          <a:xfrm>
            <a:off x="4670525" y="1376450"/>
            <a:ext cx="3257700" cy="12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4670525" y="2687700"/>
            <a:ext cx="3257700" cy="11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/>
          <p:nvPr/>
        </p:nvSpPr>
        <p:spPr>
          <a:xfrm flipH="1" rot="-8559062">
            <a:off x="5181508" y="-1438369"/>
            <a:ext cx="5142177" cy="3609952"/>
          </a:xfrm>
          <a:custGeom>
            <a:rect b="b" l="l" r="r" t="t"/>
            <a:pathLst>
              <a:path extrusionOk="0" h="31327" w="44623">
                <a:moveTo>
                  <a:pt x="30181" y="0"/>
                </a:moveTo>
                <a:cubicBezTo>
                  <a:pt x="29391" y="0"/>
                  <a:pt x="28601" y="88"/>
                  <a:pt x="27830" y="267"/>
                </a:cubicBezTo>
                <a:cubicBezTo>
                  <a:pt x="25849" y="728"/>
                  <a:pt x="23986" y="1759"/>
                  <a:pt x="21953" y="1843"/>
                </a:cubicBezTo>
                <a:cubicBezTo>
                  <a:pt x="21861" y="1847"/>
                  <a:pt x="21770" y="1848"/>
                  <a:pt x="21678" y="1848"/>
                </a:cubicBezTo>
                <a:cubicBezTo>
                  <a:pt x="19691" y="1848"/>
                  <a:pt x="17792" y="990"/>
                  <a:pt x="15827" y="629"/>
                </a:cubicBezTo>
                <a:cubicBezTo>
                  <a:pt x="15152" y="505"/>
                  <a:pt x="14470" y="445"/>
                  <a:pt x="13789" y="445"/>
                </a:cubicBezTo>
                <a:cubicBezTo>
                  <a:pt x="9549" y="445"/>
                  <a:pt x="5342" y="2762"/>
                  <a:pt x="2989" y="6330"/>
                </a:cubicBezTo>
                <a:cubicBezTo>
                  <a:pt x="260" y="10471"/>
                  <a:pt x="1" y="16027"/>
                  <a:pt x="1998" y="20566"/>
                </a:cubicBezTo>
                <a:cubicBezTo>
                  <a:pt x="3996" y="25107"/>
                  <a:pt x="8092" y="28590"/>
                  <a:pt x="12783" y="30201"/>
                </a:cubicBezTo>
                <a:cubicBezTo>
                  <a:pt x="15007" y="30966"/>
                  <a:pt x="17350" y="31326"/>
                  <a:pt x="19701" y="31326"/>
                </a:cubicBezTo>
                <a:cubicBezTo>
                  <a:pt x="22309" y="31326"/>
                  <a:pt x="24925" y="30883"/>
                  <a:pt x="27400" y="30058"/>
                </a:cubicBezTo>
                <a:cubicBezTo>
                  <a:pt x="29707" y="29289"/>
                  <a:pt x="31904" y="28201"/>
                  <a:pt x="34244" y="27537"/>
                </a:cubicBezTo>
                <a:cubicBezTo>
                  <a:pt x="35447" y="27197"/>
                  <a:pt x="36715" y="26976"/>
                  <a:pt x="37965" y="26976"/>
                </a:cubicBezTo>
                <a:cubicBezTo>
                  <a:pt x="39146" y="26976"/>
                  <a:pt x="40312" y="27173"/>
                  <a:pt x="41392" y="27652"/>
                </a:cubicBezTo>
                <a:lnTo>
                  <a:pt x="44623" y="25946"/>
                </a:lnTo>
                <a:cubicBezTo>
                  <a:pt x="42654" y="25892"/>
                  <a:pt x="40990" y="24267"/>
                  <a:pt x="40341" y="22406"/>
                </a:cubicBezTo>
                <a:cubicBezTo>
                  <a:pt x="39693" y="20546"/>
                  <a:pt x="39871" y="18504"/>
                  <a:pt x="40215" y="16564"/>
                </a:cubicBezTo>
                <a:cubicBezTo>
                  <a:pt x="40557" y="14624"/>
                  <a:pt x="41058" y="12692"/>
                  <a:pt x="41031" y="10722"/>
                </a:cubicBezTo>
                <a:cubicBezTo>
                  <a:pt x="40988" y="7504"/>
                  <a:pt x="39446" y="4334"/>
                  <a:pt x="36929" y="2331"/>
                </a:cubicBezTo>
                <a:cubicBezTo>
                  <a:pt x="35030" y="821"/>
                  <a:pt x="32604" y="0"/>
                  <a:pt x="30181" y="0"/>
                </a:cubicBezTo>
                <a:close/>
              </a:path>
            </a:pathLst>
          </a:custGeom>
          <a:solidFill>
            <a:srgbClr val="9485BA">
              <a:alpha val="12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8"/>
          <p:cNvSpPr/>
          <p:nvPr/>
        </p:nvSpPr>
        <p:spPr>
          <a:xfrm flipH="1">
            <a:off x="21" y="2204134"/>
            <a:ext cx="4155936" cy="2939349"/>
          </a:xfrm>
          <a:custGeom>
            <a:rect b="b" l="l" r="r" t="t"/>
            <a:pathLst>
              <a:path extrusionOk="0" h="22264" w="31479">
                <a:moveTo>
                  <a:pt x="28893" y="0"/>
                </a:moveTo>
                <a:cubicBezTo>
                  <a:pt x="28697" y="0"/>
                  <a:pt x="28500" y="7"/>
                  <a:pt x="28304" y="21"/>
                </a:cubicBezTo>
                <a:cubicBezTo>
                  <a:pt x="24588" y="285"/>
                  <a:pt x="21237" y="2790"/>
                  <a:pt x="19458" y="6063"/>
                </a:cubicBezTo>
                <a:cubicBezTo>
                  <a:pt x="18833" y="7214"/>
                  <a:pt x="18345" y="8499"/>
                  <a:pt x="17343" y="9340"/>
                </a:cubicBezTo>
                <a:cubicBezTo>
                  <a:pt x="15676" y="10738"/>
                  <a:pt x="13239" y="10447"/>
                  <a:pt x="11077" y="10688"/>
                </a:cubicBezTo>
                <a:cubicBezTo>
                  <a:pt x="9416" y="10874"/>
                  <a:pt x="7829" y="11440"/>
                  <a:pt x="6403" y="12292"/>
                </a:cubicBezTo>
                <a:cubicBezTo>
                  <a:pt x="3702" y="13903"/>
                  <a:pt x="1573" y="16536"/>
                  <a:pt x="591" y="19541"/>
                </a:cubicBezTo>
                <a:cubicBezTo>
                  <a:pt x="300" y="20429"/>
                  <a:pt x="107" y="21341"/>
                  <a:pt x="1" y="22264"/>
                </a:cubicBezTo>
                <a:lnTo>
                  <a:pt x="31478" y="22264"/>
                </a:lnTo>
                <a:lnTo>
                  <a:pt x="31478" y="391"/>
                </a:lnTo>
                <a:cubicBezTo>
                  <a:pt x="30640" y="136"/>
                  <a:pt x="29766" y="0"/>
                  <a:pt x="28893" y="0"/>
                </a:cubicBezTo>
                <a:close/>
              </a:path>
            </a:pathLst>
          </a:custGeom>
          <a:solidFill>
            <a:srgbClr val="7968AF">
              <a:alpha val="8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8"/>
          <p:cNvSpPr/>
          <p:nvPr/>
        </p:nvSpPr>
        <p:spPr>
          <a:xfrm flipH="1" rot="10800000">
            <a:off x="521951" y="-16"/>
            <a:ext cx="2531045" cy="758867"/>
          </a:xfrm>
          <a:custGeom>
            <a:rect b="b" l="l" r="r" t="t"/>
            <a:pathLst>
              <a:path extrusionOk="0" h="12536" w="41813">
                <a:moveTo>
                  <a:pt x="41813" y="12536"/>
                </a:moveTo>
                <a:lnTo>
                  <a:pt x="0" y="12536"/>
                </a:lnTo>
                <a:cubicBezTo>
                  <a:pt x="126" y="11357"/>
                  <a:pt x="423" y="10191"/>
                  <a:pt x="854" y="9088"/>
                </a:cubicBezTo>
                <a:cubicBezTo>
                  <a:pt x="1863" y="6514"/>
                  <a:pt x="3879" y="4060"/>
                  <a:pt x="6617" y="3669"/>
                </a:cubicBezTo>
                <a:cubicBezTo>
                  <a:pt x="7797" y="3500"/>
                  <a:pt x="8957" y="3729"/>
                  <a:pt x="10080" y="4146"/>
                </a:cubicBezTo>
                <a:cubicBezTo>
                  <a:pt x="11689" y="4742"/>
                  <a:pt x="13492" y="4257"/>
                  <a:pt x="14595" y="2942"/>
                </a:cubicBezTo>
                <a:cubicBezTo>
                  <a:pt x="15375" y="2015"/>
                  <a:pt x="16378" y="1274"/>
                  <a:pt x="17504" y="828"/>
                </a:cubicBezTo>
                <a:cubicBezTo>
                  <a:pt x="19590" y="1"/>
                  <a:pt x="22055" y="203"/>
                  <a:pt x="23979" y="1357"/>
                </a:cubicBezTo>
                <a:cubicBezTo>
                  <a:pt x="24549" y="1700"/>
                  <a:pt x="25072" y="2119"/>
                  <a:pt x="25578" y="2564"/>
                </a:cubicBezTo>
                <a:cubicBezTo>
                  <a:pt x="27015" y="3831"/>
                  <a:pt x="28306" y="5313"/>
                  <a:pt x="30115" y="5863"/>
                </a:cubicBezTo>
                <a:cubicBezTo>
                  <a:pt x="31998" y="6435"/>
                  <a:pt x="34054" y="5860"/>
                  <a:pt x="35982" y="6246"/>
                </a:cubicBezTo>
                <a:cubicBezTo>
                  <a:pt x="38809" y="6811"/>
                  <a:pt x="40886" y="9391"/>
                  <a:pt x="41707" y="12153"/>
                </a:cubicBezTo>
                <a:cubicBezTo>
                  <a:pt x="41745" y="12280"/>
                  <a:pt x="41780" y="12407"/>
                  <a:pt x="41813" y="12536"/>
                </a:cubicBezTo>
              </a:path>
            </a:pathLst>
          </a:custGeom>
          <a:solidFill>
            <a:srgbClr val="7968AF">
              <a:alpha val="8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8"/>
          <p:cNvSpPr txBox="1"/>
          <p:nvPr>
            <p:ph type="title"/>
          </p:nvPr>
        </p:nvSpPr>
        <p:spPr>
          <a:xfrm>
            <a:off x="2206025" y="1521175"/>
            <a:ext cx="4731900" cy="210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/>
          <p:nvPr/>
        </p:nvSpPr>
        <p:spPr>
          <a:xfrm rot="-1335535">
            <a:off x="-3198868" y="-3853233"/>
            <a:ext cx="8589918" cy="6030513"/>
          </a:xfrm>
          <a:custGeom>
            <a:rect b="b" l="l" r="r" t="t"/>
            <a:pathLst>
              <a:path extrusionOk="0" h="31327" w="44623">
                <a:moveTo>
                  <a:pt x="30181" y="0"/>
                </a:moveTo>
                <a:cubicBezTo>
                  <a:pt x="29391" y="0"/>
                  <a:pt x="28601" y="88"/>
                  <a:pt x="27830" y="267"/>
                </a:cubicBezTo>
                <a:cubicBezTo>
                  <a:pt x="25849" y="728"/>
                  <a:pt x="23986" y="1759"/>
                  <a:pt x="21953" y="1843"/>
                </a:cubicBezTo>
                <a:cubicBezTo>
                  <a:pt x="21861" y="1847"/>
                  <a:pt x="21770" y="1848"/>
                  <a:pt x="21678" y="1848"/>
                </a:cubicBezTo>
                <a:cubicBezTo>
                  <a:pt x="19691" y="1848"/>
                  <a:pt x="17792" y="990"/>
                  <a:pt x="15827" y="629"/>
                </a:cubicBezTo>
                <a:cubicBezTo>
                  <a:pt x="15152" y="505"/>
                  <a:pt x="14470" y="445"/>
                  <a:pt x="13789" y="445"/>
                </a:cubicBezTo>
                <a:cubicBezTo>
                  <a:pt x="9549" y="445"/>
                  <a:pt x="5342" y="2762"/>
                  <a:pt x="2989" y="6330"/>
                </a:cubicBezTo>
                <a:cubicBezTo>
                  <a:pt x="260" y="10471"/>
                  <a:pt x="1" y="16027"/>
                  <a:pt x="1998" y="20566"/>
                </a:cubicBezTo>
                <a:cubicBezTo>
                  <a:pt x="3996" y="25107"/>
                  <a:pt x="8092" y="28590"/>
                  <a:pt x="12783" y="30201"/>
                </a:cubicBezTo>
                <a:cubicBezTo>
                  <a:pt x="15007" y="30966"/>
                  <a:pt x="17350" y="31326"/>
                  <a:pt x="19701" y="31326"/>
                </a:cubicBezTo>
                <a:cubicBezTo>
                  <a:pt x="22309" y="31326"/>
                  <a:pt x="24925" y="30883"/>
                  <a:pt x="27400" y="30058"/>
                </a:cubicBezTo>
                <a:cubicBezTo>
                  <a:pt x="29707" y="29289"/>
                  <a:pt x="31904" y="28201"/>
                  <a:pt x="34244" y="27537"/>
                </a:cubicBezTo>
                <a:cubicBezTo>
                  <a:pt x="35447" y="27197"/>
                  <a:pt x="36715" y="26976"/>
                  <a:pt x="37965" y="26976"/>
                </a:cubicBezTo>
                <a:cubicBezTo>
                  <a:pt x="39146" y="26976"/>
                  <a:pt x="40312" y="27173"/>
                  <a:pt x="41392" y="27652"/>
                </a:cubicBezTo>
                <a:lnTo>
                  <a:pt x="44623" y="25946"/>
                </a:lnTo>
                <a:cubicBezTo>
                  <a:pt x="42654" y="25892"/>
                  <a:pt x="40990" y="24267"/>
                  <a:pt x="40341" y="22406"/>
                </a:cubicBezTo>
                <a:cubicBezTo>
                  <a:pt x="39693" y="20546"/>
                  <a:pt x="39871" y="18504"/>
                  <a:pt x="40215" y="16564"/>
                </a:cubicBezTo>
                <a:cubicBezTo>
                  <a:pt x="40557" y="14624"/>
                  <a:pt x="41058" y="12692"/>
                  <a:pt x="41031" y="10722"/>
                </a:cubicBezTo>
                <a:cubicBezTo>
                  <a:pt x="40988" y="7504"/>
                  <a:pt x="39446" y="4334"/>
                  <a:pt x="36929" y="2331"/>
                </a:cubicBezTo>
                <a:cubicBezTo>
                  <a:pt x="35030" y="821"/>
                  <a:pt x="32604" y="0"/>
                  <a:pt x="30181" y="0"/>
                </a:cubicBezTo>
                <a:close/>
              </a:path>
            </a:pathLst>
          </a:custGeom>
          <a:solidFill>
            <a:srgbClr val="9485BA">
              <a:alpha val="12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9"/>
          <p:cNvSpPr/>
          <p:nvPr/>
        </p:nvSpPr>
        <p:spPr>
          <a:xfrm rot="-891911">
            <a:off x="3710548" y="2395189"/>
            <a:ext cx="8589930" cy="6030525"/>
          </a:xfrm>
          <a:custGeom>
            <a:rect b="b" l="l" r="r" t="t"/>
            <a:pathLst>
              <a:path extrusionOk="0" h="31327" w="44623">
                <a:moveTo>
                  <a:pt x="30181" y="0"/>
                </a:moveTo>
                <a:cubicBezTo>
                  <a:pt x="29391" y="0"/>
                  <a:pt x="28601" y="88"/>
                  <a:pt x="27830" y="267"/>
                </a:cubicBezTo>
                <a:cubicBezTo>
                  <a:pt x="25849" y="728"/>
                  <a:pt x="23986" y="1759"/>
                  <a:pt x="21953" y="1843"/>
                </a:cubicBezTo>
                <a:cubicBezTo>
                  <a:pt x="21861" y="1847"/>
                  <a:pt x="21770" y="1848"/>
                  <a:pt x="21678" y="1848"/>
                </a:cubicBezTo>
                <a:cubicBezTo>
                  <a:pt x="19691" y="1848"/>
                  <a:pt x="17792" y="990"/>
                  <a:pt x="15827" y="629"/>
                </a:cubicBezTo>
                <a:cubicBezTo>
                  <a:pt x="15152" y="505"/>
                  <a:pt x="14470" y="445"/>
                  <a:pt x="13789" y="445"/>
                </a:cubicBezTo>
                <a:cubicBezTo>
                  <a:pt x="9549" y="445"/>
                  <a:pt x="5342" y="2762"/>
                  <a:pt x="2989" y="6330"/>
                </a:cubicBezTo>
                <a:cubicBezTo>
                  <a:pt x="260" y="10471"/>
                  <a:pt x="1" y="16027"/>
                  <a:pt x="1998" y="20566"/>
                </a:cubicBezTo>
                <a:cubicBezTo>
                  <a:pt x="3996" y="25107"/>
                  <a:pt x="8092" y="28590"/>
                  <a:pt x="12783" y="30201"/>
                </a:cubicBezTo>
                <a:cubicBezTo>
                  <a:pt x="15007" y="30966"/>
                  <a:pt x="17350" y="31326"/>
                  <a:pt x="19701" y="31326"/>
                </a:cubicBezTo>
                <a:cubicBezTo>
                  <a:pt x="22309" y="31326"/>
                  <a:pt x="24925" y="30883"/>
                  <a:pt x="27400" y="30058"/>
                </a:cubicBezTo>
                <a:cubicBezTo>
                  <a:pt x="29707" y="29289"/>
                  <a:pt x="31904" y="28201"/>
                  <a:pt x="34244" y="27537"/>
                </a:cubicBezTo>
                <a:cubicBezTo>
                  <a:pt x="35447" y="27197"/>
                  <a:pt x="36715" y="26976"/>
                  <a:pt x="37965" y="26976"/>
                </a:cubicBezTo>
                <a:cubicBezTo>
                  <a:pt x="39146" y="26976"/>
                  <a:pt x="40312" y="27173"/>
                  <a:pt x="41392" y="27652"/>
                </a:cubicBezTo>
                <a:lnTo>
                  <a:pt x="44623" y="25946"/>
                </a:lnTo>
                <a:cubicBezTo>
                  <a:pt x="42654" y="25892"/>
                  <a:pt x="40990" y="24267"/>
                  <a:pt x="40341" y="22406"/>
                </a:cubicBezTo>
                <a:cubicBezTo>
                  <a:pt x="39693" y="20546"/>
                  <a:pt x="39871" y="18504"/>
                  <a:pt x="40215" y="16564"/>
                </a:cubicBezTo>
                <a:cubicBezTo>
                  <a:pt x="40557" y="14624"/>
                  <a:pt x="41058" y="12692"/>
                  <a:pt x="41031" y="10722"/>
                </a:cubicBezTo>
                <a:cubicBezTo>
                  <a:pt x="40988" y="7504"/>
                  <a:pt x="39446" y="4334"/>
                  <a:pt x="36929" y="2331"/>
                </a:cubicBezTo>
                <a:cubicBezTo>
                  <a:pt x="35030" y="821"/>
                  <a:pt x="32604" y="0"/>
                  <a:pt x="30181" y="0"/>
                </a:cubicBezTo>
                <a:close/>
              </a:path>
            </a:pathLst>
          </a:custGeom>
          <a:solidFill>
            <a:srgbClr val="9485BA">
              <a:alpha val="12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9"/>
          <p:cNvSpPr txBox="1"/>
          <p:nvPr>
            <p:ph type="title"/>
          </p:nvPr>
        </p:nvSpPr>
        <p:spPr>
          <a:xfrm>
            <a:off x="2104500" y="1394250"/>
            <a:ext cx="49350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" type="subTitle"/>
          </p:nvPr>
        </p:nvSpPr>
        <p:spPr>
          <a:xfrm>
            <a:off x="2493825" y="2236050"/>
            <a:ext cx="4156500" cy="151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type="title"/>
          </p:nvPr>
        </p:nvSpPr>
        <p:spPr>
          <a:xfrm>
            <a:off x="2167300" y="3407600"/>
            <a:ext cx="6256800" cy="120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/>
          <p:nvPr/>
        </p:nvSpPr>
        <p:spPr>
          <a:xfrm rot="-10115781">
            <a:off x="-450703" y="-484520"/>
            <a:ext cx="5284187" cy="3737321"/>
          </a:xfrm>
          <a:custGeom>
            <a:rect b="b" l="l" r="r" t="t"/>
            <a:pathLst>
              <a:path extrusionOk="0" h="22264" w="31479">
                <a:moveTo>
                  <a:pt x="28893" y="0"/>
                </a:moveTo>
                <a:cubicBezTo>
                  <a:pt x="28697" y="0"/>
                  <a:pt x="28500" y="7"/>
                  <a:pt x="28304" y="21"/>
                </a:cubicBezTo>
                <a:cubicBezTo>
                  <a:pt x="24588" y="285"/>
                  <a:pt x="21237" y="2790"/>
                  <a:pt x="19458" y="6063"/>
                </a:cubicBezTo>
                <a:cubicBezTo>
                  <a:pt x="18833" y="7214"/>
                  <a:pt x="18345" y="8499"/>
                  <a:pt x="17343" y="9340"/>
                </a:cubicBezTo>
                <a:cubicBezTo>
                  <a:pt x="15676" y="10738"/>
                  <a:pt x="13239" y="10447"/>
                  <a:pt x="11077" y="10688"/>
                </a:cubicBezTo>
                <a:cubicBezTo>
                  <a:pt x="9416" y="10874"/>
                  <a:pt x="7829" y="11440"/>
                  <a:pt x="6403" y="12292"/>
                </a:cubicBezTo>
                <a:cubicBezTo>
                  <a:pt x="3702" y="13903"/>
                  <a:pt x="1573" y="16536"/>
                  <a:pt x="591" y="19541"/>
                </a:cubicBezTo>
                <a:cubicBezTo>
                  <a:pt x="300" y="20429"/>
                  <a:pt x="107" y="21341"/>
                  <a:pt x="1" y="22264"/>
                </a:cubicBezTo>
                <a:lnTo>
                  <a:pt x="31478" y="22264"/>
                </a:lnTo>
                <a:lnTo>
                  <a:pt x="31478" y="391"/>
                </a:lnTo>
                <a:cubicBezTo>
                  <a:pt x="30640" y="136"/>
                  <a:pt x="29766" y="0"/>
                  <a:pt x="28893" y="0"/>
                </a:cubicBezTo>
                <a:close/>
              </a:path>
            </a:pathLst>
          </a:custGeom>
          <a:solidFill>
            <a:srgbClr val="7968AF">
              <a:alpha val="8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1"/>
          <p:cNvSpPr/>
          <p:nvPr/>
        </p:nvSpPr>
        <p:spPr>
          <a:xfrm flipH="1" rot="9488333">
            <a:off x="5268258" y="2699429"/>
            <a:ext cx="5395488" cy="2982845"/>
          </a:xfrm>
          <a:custGeom>
            <a:rect b="b" l="l" r="r" t="t"/>
            <a:pathLst>
              <a:path extrusionOk="0" h="15700" w="32123">
                <a:moveTo>
                  <a:pt x="1" y="1"/>
                </a:moveTo>
                <a:cubicBezTo>
                  <a:pt x="256" y="226"/>
                  <a:pt x="496" y="465"/>
                  <a:pt x="718" y="716"/>
                </a:cubicBezTo>
                <a:cubicBezTo>
                  <a:pt x="2564" y="2792"/>
                  <a:pt x="3551" y="5469"/>
                  <a:pt x="4897" y="7900"/>
                </a:cubicBezTo>
                <a:cubicBezTo>
                  <a:pt x="5493" y="8975"/>
                  <a:pt x="6182" y="10021"/>
                  <a:pt x="6967" y="10981"/>
                </a:cubicBezTo>
                <a:cubicBezTo>
                  <a:pt x="8532" y="12895"/>
                  <a:pt x="10473" y="14467"/>
                  <a:pt x="12797" y="15247"/>
                </a:cubicBezTo>
                <a:cubicBezTo>
                  <a:pt x="13701" y="15550"/>
                  <a:pt x="14666" y="15700"/>
                  <a:pt x="15631" y="15700"/>
                </a:cubicBezTo>
                <a:cubicBezTo>
                  <a:pt x="18392" y="15700"/>
                  <a:pt x="21150" y="14471"/>
                  <a:pt x="22462" y="12079"/>
                </a:cubicBezTo>
                <a:cubicBezTo>
                  <a:pt x="23317" y="10523"/>
                  <a:pt x="23489" y="8701"/>
                  <a:pt x="23866" y="6966"/>
                </a:cubicBezTo>
                <a:cubicBezTo>
                  <a:pt x="24245" y="5233"/>
                  <a:pt x="24943" y="3417"/>
                  <a:pt x="26447" y="2473"/>
                </a:cubicBezTo>
                <a:cubicBezTo>
                  <a:pt x="27588" y="1757"/>
                  <a:pt x="29005" y="1663"/>
                  <a:pt x="30262" y="1177"/>
                </a:cubicBezTo>
                <a:cubicBezTo>
                  <a:pt x="30958" y="908"/>
                  <a:pt x="31583" y="502"/>
                  <a:pt x="32122" y="1"/>
                </a:cubicBezTo>
                <a:close/>
              </a:path>
            </a:pathLst>
          </a:custGeom>
          <a:solidFill>
            <a:srgbClr val="9485BA">
              <a:alpha val="246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1284000" y="948363"/>
            <a:ext cx="6576000" cy="219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subTitle"/>
          </p:nvPr>
        </p:nvSpPr>
        <p:spPr>
          <a:xfrm>
            <a:off x="2777225" y="3840713"/>
            <a:ext cx="3589500" cy="4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/>
          <p:nvPr/>
        </p:nvSpPr>
        <p:spPr>
          <a:xfrm flipH="1" rot="-6394421">
            <a:off x="3075982" y="-4092624"/>
            <a:ext cx="7445557" cy="5227057"/>
          </a:xfrm>
          <a:custGeom>
            <a:rect b="b" l="l" r="r" t="t"/>
            <a:pathLst>
              <a:path extrusionOk="0" h="31327" w="44623">
                <a:moveTo>
                  <a:pt x="30183" y="1"/>
                </a:moveTo>
                <a:cubicBezTo>
                  <a:pt x="29393" y="1"/>
                  <a:pt x="28602" y="88"/>
                  <a:pt x="27831" y="268"/>
                </a:cubicBezTo>
                <a:cubicBezTo>
                  <a:pt x="25849" y="729"/>
                  <a:pt x="23986" y="1760"/>
                  <a:pt x="21953" y="1843"/>
                </a:cubicBezTo>
                <a:cubicBezTo>
                  <a:pt x="21860" y="1847"/>
                  <a:pt x="21768" y="1848"/>
                  <a:pt x="21676" y="1848"/>
                </a:cubicBezTo>
                <a:cubicBezTo>
                  <a:pt x="19689" y="1848"/>
                  <a:pt x="17791" y="990"/>
                  <a:pt x="15828" y="630"/>
                </a:cubicBezTo>
                <a:cubicBezTo>
                  <a:pt x="15153" y="506"/>
                  <a:pt x="14470" y="446"/>
                  <a:pt x="13789" y="446"/>
                </a:cubicBezTo>
                <a:cubicBezTo>
                  <a:pt x="9549" y="446"/>
                  <a:pt x="5342" y="2763"/>
                  <a:pt x="2990" y="6331"/>
                </a:cubicBezTo>
                <a:cubicBezTo>
                  <a:pt x="260" y="10472"/>
                  <a:pt x="1" y="16027"/>
                  <a:pt x="1998" y="20567"/>
                </a:cubicBezTo>
                <a:cubicBezTo>
                  <a:pt x="3996" y="25107"/>
                  <a:pt x="8093" y="28590"/>
                  <a:pt x="12783" y="30202"/>
                </a:cubicBezTo>
                <a:cubicBezTo>
                  <a:pt x="15007" y="30967"/>
                  <a:pt x="17351" y="31327"/>
                  <a:pt x="19701" y="31327"/>
                </a:cubicBezTo>
                <a:cubicBezTo>
                  <a:pt x="22309" y="31327"/>
                  <a:pt x="24925" y="30884"/>
                  <a:pt x="27400" y="30059"/>
                </a:cubicBezTo>
                <a:cubicBezTo>
                  <a:pt x="29707" y="29290"/>
                  <a:pt x="31904" y="28201"/>
                  <a:pt x="34244" y="27538"/>
                </a:cubicBezTo>
                <a:cubicBezTo>
                  <a:pt x="35447" y="27197"/>
                  <a:pt x="36715" y="26977"/>
                  <a:pt x="37966" y="26977"/>
                </a:cubicBezTo>
                <a:cubicBezTo>
                  <a:pt x="39147" y="26977"/>
                  <a:pt x="40312" y="27174"/>
                  <a:pt x="41392" y="27652"/>
                </a:cubicBezTo>
                <a:lnTo>
                  <a:pt x="44623" y="25946"/>
                </a:lnTo>
                <a:cubicBezTo>
                  <a:pt x="42654" y="25893"/>
                  <a:pt x="40990" y="24267"/>
                  <a:pt x="40342" y="22407"/>
                </a:cubicBezTo>
                <a:cubicBezTo>
                  <a:pt x="39693" y="20547"/>
                  <a:pt x="39871" y="18504"/>
                  <a:pt x="40215" y="16565"/>
                </a:cubicBezTo>
                <a:cubicBezTo>
                  <a:pt x="40557" y="14625"/>
                  <a:pt x="41058" y="12691"/>
                  <a:pt x="41032" y="10722"/>
                </a:cubicBezTo>
                <a:cubicBezTo>
                  <a:pt x="40988" y="7505"/>
                  <a:pt x="39446" y="4335"/>
                  <a:pt x="36929" y="2332"/>
                </a:cubicBezTo>
                <a:cubicBezTo>
                  <a:pt x="35031" y="821"/>
                  <a:pt x="32605" y="1"/>
                  <a:pt x="30183" y="1"/>
                </a:cubicBezTo>
                <a:close/>
              </a:path>
            </a:pathLst>
          </a:custGeom>
          <a:solidFill>
            <a:srgbClr val="9485BA">
              <a:alpha val="93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3"/>
          <p:cNvSpPr/>
          <p:nvPr/>
        </p:nvSpPr>
        <p:spPr>
          <a:xfrm>
            <a:off x="880984" y="3451898"/>
            <a:ext cx="5633465" cy="1688944"/>
          </a:xfrm>
          <a:custGeom>
            <a:rect b="b" l="l" r="r" t="t"/>
            <a:pathLst>
              <a:path extrusionOk="0" h="12536" w="41813">
                <a:moveTo>
                  <a:pt x="41813" y="12536"/>
                </a:moveTo>
                <a:lnTo>
                  <a:pt x="0" y="12536"/>
                </a:lnTo>
                <a:cubicBezTo>
                  <a:pt x="126" y="11357"/>
                  <a:pt x="423" y="10191"/>
                  <a:pt x="854" y="9088"/>
                </a:cubicBezTo>
                <a:cubicBezTo>
                  <a:pt x="1863" y="6514"/>
                  <a:pt x="3879" y="4060"/>
                  <a:pt x="6617" y="3669"/>
                </a:cubicBezTo>
                <a:cubicBezTo>
                  <a:pt x="7797" y="3500"/>
                  <a:pt x="8957" y="3729"/>
                  <a:pt x="10080" y="4146"/>
                </a:cubicBezTo>
                <a:cubicBezTo>
                  <a:pt x="11689" y="4742"/>
                  <a:pt x="13492" y="4257"/>
                  <a:pt x="14595" y="2942"/>
                </a:cubicBezTo>
                <a:cubicBezTo>
                  <a:pt x="15375" y="2015"/>
                  <a:pt x="16378" y="1274"/>
                  <a:pt x="17504" y="828"/>
                </a:cubicBezTo>
                <a:cubicBezTo>
                  <a:pt x="19590" y="1"/>
                  <a:pt x="22055" y="203"/>
                  <a:pt x="23979" y="1357"/>
                </a:cubicBezTo>
                <a:cubicBezTo>
                  <a:pt x="24549" y="1700"/>
                  <a:pt x="25072" y="2119"/>
                  <a:pt x="25578" y="2564"/>
                </a:cubicBezTo>
                <a:cubicBezTo>
                  <a:pt x="27015" y="3831"/>
                  <a:pt x="28306" y="5313"/>
                  <a:pt x="30115" y="5863"/>
                </a:cubicBezTo>
                <a:cubicBezTo>
                  <a:pt x="31998" y="6435"/>
                  <a:pt x="34054" y="5860"/>
                  <a:pt x="35982" y="6246"/>
                </a:cubicBezTo>
                <a:cubicBezTo>
                  <a:pt x="38809" y="6811"/>
                  <a:pt x="40886" y="9391"/>
                  <a:pt x="41707" y="12153"/>
                </a:cubicBezTo>
                <a:cubicBezTo>
                  <a:pt x="41745" y="12280"/>
                  <a:pt x="41780" y="12407"/>
                  <a:pt x="41813" y="12536"/>
                </a:cubicBezTo>
              </a:path>
            </a:pathLst>
          </a:custGeom>
          <a:solidFill>
            <a:srgbClr val="7968AF">
              <a:alpha val="8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3"/>
          <p:cNvSpPr txBox="1"/>
          <p:nvPr>
            <p:ph hasCustomPrompt="1" type="title"/>
          </p:nvPr>
        </p:nvSpPr>
        <p:spPr>
          <a:xfrm>
            <a:off x="720000" y="1371634"/>
            <a:ext cx="1275300" cy="59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720000" y="2349906"/>
            <a:ext cx="2336400" cy="593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hasCustomPrompt="1" idx="2" type="title"/>
          </p:nvPr>
        </p:nvSpPr>
        <p:spPr>
          <a:xfrm>
            <a:off x="3403800" y="1371634"/>
            <a:ext cx="1275300" cy="59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/>
          <p:nvPr>
            <p:ph idx="3" type="subTitle"/>
          </p:nvPr>
        </p:nvSpPr>
        <p:spPr>
          <a:xfrm>
            <a:off x="3403800" y="2349906"/>
            <a:ext cx="2336400" cy="593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hasCustomPrompt="1" idx="4" type="title"/>
          </p:nvPr>
        </p:nvSpPr>
        <p:spPr>
          <a:xfrm>
            <a:off x="6087600" y="1371634"/>
            <a:ext cx="1275300" cy="59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/>
          <p:nvPr>
            <p:ph idx="5" type="subTitle"/>
          </p:nvPr>
        </p:nvSpPr>
        <p:spPr>
          <a:xfrm>
            <a:off x="6087600" y="2349906"/>
            <a:ext cx="2336400" cy="593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hasCustomPrompt="1" idx="6" type="title"/>
          </p:nvPr>
        </p:nvSpPr>
        <p:spPr>
          <a:xfrm>
            <a:off x="720000" y="3032050"/>
            <a:ext cx="1275300" cy="59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/>
          <p:nvPr>
            <p:ph idx="7" type="subTitle"/>
          </p:nvPr>
        </p:nvSpPr>
        <p:spPr>
          <a:xfrm>
            <a:off x="720000" y="4015108"/>
            <a:ext cx="2336400" cy="593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hasCustomPrompt="1" idx="8" type="title"/>
          </p:nvPr>
        </p:nvSpPr>
        <p:spPr>
          <a:xfrm>
            <a:off x="3403800" y="3032050"/>
            <a:ext cx="1275300" cy="59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/>
          <p:nvPr>
            <p:ph idx="9" type="subTitle"/>
          </p:nvPr>
        </p:nvSpPr>
        <p:spPr>
          <a:xfrm>
            <a:off x="3403800" y="4015108"/>
            <a:ext cx="2336400" cy="593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hasCustomPrompt="1" idx="13" type="title"/>
          </p:nvPr>
        </p:nvSpPr>
        <p:spPr>
          <a:xfrm>
            <a:off x="6087600" y="3032050"/>
            <a:ext cx="1275300" cy="59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/>
          <p:nvPr>
            <p:ph idx="14" type="subTitle"/>
          </p:nvPr>
        </p:nvSpPr>
        <p:spPr>
          <a:xfrm>
            <a:off x="6087600" y="4015108"/>
            <a:ext cx="2336400" cy="593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5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6" type="subTitle"/>
          </p:nvPr>
        </p:nvSpPr>
        <p:spPr>
          <a:xfrm>
            <a:off x="720000" y="1884400"/>
            <a:ext cx="2336400" cy="517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accent4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77" name="Google Shape;77;p13"/>
          <p:cNvSpPr txBox="1"/>
          <p:nvPr>
            <p:ph idx="17" type="subTitle"/>
          </p:nvPr>
        </p:nvSpPr>
        <p:spPr>
          <a:xfrm>
            <a:off x="3403800" y="1884400"/>
            <a:ext cx="2336400" cy="517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accent4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78" name="Google Shape;78;p13"/>
          <p:cNvSpPr txBox="1"/>
          <p:nvPr>
            <p:ph idx="18" type="subTitle"/>
          </p:nvPr>
        </p:nvSpPr>
        <p:spPr>
          <a:xfrm>
            <a:off x="6087600" y="1884400"/>
            <a:ext cx="2336400" cy="517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accent4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79" name="Google Shape;79;p13"/>
          <p:cNvSpPr txBox="1"/>
          <p:nvPr>
            <p:ph idx="19" type="subTitle"/>
          </p:nvPr>
        </p:nvSpPr>
        <p:spPr>
          <a:xfrm>
            <a:off x="715100" y="3544950"/>
            <a:ext cx="2336400" cy="517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accent4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80" name="Google Shape;80;p13"/>
          <p:cNvSpPr txBox="1"/>
          <p:nvPr>
            <p:ph idx="20" type="subTitle"/>
          </p:nvPr>
        </p:nvSpPr>
        <p:spPr>
          <a:xfrm>
            <a:off x="3403800" y="3544950"/>
            <a:ext cx="2336400" cy="517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accent4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81" name="Google Shape;81;p13"/>
          <p:cNvSpPr txBox="1"/>
          <p:nvPr>
            <p:ph idx="21" type="subTitle"/>
          </p:nvPr>
        </p:nvSpPr>
        <p:spPr>
          <a:xfrm>
            <a:off x="6087600" y="3544950"/>
            <a:ext cx="2336400" cy="517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accent4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grpSp>
        <p:nvGrpSpPr>
          <p:cNvPr id="82" name="Google Shape;82;p13"/>
          <p:cNvGrpSpPr/>
          <p:nvPr/>
        </p:nvGrpSpPr>
        <p:grpSpPr>
          <a:xfrm>
            <a:off x="517117" y="271959"/>
            <a:ext cx="663796" cy="596057"/>
            <a:chOff x="517117" y="271959"/>
            <a:chExt cx="663796" cy="596057"/>
          </a:xfrm>
        </p:grpSpPr>
        <p:grpSp>
          <p:nvGrpSpPr>
            <p:cNvPr id="83" name="Google Shape;83;p13"/>
            <p:cNvGrpSpPr/>
            <p:nvPr/>
          </p:nvGrpSpPr>
          <p:grpSpPr>
            <a:xfrm rot="-3046135">
              <a:off x="592622" y="417058"/>
              <a:ext cx="86297" cy="235902"/>
              <a:chOff x="2187550" y="-667000"/>
              <a:chExt cx="135700" cy="370950"/>
            </a:xfrm>
          </p:grpSpPr>
          <p:sp>
            <p:nvSpPr>
              <p:cNvPr id="84" name="Google Shape;84;p13"/>
              <p:cNvSpPr/>
              <p:nvPr/>
            </p:nvSpPr>
            <p:spPr>
              <a:xfrm>
                <a:off x="2187550" y="-667000"/>
                <a:ext cx="135700" cy="299650"/>
              </a:xfrm>
              <a:custGeom>
                <a:rect b="b" l="l" r="r" t="t"/>
                <a:pathLst>
                  <a:path extrusionOk="0" h="11986" w="5428">
                    <a:moveTo>
                      <a:pt x="244" y="1"/>
                    </a:moveTo>
                    <a:cubicBezTo>
                      <a:pt x="241" y="1"/>
                      <a:pt x="237" y="1"/>
                      <a:pt x="235" y="2"/>
                    </a:cubicBezTo>
                    <a:cubicBezTo>
                      <a:pt x="1" y="55"/>
                      <a:pt x="2223" y="2491"/>
                      <a:pt x="2782" y="5293"/>
                    </a:cubicBezTo>
                    <a:cubicBezTo>
                      <a:pt x="3341" y="8081"/>
                      <a:pt x="2987" y="11986"/>
                      <a:pt x="3274" y="11986"/>
                    </a:cubicBezTo>
                    <a:cubicBezTo>
                      <a:pt x="3275" y="11986"/>
                      <a:pt x="3277" y="11986"/>
                      <a:pt x="3278" y="11985"/>
                    </a:cubicBezTo>
                    <a:cubicBezTo>
                      <a:pt x="3560" y="11945"/>
                      <a:pt x="5427" y="7910"/>
                      <a:pt x="4554" y="5006"/>
                    </a:cubicBezTo>
                    <a:cubicBezTo>
                      <a:pt x="3691" y="2135"/>
                      <a:pt x="544" y="1"/>
                      <a:pt x="2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13"/>
              <p:cNvSpPr/>
              <p:nvPr/>
            </p:nvSpPr>
            <p:spPr>
              <a:xfrm>
                <a:off x="2246900" y="-583625"/>
                <a:ext cx="25825" cy="93475"/>
              </a:xfrm>
              <a:custGeom>
                <a:rect b="b" l="l" r="r" t="t"/>
                <a:pathLst>
                  <a:path extrusionOk="0" h="3739" w="1033">
                    <a:moveTo>
                      <a:pt x="81" y="0"/>
                    </a:moveTo>
                    <a:lnTo>
                      <a:pt x="1" y="36"/>
                    </a:lnTo>
                    <a:cubicBezTo>
                      <a:pt x="1" y="36"/>
                      <a:pt x="82" y="262"/>
                      <a:pt x="204" y="603"/>
                    </a:cubicBezTo>
                    <a:cubicBezTo>
                      <a:pt x="236" y="687"/>
                      <a:pt x="271" y="777"/>
                      <a:pt x="307" y="874"/>
                    </a:cubicBezTo>
                    <a:cubicBezTo>
                      <a:pt x="346" y="969"/>
                      <a:pt x="369" y="1077"/>
                      <a:pt x="405" y="1182"/>
                    </a:cubicBezTo>
                    <a:cubicBezTo>
                      <a:pt x="472" y="1396"/>
                      <a:pt x="544" y="1625"/>
                      <a:pt x="615" y="1853"/>
                    </a:cubicBezTo>
                    <a:cubicBezTo>
                      <a:pt x="668" y="2084"/>
                      <a:pt x="719" y="2316"/>
                      <a:pt x="768" y="2533"/>
                    </a:cubicBezTo>
                    <a:cubicBezTo>
                      <a:pt x="788" y="2643"/>
                      <a:pt x="827" y="2744"/>
                      <a:pt x="834" y="2848"/>
                    </a:cubicBezTo>
                    <a:cubicBezTo>
                      <a:pt x="846" y="2951"/>
                      <a:pt x="856" y="3049"/>
                      <a:pt x="867" y="3139"/>
                    </a:cubicBezTo>
                    <a:cubicBezTo>
                      <a:pt x="914" y="3498"/>
                      <a:pt x="945" y="3738"/>
                      <a:pt x="945" y="3738"/>
                    </a:cubicBezTo>
                    <a:lnTo>
                      <a:pt x="1033" y="3730"/>
                    </a:lnTo>
                    <a:cubicBezTo>
                      <a:pt x="1033" y="3730"/>
                      <a:pt x="1024" y="3489"/>
                      <a:pt x="1010" y="3127"/>
                    </a:cubicBezTo>
                    <a:cubicBezTo>
                      <a:pt x="1006" y="3037"/>
                      <a:pt x="1000" y="2938"/>
                      <a:pt x="993" y="2835"/>
                    </a:cubicBezTo>
                    <a:cubicBezTo>
                      <a:pt x="993" y="2731"/>
                      <a:pt x="960" y="2623"/>
                      <a:pt x="940" y="2511"/>
                    </a:cubicBezTo>
                    <a:cubicBezTo>
                      <a:pt x="894" y="2285"/>
                      <a:pt x="845" y="2044"/>
                      <a:pt x="795" y="1804"/>
                    </a:cubicBezTo>
                    <a:cubicBezTo>
                      <a:pt x="718" y="1574"/>
                      <a:pt x="642" y="1342"/>
                      <a:pt x="569" y="1127"/>
                    </a:cubicBezTo>
                    <a:cubicBezTo>
                      <a:pt x="532" y="1018"/>
                      <a:pt x="501" y="912"/>
                      <a:pt x="456" y="818"/>
                    </a:cubicBezTo>
                    <a:cubicBezTo>
                      <a:pt x="414" y="722"/>
                      <a:pt x="374" y="632"/>
                      <a:pt x="337" y="549"/>
                    </a:cubicBezTo>
                    <a:cubicBezTo>
                      <a:pt x="183" y="219"/>
                      <a:pt x="81" y="0"/>
                      <a:pt x="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13"/>
              <p:cNvSpPr/>
              <p:nvPr/>
            </p:nvSpPr>
            <p:spPr>
              <a:xfrm>
                <a:off x="2241900" y="-334675"/>
                <a:ext cx="41850" cy="38625"/>
              </a:xfrm>
              <a:custGeom>
                <a:rect b="b" l="l" r="r" t="t"/>
                <a:pathLst>
                  <a:path extrusionOk="0" h="1545" w="1674">
                    <a:moveTo>
                      <a:pt x="924" y="0"/>
                    </a:moveTo>
                    <a:cubicBezTo>
                      <a:pt x="297" y="0"/>
                      <a:pt x="0" y="1190"/>
                      <a:pt x="767" y="1501"/>
                    </a:cubicBezTo>
                    <a:cubicBezTo>
                      <a:pt x="839" y="1531"/>
                      <a:pt x="906" y="1544"/>
                      <a:pt x="968" y="1544"/>
                    </a:cubicBezTo>
                    <a:cubicBezTo>
                      <a:pt x="1598" y="1544"/>
                      <a:pt x="1673" y="150"/>
                      <a:pt x="1035" y="13"/>
                    </a:cubicBezTo>
                    <a:cubicBezTo>
                      <a:pt x="997" y="4"/>
                      <a:pt x="960" y="0"/>
                      <a:pt x="9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7" name="Google Shape;87;p13"/>
            <p:cNvGrpSpPr/>
            <p:nvPr/>
          </p:nvGrpSpPr>
          <p:grpSpPr>
            <a:xfrm>
              <a:off x="715222" y="637502"/>
              <a:ext cx="245491" cy="230514"/>
              <a:chOff x="1833125" y="-1256125"/>
              <a:chExt cx="283150" cy="265875"/>
            </a:xfrm>
          </p:grpSpPr>
          <p:sp>
            <p:nvSpPr>
              <p:cNvPr id="88" name="Google Shape;88;p13"/>
              <p:cNvSpPr/>
              <p:nvPr/>
            </p:nvSpPr>
            <p:spPr>
              <a:xfrm>
                <a:off x="1833125" y="-1256125"/>
                <a:ext cx="283150" cy="265875"/>
              </a:xfrm>
              <a:custGeom>
                <a:rect b="b" l="l" r="r" t="t"/>
                <a:pathLst>
                  <a:path extrusionOk="0" h="10635" w="11326">
                    <a:moveTo>
                      <a:pt x="4274" y="1"/>
                    </a:moveTo>
                    <a:cubicBezTo>
                      <a:pt x="4225" y="1"/>
                      <a:pt x="4179" y="10"/>
                      <a:pt x="4137" y="29"/>
                    </a:cubicBezTo>
                    <a:cubicBezTo>
                      <a:pt x="3416" y="349"/>
                      <a:pt x="3871" y="3263"/>
                      <a:pt x="3687" y="3430"/>
                    </a:cubicBezTo>
                    <a:cubicBezTo>
                      <a:pt x="3504" y="3598"/>
                      <a:pt x="1" y="3518"/>
                      <a:pt x="1" y="4388"/>
                    </a:cubicBezTo>
                    <a:cubicBezTo>
                      <a:pt x="2" y="4908"/>
                      <a:pt x="3404" y="6362"/>
                      <a:pt x="3422" y="6664"/>
                    </a:cubicBezTo>
                    <a:cubicBezTo>
                      <a:pt x="3438" y="6966"/>
                      <a:pt x="3258" y="10635"/>
                      <a:pt x="4044" y="10635"/>
                    </a:cubicBezTo>
                    <a:cubicBezTo>
                      <a:pt x="4044" y="10635"/>
                      <a:pt x="4044" y="10635"/>
                      <a:pt x="4044" y="10635"/>
                    </a:cubicBezTo>
                    <a:cubicBezTo>
                      <a:pt x="4697" y="10634"/>
                      <a:pt x="6170" y="7986"/>
                      <a:pt x="6421" y="7936"/>
                    </a:cubicBezTo>
                    <a:cubicBezTo>
                      <a:pt x="6425" y="7935"/>
                      <a:pt x="6430" y="7934"/>
                      <a:pt x="6436" y="7934"/>
                    </a:cubicBezTo>
                    <a:cubicBezTo>
                      <a:pt x="6734" y="7934"/>
                      <a:pt x="9058" y="9063"/>
                      <a:pt x="9794" y="9063"/>
                    </a:cubicBezTo>
                    <a:cubicBezTo>
                      <a:pt x="9887" y="9063"/>
                      <a:pt x="9955" y="9045"/>
                      <a:pt x="9990" y="9004"/>
                    </a:cubicBezTo>
                    <a:cubicBezTo>
                      <a:pt x="10308" y="8635"/>
                      <a:pt x="8597" y="5756"/>
                      <a:pt x="8831" y="5405"/>
                    </a:cubicBezTo>
                    <a:cubicBezTo>
                      <a:pt x="9065" y="5051"/>
                      <a:pt x="11325" y="2420"/>
                      <a:pt x="11107" y="1984"/>
                    </a:cubicBezTo>
                    <a:cubicBezTo>
                      <a:pt x="11064" y="1899"/>
                      <a:pt x="10881" y="1865"/>
                      <a:pt x="10613" y="1865"/>
                    </a:cubicBezTo>
                    <a:cubicBezTo>
                      <a:pt x="9595" y="1865"/>
                      <a:pt x="7345" y="2350"/>
                      <a:pt x="6826" y="2350"/>
                    </a:cubicBezTo>
                    <a:cubicBezTo>
                      <a:pt x="6784" y="2350"/>
                      <a:pt x="6753" y="2347"/>
                      <a:pt x="6735" y="2340"/>
                    </a:cubicBezTo>
                    <a:cubicBezTo>
                      <a:pt x="6467" y="2230"/>
                      <a:pt x="5042" y="1"/>
                      <a:pt x="427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13"/>
              <p:cNvSpPr/>
              <p:nvPr/>
            </p:nvSpPr>
            <p:spPr>
              <a:xfrm>
                <a:off x="1926950" y="-1092125"/>
                <a:ext cx="9850" cy="43675"/>
              </a:xfrm>
              <a:custGeom>
                <a:rect b="b" l="l" r="r" t="t"/>
                <a:pathLst>
                  <a:path extrusionOk="0" h="1747" w="394">
                    <a:moveTo>
                      <a:pt x="227" y="1"/>
                    </a:moveTo>
                    <a:cubicBezTo>
                      <a:pt x="227" y="1"/>
                      <a:pt x="183" y="103"/>
                      <a:pt x="135" y="267"/>
                    </a:cubicBezTo>
                    <a:cubicBezTo>
                      <a:pt x="84" y="429"/>
                      <a:pt x="41" y="654"/>
                      <a:pt x="0" y="878"/>
                    </a:cubicBezTo>
                    <a:cubicBezTo>
                      <a:pt x="6" y="1095"/>
                      <a:pt x="16" y="1313"/>
                      <a:pt x="41" y="1475"/>
                    </a:cubicBezTo>
                    <a:cubicBezTo>
                      <a:pt x="63" y="1639"/>
                      <a:pt x="92" y="1747"/>
                      <a:pt x="92" y="1747"/>
                    </a:cubicBezTo>
                    <a:lnTo>
                      <a:pt x="252" y="1746"/>
                    </a:lnTo>
                    <a:cubicBezTo>
                      <a:pt x="252" y="1746"/>
                      <a:pt x="281" y="1637"/>
                      <a:pt x="302" y="1474"/>
                    </a:cubicBezTo>
                    <a:cubicBezTo>
                      <a:pt x="325" y="1311"/>
                      <a:pt x="333" y="1093"/>
                      <a:pt x="338" y="876"/>
                    </a:cubicBezTo>
                    <a:cubicBezTo>
                      <a:pt x="366" y="672"/>
                      <a:pt x="390" y="468"/>
                      <a:pt x="391" y="308"/>
                    </a:cubicBezTo>
                    <a:cubicBezTo>
                      <a:pt x="393" y="151"/>
                      <a:pt x="382" y="38"/>
                      <a:pt x="382" y="38"/>
                    </a:cubicBezTo>
                    <a:lnTo>
                      <a:pt x="2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13"/>
              <p:cNvSpPr/>
              <p:nvPr/>
            </p:nvSpPr>
            <p:spPr>
              <a:xfrm>
                <a:off x="1994950" y="-1081800"/>
                <a:ext cx="52675" cy="25025"/>
              </a:xfrm>
              <a:custGeom>
                <a:rect b="b" l="l" r="r" t="t"/>
                <a:pathLst>
                  <a:path extrusionOk="0" h="1001" w="2107">
                    <a:moveTo>
                      <a:pt x="62" y="1"/>
                    </a:moveTo>
                    <a:lnTo>
                      <a:pt x="0" y="148"/>
                    </a:lnTo>
                    <a:cubicBezTo>
                      <a:pt x="0" y="148"/>
                      <a:pt x="117" y="228"/>
                      <a:pt x="301" y="327"/>
                    </a:cubicBezTo>
                    <a:cubicBezTo>
                      <a:pt x="483" y="429"/>
                      <a:pt x="735" y="545"/>
                      <a:pt x="989" y="656"/>
                    </a:cubicBezTo>
                    <a:cubicBezTo>
                      <a:pt x="1246" y="758"/>
                      <a:pt x="1505" y="856"/>
                      <a:pt x="1706" y="914"/>
                    </a:cubicBezTo>
                    <a:cubicBezTo>
                      <a:pt x="1906" y="974"/>
                      <a:pt x="2045" y="1000"/>
                      <a:pt x="2045" y="1000"/>
                    </a:cubicBezTo>
                    <a:lnTo>
                      <a:pt x="2106" y="853"/>
                    </a:lnTo>
                    <a:cubicBezTo>
                      <a:pt x="2106" y="853"/>
                      <a:pt x="1990" y="773"/>
                      <a:pt x="1806" y="673"/>
                    </a:cubicBezTo>
                    <a:cubicBezTo>
                      <a:pt x="1624" y="571"/>
                      <a:pt x="1372" y="456"/>
                      <a:pt x="1119" y="345"/>
                    </a:cubicBezTo>
                    <a:cubicBezTo>
                      <a:pt x="860" y="243"/>
                      <a:pt x="602" y="145"/>
                      <a:pt x="401" y="88"/>
                    </a:cubicBezTo>
                    <a:cubicBezTo>
                      <a:pt x="200" y="28"/>
                      <a:pt x="62" y="1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" name="Google Shape;91;p13"/>
            <p:cNvGrpSpPr/>
            <p:nvPr/>
          </p:nvGrpSpPr>
          <p:grpSpPr>
            <a:xfrm rot="460689">
              <a:off x="742906" y="278762"/>
              <a:ext cx="117651" cy="235784"/>
              <a:chOff x="2523825" y="-685025"/>
              <a:chExt cx="214450" cy="429700"/>
            </a:xfrm>
          </p:grpSpPr>
          <p:sp>
            <p:nvSpPr>
              <p:cNvPr id="92" name="Google Shape;92;p13"/>
              <p:cNvSpPr/>
              <p:nvPr/>
            </p:nvSpPr>
            <p:spPr>
              <a:xfrm>
                <a:off x="2523825" y="-685025"/>
                <a:ext cx="214450" cy="429700"/>
              </a:xfrm>
              <a:custGeom>
                <a:rect b="b" l="l" r="r" t="t"/>
                <a:pathLst>
                  <a:path extrusionOk="0" h="17188" w="8578">
                    <a:moveTo>
                      <a:pt x="5865" y="1"/>
                    </a:moveTo>
                    <a:cubicBezTo>
                      <a:pt x="3874" y="1"/>
                      <a:pt x="1160" y="3325"/>
                      <a:pt x="683" y="6656"/>
                    </a:cubicBezTo>
                    <a:cubicBezTo>
                      <a:pt x="1" y="11412"/>
                      <a:pt x="4331" y="17188"/>
                      <a:pt x="4921" y="17188"/>
                    </a:cubicBezTo>
                    <a:cubicBezTo>
                      <a:pt x="4929" y="17188"/>
                      <a:pt x="4936" y="17187"/>
                      <a:pt x="4943" y="17185"/>
                    </a:cubicBezTo>
                    <a:cubicBezTo>
                      <a:pt x="4943" y="17185"/>
                      <a:pt x="2597" y="11715"/>
                      <a:pt x="3742" y="7505"/>
                    </a:cubicBezTo>
                    <a:cubicBezTo>
                      <a:pt x="4341" y="5296"/>
                      <a:pt x="8577" y="1210"/>
                      <a:pt x="6596" y="175"/>
                    </a:cubicBezTo>
                    <a:cubicBezTo>
                      <a:pt x="6369" y="57"/>
                      <a:pt x="6123" y="1"/>
                      <a:pt x="586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13"/>
              <p:cNvSpPr/>
              <p:nvPr/>
            </p:nvSpPr>
            <p:spPr>
              <a:xfrm>
                <a:off x="2644975" y="-677100"/>
                <a:ext cx="45350" cy="106150"/>
              </a:xfrm>
              <a:custGeom>
                <a:rect b="b" l="l" r="r" t="t"/>
                <a:pathLst>
                  <a:path extrusionOk="0" h="4246" w="1814">
                    <a:moveTo>
                      <a:pt x="1347" y="0"/>
                    </a:moveTo>
                    <a:lnTo>
                      <a:pt x="1259" y="62"/>
                    </a:lnTo>
                    <a:cubicBezTo>
                      <a:pt x="1259" y="62"/>
                      <a:pt x="1299" y="124"/>
                      <a:pt x="1367" y="234"/>
                    </a:cubicBezTo>
                    <a:cubicBezTo>
                      <a:pt x="1405" y="289"/>
                      <a:pt x="1447" y="356"/>
                      <a:pt x="1473" y="435"/>
                    </a:cubicBezTo>
                    <a:cubicBezTo>
                      <a:pt x="1504" y="515"/>
                      <a:pt x="1547" y="598"/>
                      <a:pt x="1563" y="704"/>
                    </a:cubicBezTo>
                    <a:cubicBezTo>
                      <a:pt x="1574" y="755"/>
                      <a:pt x="1588" y="808"/>
                      <a:pt x="1598" y="863"/>
                    </a:cubicBezTo>
                    <a:cubicBezTo>
                      <a:pt x="1600" y="920"/>
                      <a:pt x="1602" y="978"/>
                      <a:pt x="1604" y="1038"/>
                    </a:cubicBezTo>
                    <a:cubicBezTo>
                      <a:pt x="1610" y="1097"/>
                      <a:pt x="1602" y="1159"/>
                      <a:pt x="1593" y="1222"/>
                    </a:cubicBezTo>
                    <a:cubicBezTo>
                      <a:pt x="1582" y="1284"/>
                      <a:pt x="1585" y="1349"/>
                      <a:pt x="1566" y="1413"/>
                    </a:cubicBezTo>
                    <a:cubicBezTo>
                      <a:pt x="1536" y="1542"/>
                      <a:pt x="1501" y="1674"/>
                      <a:pt x="1445" y="1804"/>
                    </a:cubicBezTo>
                    <a:cubicBezTo>
                      <a:pt x="1400" y="1937"/>
                      <a:pt x="1328" y="2065"/>
                      <a:pt x="1265" y="2194"/>
                    </a:cubicBezTo>
                    <a:cubicBezTo>
                      <a:pt x="1132" y="2451"/>
                      <a:pt x="972" y="2697"/>
                      <a:pt x="817" y="2925"/>
                    </a:cubicBezTo>
                    <a:cubicBezTo>
                      <a:pt x="661" y="3155"/>
                      <a:pt x="515" y="3369"/>
                      <a:pt x="390" y="3553"/>
                    </a:cubicBezTo>
                    <a:cubicBezTo>
                      <a:pt x="139" y="3923"/>
                      <a:pt x="0" y="4191"/>
                      <a:pt x="0" y="4191"/>
                    </a:cubicBezTo>
                    <a:lnTo>
                      <a:pt x="91" y="4246"/>
                    </a:lnTo>
                    <a:cubicBezTo>
                      <a:pt x="91" y="4246"/>
                      <a:pt x="259" y="4004"/>
                      <a:pt x="532" y="3655"/>
                    </a:cubicBezTo>
                    <a:cubicBezTo>
                      <a:pt x="802" y="3303"/>
                      <a:pt x="1173" y="2833"/>
                      <a:pt x="1464" y="2299"/>
                    </a:cubicBezTo>
                    <a:cubicBezTo>
                      <a:pt x="1531" y="2162"/>
                      <a:pt x="1602" y="2027"/>
                      <a:pt x="1650" y="1883"/>
                    </a:cubicBezTo>
                    <a:cubicBezTo>
                      <a:pt x="1707" y="1742"/>
                      <a:pt x="1743" y="1596"/>
                      <a:pt x="1773" y="1453"/>
                    </a:cubicBezTo>
                    <a:cubicBezTo>
                      <a:pt x="1794" y="1309"/>
                      <a:pt x="1814" y="1166"/>
                      <a:pt x="1799" y="1032"/>
                    </a:cubicBezTo>
                    <a:cubicBezTo>
                      <a:pt x="1792" y="964"/>
                      <a:pt x="1786" y="899"/>
                      <a:pt x="1780" y="835"/>
                    </a:cubicBezTo>
                    <a:cubicBezTo>
                      <a:pt x="1766" y="773"/>
                      <a:pt x="1747" y="715"/>
                      <a:pt x="1732" y="658"/>
                    </a:cubicBezTo>
                    <a:cubicBezTo>
                      <a:pt x="1708" y="543"/>
                      <a:pt x="1650" y="447"/>
                      <a:pt x="1605" y="361"/>
                    </a:cubicBezTo>
                    <a:cubicBezTo>
                      <a:pt x="1564" y="272"/>
                      <a:pt x="1516" y="210"/>
                      <a:pt x="1475" y="160"/>
                    </a:cubicBezTo>
                    <a:cubicBezTo>
                      <a:pt x="1394" y="58"/>
                      <a:pt x="1347" y="0"/>
                      <a:pt x="13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13"/>
              <p:cNvSpPr/>
              <p:nvPr/>
            </p:nvSpPr>
            <p:spPr>
              <a:xfrm>
                <a:off x="2594325" y="-518425"/>
                <a:ext cx="18675" cy="136625"/>
              </a:xfrm>
              <a:custGeom>
                <a:rect b="b" l="l" r="r" t="t"/>
                <a:pathLst>
                  <a:path extrusionOk="0" h="5465" w="747">
                    <a:moveTo>
                      <a:pt x="647" y="0"/>
                    </a:moveTo>
                    <a:cubicBezTo>
                      <a:pt x="647" y="0"/>
                      <a:pt x="612" y="80"/>
                      <a:pt x="550" y="218"/>
                    </a:cubicBezTo>
                    <a:cubicBezTo>
                      <a:pt x="518" y="287"/>
                      <a:pt x="481" y="371"/>
                      <a:pt x="438" y="467"/>
                    </a:cubicBezTo>
                    <a:cubicBezTo>
                      <a:pt x="390" y="561"/>
                      <a:pt x="352" y="675"/>
                      <a:pt x="317" y="804"/>
                    </a:cubicBezTo>
                    <a:cubicBezTo>
                      <a:pt x="281" y="931"/>
                      <a:pt x="241" y="1069"/>
                      <a:pt x="198" y="1216"/>
                    </a:cubicBezTo>
                    <a:cubicBezTo>
                      <a:pt x="159" y="1362"/>
                      <a:pt x="138" y="1519"/>
                      <a:pt x="109" y="1681"/>
                    </a:cubicBezTo>
                    <a:cubicBezTo>
                      <a:pt x="80" y="1844"/>
                      <a:pt x="50" y="2011"/>
                      <a:pt x="42" y="2183"/>
                    </a:cubicBezTo>
                    <a:cubicBezTo>
                      <a:pt x="28" y="2355"/>
                      <a:pt x="14" y="2530"/>
                      <a:pt x="0" y="2704"/>
                    </a:cubicBezTo>
                    <a:cubicBezTo>
                      <a:pt x="2" y="2879"/>
                      <a:pt x="5" y="3055"/>
                      <a:pt x="7" y="3227"/>
                    </a:cubicBezTo>
                    <a:cubicBezTo>
                      <a:pt x="3" y="3399"/>
                      <a:pt x="21" y="3568"/>
                      <a:pt x="35" y="3731"/>
                    </a:cubicBezTo>
                    <a:cubicBezTo>
                      <a:pt x="54" y="4059"/>
                      <a:pt x="110" y="4360"/>
                      <a:pt x="156" y="4618"/>
                    </a:cubicBezTo>
                    <a:cubicBezTo>
                      <a:pt x="193" y="4878"/>
                      <a:pt x="270" y="5085"/>
                      <a:pt x="305" y="5233"/>
                    </a:cubicBezTo>
                    <a:cubicBezTo>
                      <a:pt x="345" y="5380"/>
                      <a:pt x="368" y="5464"/>
                      <a:pt x="368" y="5464"/>
                    </a:cubicBezTo>
                    <a:lnTo>
                      <a:pt x="471" y="5436"/>
                    </a:lnTo>
                    <a:cubicBezTo>
                      <a:pt x="471" y="5436"/>
                      <a:pt x="455" y="5351"/>
                      <a:pt x="428" y="5203"/>
                    </a:cubicBezTo>
                    <a:cubicBezTo>
                      <a:pt x="404" y="5054"/>
                      <a:pt x="352" y="4846"/>
                      <a:pt x="328" y="4590"/>
                    </a:cubicBezTo>
                    <a:cubicBezTo>
                      <a:pt x="311" y="4462"/>
                      <a:pt x="294" y="4324"/>
                      <a:pt x="276" y="4178"/>
                    </a:cubicBezTo>
                    <a:cubicBezTo>
                      <a:pt x="259" y="4032"/>
                      <a:pt x="259" y="3876"/>
                      <a:pt x="244" y="3716"/>
                    </a:cubicBezTo>
                    <a:cubicBezTo>
                      <a:pt x="233" y="3556"/>
                      <a:pt x="219" y="3391"/>
                      <a:pt x="225" y="3222"/>
                    </a:cubicBezTo>
                    <a:cubicBezTo>
                      <a:pt x="225" y="3054"/>
                      <a:pt x="226" y="2883"/>
                      <a:pt x="227" y="2712"/>
                    </a:cubicBezTo>
                    <a:cubicBezTo>
                      <a:pt x="238" y="2541"/>
                      <a:pt x="249" y="2371"/>
                      <a:pt x="260" y="2203"/>
                    </a:cubicBezTo>
                    <a:cubicBezTo>
                      <a:pt x="265" y="2035"/>
                      <a:pt x="291" y="1871"/>
                      <a:pt x="317" y="1713"/>
                    </a:cubicBezTo>
                    <a:cubicBezTo>
                      <a:pt x="345" y="1556"/>
                      <a:pt x="358" y="1401"/>
                      <a:pt x="387" y="1259"/>
                    </a:cubicBezTo>
                    <a:cubicBezTo>
                      <a:pt x="421" y="1117"/>
                      <a:pt x="454" y="983"/>
                      <a:pt x="483" y="860"/>
                    </a:cubicBezTo>
                    <a:cubicBezTo>
                      <a:pt x="511" y="736"/>
                      <a:pt x="537" y="622"/>
                      <a:pt x="578" y="523"/>
                    </a:cubicBezTo>
                    <a:cubicBezTo>
                      <a:pt x="613" y="423"/>
                      <a:pt x="643" y="336"/>
                      <a:pt x="668" y="265"/>
                    </a:cubicBezTo>
                    <a:cubicBezTo>
                      <a:pt x="717" y="122"/>
                      <a:pt x="746" y="40"/>
                      <a:pt x="746" y="40"/>
                    </a:cubicBezTo>
                    <a:lnTo>
                      <a:pt x="64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" name="Google Shape;95;p13"/>
            <p:cNvGrpSpPr/>
            <p:nvPr/>
          </p:nvGrpSpPr>
          <p:grpSpPr>
            <a:xfrm>
              <a:off x="875230" y="352240"/>
              <a:ext cx="305683" cy="264869"/>
              <a:chOff x="3360325" y="-1226900"/>
              <a:chExt cx="352575" cy="305500"/>
            </a:xfrm>
          </p:grpSpPr>
          <p:sp>
            <p:nvSpPr>
              <p:cNvPr id="96" name="Google Shape;96;p13"/>
              <p:cNvSpPr/>
              <p:nvPr/>
            </p:nvSpPr>
            <p:spPr>
              <a:xfrm>
                <a:off x="3360325" y="-1226900"/>
                <a:ext cx="352575" cy="305500"/>
              </a:xfrm>
              <a:custGeom>
                <a:rect b="b" l="l" r="r" t="t"/>
                <a:pathLst>
                  <a:path extrusionOk="0" h="12220" w="14103">
                    <a:moveTo>
                      <a:pt x="7119" y="0"/>
                    </a:moveTo>
                    <a:cubicBezTo>
                      <a:pt x="6383" y="0"/>
                      <a:pt x="5620" y="187"/>
                      <a:pt x="4860" y="602"/>
                    </a:cubicBezTo>
                    <a:cubicBezTo>
                      <a:pt x="114" y="3202"/>
                      <a:pt x="2100" y="7449"/>
                      <a:pt x="2216" y="7599"/>
                    </a:cubicBezTo>
                    <a:cubicBezTo>
                      <a:pt x="2330" y="7749"/>
                      <a:pt x="0" y="11933"/>
                      <a:pt x="122" y="12163"/>
                    </a:cubicBezTo>
                    <a:cubicBezTo>
                      <a:pt x="143" y="12202"/>
                      <a:pt x="211" y="12220"/>
                      <a:pt x="316" y="12220"/>
                    </a:cubicBezTo>
                    <a:cubicBezTo>
                      <a:pt x="1103" y="12220"/>
                      <a:pt x="3953" y="11221"/>
                      <a:pt x="4169" y="11091"/>
                    </a:cubicBezTo>
                    <a:cubicBezTo>
                      <a:pt x="4174" y="11088"/>
                      <a:pt x="4183" y="11086"/>
                      <a:pt x="4193" y="11086"/>
                    </a:cubicBezTo>
                    <a:cubicBezTo>
                      <a:pt x="4445" y="11086"/>
                      <a:pt x="6070" y="11967"/>
                      <a:pt x="7881" y="11967"/>
                    </a:cubicBezTo>
                    <a:cubicBezTo>
                      <a:pt x="9363" y="11967"/>
                      <a:pt x="10968" y="11377"/>
                      <a:pt x="12045" y="9233"/>
                    </a:cubicBezTo>
                    <a:cubicBezTo>
                      <a:pt x="14102" y="5139"/>
                      <a:pt x="10983" y="0"/>
                      <a:pt x="71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13"/>
              <p:cNvSpPr/>
              <p:nvPr/>
            </p:nvSpPr>
            <p:spPr>
              <a:xfrm>
                <a:off x="3472025" y="-963650"/>
                <a:ext cx="156150" cy="28550"/>
              </a:xfrm>
              <a:custGeom>
                <a:rect b="b" l="l" r="r" t="t"/>
                <a:pathLst>
                  <a:path extrusionOk="0" h="1142" w="6246">
                    <a:moveTo>
                      <a:pt x="53" y="0"/>
                    </a:moveTo>
                    <a:cubicBezTo>
                      <a:pt x="24" y="0"/>
                      <a:pt x="0" y="40"/>
                      <a:pt x="26" y="65"/>
                    </a:cubicBezTo>
                    <a:cubicBezTo>
                      <a:pt x="430" y="446"/>
                      <a:pt x="926" y="725"/>
                      <a:pt x="1454" y="898"/>
                    </a:cubicBezTo>
                    <a:cubicBezTo>
                      <a:pt x="1968" y="1062"/>
                      <a:pt x="2508" y="1142"/>
                      <a:pt x="3048" y="1142"/>
                    </a:cubicBezTo>
                    <a:cubicBezTo>
                      <a:pt x="4172" y="1142"/>
                      <a:pt x="5300" y="798"/>
                      <a:pt x="6213" y="150"/>
                    </a:cubicBezTo>
                    <a:cubicBezTo>
                      <a:pt x="6246" y="128"/>
                      <a:pt x="6221" y="83"/>
                      <a:pt x="6190" y="83"/>
                    </a:cubicBezTo>
                    <a:cubicBezTo>
                      <a:pt x="6184" y="83"/>
                      <a:pt x="6177" y="85"/>
                      <a:pt x="6171" y="89"/>
                    </a:cubicBezTo>
                    <a:cubicBezTo>
                      <a:pt x="5252" y="662"/>
                      <a:pt x="4128" y="991"/>
                      <a:pt x="3020" y="991"/>
                    </a:cubicBezTo>
                    <a:cubicBezTo>
                      <a:pt x="1958" y="991"/>
                      <a:pt x="912" y="689"/>
                      <a:pt x="76" y="10"/>
                    </a:cubicBezTo>
                    <a:cubicBezTo>
                      <a:pt x="69" y="3"/>
                      <a:pt x="60" y="0"/>
                      <a:pt x="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13"/>
              <p:cNvSpPr/>
              <p:nvPr/>
            </p:nvSpPr>
            <p:spPr>
              <a:xfrm>
                <a:off x="3418000" y="-953975"/>
                <a:ext cx="34400" cy="14725"/>
              </a:xfrm>
              <a:custGeom>
                <a:rect b="b" l="l" r="r" t="t"/>
                <a:pathLst>
                  <a:path extrusionOk="0" h="589" w="1376">
                    <a:moveTo>
                      <a:pt x="1335" y="0"/>
                    </a:moveTo>
                    <a:cubicBezTo>
                      <a:pt x="1332" y="0"/>
                      <a:pt x="1329" y="1"/>
                      <a:pt x="1326" y="2"/>
                    </a:cubicBezTo>
                    <a:cubicBezTo>
                      <a:pt x="877" y="121"/>
                      <a:pt x="441" y="294"/>
                      <a:pt x="34" y="518"/>
                    </a:cubicBezTo>
                    <a:cubicBezTo>
                      <a:pt x="1" y="537"/>
                      <a:pt x="19" y="589"/>
                      <a:pt x="53" y="589"/>
                    </a:cubicBezTo>
                    <a:cubicBezTo>
                      <a:pt x="57" y="589"/>
                      <a:pt x="61" y="588"/>
                      <a:pt x="65" y="587"/>
                    </a:cubicBezTo>
                    <a:cubicBezTo>
                      <a:pt x="515" y="469"/>
                      <a:pt x="942" y="296"/>
                      <a:pt x="1351" y="71"/>
                    </a:cubicBezTo>
                    <a:cubicBezTo>
                      <a:pt x="1367" y="64"/>
                      <a:pt x="1375" y="46"/>
                      <a:pt x="1371" y="29"/>
                    </a:cubicBezTo>
                    <a:cubicBezTo>
                      <a:pt x="1367" y="12"/>
                      <a:pt x="1352" y="0"/>
                      <a:pt x="13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13"/>
              <p:cNvSpPr/>
              <p:nvPr/>
            </p:nvSpPr>
            <p:spPr>
              <a:xfrm>
                <a:off x="3416250" y="-1193975"/>
                <a:ext cx="66100" cy="82075"/>
              </a:xfrm>
              <a:custGeom>
                <a:rect b="b" l="l" r="r" t="t"/>
                <a:pathLst>
                  <a:path extrusionOk="0" h="3283" w="2644">
                    <a:moveTo>
                      <a:pt x="2592" y="1"/>
                    </a:moveTo>
                    <a:cubicBezTo>
                      <a:pt x="2589" y="1"/>
                      <a:pt x="2586" y="1"/>
                      <a:pt x="2582" y="2"/>
                    </a:cubicBezTo>
                    <a:cubicBezTo>
                      <a:pt x="1131" y="347"/>
                      <a:pt x="71" y="1778"/>
                      <a:pt x="2" y="3244"/>
                    </a:cubicBezTo>
                    <a:cubicBezTo>
                      <a:pt x="1" y="3269"/>
                      <a:pt x="21" y="3282"/>
                      <a:pt x="40" y="3282"/>
                    </a:cubicBezTo>
                    <a:cubicBezTo>
                      <a:pt x="57" y="3282"/>
                      <a:pt x="74" y="3272"/>
                      <a:pt x="76" y="3251"/>
                    </a:cubicBezTo>
                    <a:cubicBezTo>
                      <a:pt x="264" y="1842"/>
                      <a:pt x="1230" y="522"/>
                      <a:pt x="2602" y="74"/>
                    </a:cubicBezTo>
                    <a:cubicBezTo>
                      <a:pt x="2643" y="60"/>
                      <a:pt x="2629" y="1"/>
                      <a:pt x="25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13"/>
              <p:cNvSpPr/>
              <p:nvPr/>
            </p:nvSpPr>
            <p:spPr>
              <a:xfrm>
                <a:off x="3446525" y="-1165325"/>
                <a:ext cx="203200" cy="173950"/>
              </a:xfrm>
              <a:custGeom>
                <a:rect b="b" l="l" r="r" t="t"/>
                <a:pathLst>
                  <a:path extrusionOk="0" h="6958" w="8128">
                    <a:moveTo>
                      <a:pt x="4727" y="92"/>
                    </a:moveTo>
                    <a:cubicBezTo>
                      <a:pt x="5116" y="92"/>
                      <a:pt x="5506" y="220"/>
                      <a:pt x="5836" y="492"/>
                    </a:cubicBezTo>
                    <a:cubicBezTo>
                      <a:pt x="6153" y="721"/>
                      <a:pt x="6400" y="1017"/>
                      <a:pt x="6579" y="1351"/>
                    </a:cubicBezTo>
                    <a:lnTo>
                      <a:pt x="6579" y="1351"/>
                    </a:lnTo>
                    <a:cubicBezTo>
                      <a:pt x="6410" y="1303"/>
                      <a:pt x="6234" y="1280"/>
                      <a:pt x="6056" y="1280"/>
                    </a:cubicBezTo>
                    <a:cubicBezTo>
                      <a:pt x="5963" y="1280"/>
                      <a:pt x="5869" y="1287"/>
                      <a:pt x="5776" y="1299"/>
                    </a:cubicBezTo>
                    <a:lnTo>
                      <a:pt x="5776" y="1299"/>
                    </a:lnTo>
                    <a:cubicBezTo>
                      <a:pt x="5510" y="938"/>
                      <a:pt x="5159" y="639"/>
                      <a:pt x="4746" y="442"/>
                    </a:cubicBezTo>
                    <a:cubicBezTo>
                      <a:pt x="4551" y="340"/>
                      <a:pt x="4340" y="258"/>
                      <a:pt x="4121" y="197"/>
                    </a:cubicBezTo>
                    <a:lnTo>
                      <a:pt x="4121" y="197"/>
                    </a:lnTo>
                    <a:cubicBezTo>
                      <a:pt x="4317" y="128"/>
                      <a:pt x="4522" y="92"/>
                      <a:pt x="4727" y="92"/>
                    </a:cubicBezTo>
                    <a:close/>
                    <a:moveTo>
                      <a:pt x="3883" y="300"/>
                    </a:moveTo>
                    <a:cubicBezTo>
                      <a:pt x="4564" y="457"/>
                      <a:pt x="5188" y="807"/>
                      <a:pt x="5614" y="1328"/>
                    </a:cubicBezTo>
                    <a:lnTo>
                      <a:pt x="5614" y="1328"/>
                    </a:lnTo>
                    <a:cubicBezTo>
                      <a:pt x="5419" y="1370"/>
                      <a:pt x="5230" y="1439"/>
                      <a:pt x="5055" y="1532"/>
                    </a:cubicBezTo>
                    <a:lnTo>
                      <a:pt x="5055" y="1532"/>
                    </a:lnTo>
                    <a:cubicBezTo>
                      <a:pt x="4679" y="1025"/>
                      <a:pt x="4181" y="601"/>
                      <a:pt x="3600" y="478"/>
                    </a:cubicBezTo>
                    <a:lnTo>
                      <a:pt x="3600" y="478"/>
                    </a:lnTo>
                    <a:cubicBezTo>
                      <a:pt x="3690" y="410"/>
                      <a:pt x="3785" y="350"/>
                      <a:pt x="3883" y="300"/>
                    </a:cubicBezTo>
                    <a:close/>
                    <a:moveTo>
                      <a:pt x="3467" y="590"/>
                    </a:moveTo>
                    <a:lnTo>
                      <a:pt x="3467" y="590"/>
                    </a:lnTo>
                    <a:cubicBezTo>
                      <a:pt x="3921" y="651"/>
                      <a:pt x="4341" y="899"/>
                      <a:pt x="4721" y="1322"/>
                    </a:cubicBezTo>
                    <a:cubicBezTo>
                      <a:pt x="4796" y="1395"/>
                      <a:pt x="4874" y="1486"/>
                      <a:pt x="4952" y="1591"/>
                    </a:cubicBezTo>
                    <a:lnTo>
                      <a:pt x="4952" y="1591"/>
                    </a:lnTo>
                    <a:cubicBezTo>
                      <a:pt x="4934" y="1602"/>
                      <a:pt x="4917" y="1613"/>
                      <a:pt x="4900" y="1624"/>
                    </a:cubicBezTo>
                    <a:cubicBezTo>
                      <a:pt x="4832" y="1663"/>
                      <a:pt x="4766" y="1707"/>
                      <a:pt x="4701" y="1753"/>
                    </a:cubicBezTo>
                    <a:lnTo>
                      <a:pt x="4701" y="1753"/>
                    </a:lnTo>
                    <a:cubicBezTo>
                      <a:pt x="4604" y="1701"/>
                      <a:pt x="4501" y="1658"/>
                      <a:pt x="4392" y="1628"/>
                    </a:cubicBezTo>
                    <a:cubicBezTo>
                      <a:pt x="3850" y="1650"/>
                      <a:pt x="3742" y="2349"/>
                      <a:pt x="3628" y="2766"/>
                    </a:cubicBezTo>
                    <a:lnTo>
                      <a:pt x="3628" y="2766"/>
                    </a:lnTo>
                    <a:cubicBezTo>
                      <a:pt x="3580" y="2758"/>
                      <a:pt x="3533" y="2754"/>
                      <a:pt x="3486" y="2754"/>
                    </a:cubicBezTo>
                    <a:cubicBezTo>
                      <a:pt x="3427" y="2754"/>
                      <a:pt x="3370" y="2760"/>
                      <a:pt x="3313" y="2772"/>
                    </a:cubicBezTo>
                    <a:lnTo>
                      <a:pt x="3313" y="2772"/>
                    </a:lnTo>
                    <a:cubicBezTo>
                      <a:pt x="3222" y="2542"/>
                      <a:pt x="3110" y="2325"/>
                      <a:pt x="2918" y="2158"/>
                    </a:cubicBezTo>
                    <a:cubicBezTo>
                      <a:pt x="2840" y="2104"/>
                      <a:pt x="2758" y="2081"/>
                      <a:pt x="2675" y="2081"/>
                    </a:cubicBezTo>
                    <a:cubicBezTo>
                      <a:pt x="2653" y="2081"/>
                      <a:pt x="2631" y="2083"/>
                      <a:pt x="2608" y="2086"/>
                    </a:cubicBezTo>
                    <a:lnTo>
                      <a:pt x="2608" y="2086"/>
                    </a:lnTo>
                    <a:cubicBezTo>
                      <a:pt x="2711" y="1583"/>
                      <a:pt x="2959" y="1101"/>
                      <a:pt x="3330" y="727"/>
                    </a:cubicBezTo>
                    <a:cubicBezTo>
                      <a:pt x="3373" y="679"/>
                      <a:pt x="3419" y="633"/>
                      <a:pt x="3467" y="590"/>
                    </a:cubicBezTo>
                    <a:close/>
                    <a:moveTo>
                      <a:pt x="4389" y="1718"/>
                    </a:moveTo>
                    <a:cubicBezTo>
                      <a:pt x="4470" y="1741"/>
                      <a:pt x="4549" y="1772"/>
                      <a:pt x="4625" y="1811"/>
                    </a:cubicBezTo>
                    <a:lnTo>
                      <a:pt x="4625" y="1811"/>
                    </a:lnTo>
                    <a:cubicBezTo>
                      <a:pt x="4288" y="2076"/>
                      <a:pt x="4008" y="2436"/>
                      <a:pt x="3837" y="2831"/>
                    </a:cubicBezTo>
                    <a:lnTo>
                      <a:pt x="3837" y="2831"/>
                    </a:lnTo>
                    <a:cubicBezTo>
                      <a:pt x="3797" y="2813"/>
                      <a:pt x="3758" y="2799"/>
                      <a:pt x="3718" y="2787"/>
                    </a:cubicBezTo>
                    <a:lnTo>
                      <a:pt x="3718" y="2787"/>
                    </a:lnTo>
                    <a:cubicBezTo>
                      <a:pt x="3821" y="2417"/>
                      <a:pt x="3919" y="1745"/>
                      <a:pt x="4389" y="1718"/>
                    </a:cubicBezTo>
                    <a:close/>
                    <a:moveTo>
                      <a:pt x="3240" y="575"/>
                    </a:moveTo>
                    <a:cubicBezTo>
                      <a:pt x="3281" y="575"/>
                      <a:pt x="3321" y="576"/>
                      <a:pt x="3360" y="579"/>
                    </a:cubicBezTo>
                    <a:lnTo>
                      <a:pt x="3360" y="579"/>
                    </a:lnTo>
                    <a:cubicBezTo>
                      <a:pt x="2932" y="974"/>
                      <a:pt x="2635" y="1526"/>
                      <a:pt x="2522" y="2105"/>
                    </a:cubicBezTo>
                    <a:lnTo>
                      <a:pt x="2522" y="2105"/>
                    </a:lnTo>
                    <a:cubicBezTo>
                      <a:pt x="2343" y="2159"/>
                      <a:pt x="2173" y="2295"/>
                      <a:pt x="2050" y="2419"/>
                    </a:cubicBezTo>
                    <a:cubicBezTo>
                      <a:pt x="1940" y="2548"/>
                      <a:pt x="1869" y="2690"/>
                      <a:pt x="1829" y="2838"/>
                    </a:cubicBezTo>
                    <a:lnTo>
                      <a:pt x="1829" y="2838"/>
                    </a:lnTo>
                    <a:cubicBezTo>
                      <a:pt x="1767" y="2824"/>
                      <a:pt x="1703" y="2815"/>
                      <a:pt x="1635" y="2811"/>
                    </a:cubicBezTo>
                    <a:lnTo>
                      <a:pt x="1635" y="2811"/>
                    </a:lnTo>
                    <a:cubicBezTo>
                      <a:pt x="1328" y="2072"/>
                      <a:pt x="1404" y="1238"/>
                      <a:pt x="2236" y="845"/>
                    </a:cubicBezTo>
                    <a:cubicBezTo>
                      <a:pt x="2585" y="663"/>
                      <a:pt x="2921" y="575"/>
                      <a:pt x="3240" y="575"/>
                    </a:cubicBezTo>
                    <a:close/>
                    <a:moveTo>
                      <a:pt x="1687" y="2926"/>
                    </a:moveTo>
                    <a:lnTo>
                      <a:pt x="1687" y="2926"/>
                    </a:lnTo>
                    <a:cubicBezTo>
                      <a:pt x="1728" y="2932"/>
                      <a:pt x="1767" y="2939"/>
                      <a:pt x="1806" y="2948"/>
                    </a:cubicBezTo>
                    <a:lnTo>
                      <a:pt x="1806" y="2948"/>
                    </a:lnTo>
                    <a:cubicBezTo>
                      <a:pt x="1797" y="3006"/>
                      <a:pt x="1792" y="3065"/>
                      <a:pt x="1791" y="3124"/>
                    </a:cubicBezTo>
                    <a:lnTo>
                      <a:pt x="1791" y="3124"/>
                    </a:lnTo>
                    <a:cubicBezTo>
                      <a:pt x="1754" y="3060"/>
                      <a:pt x="1719" y="2994"/>
                      <a:pt x="1687" y="2926"/>
                    </a:cubicBezTo>
                    <a:close/>
                    <a:moveTo>
                      <a:pt x="2677" y="2161"/>
                    </a:moveTo>
                    <a:cubicBezTo>
                      <a:pt x="2744" y="2161"/>
                      <a:pt x="2810" y="2179"/>
                      <a:pt x="2873" y="2223"/>
                    </a:cubicBezTo>
                    <a:cubicBezTo>
                      <a:pt x="3044" y="2379"/>
                      <a:pt x="3148" y="2578"/>
                      <a:pt x="3234" y="2792"/>
                    </a:cubicBezTo>
                    <a:lnTo>
                      <a:pt x="3234" y="2792"/>
                    </a:lnTo>
                    <a:cubicBezTo>
                      <a:pt x="3013" y="2858"/>
                      <a:pt x="2806" y="3004"/>
                      <a:pt x="2622" y="3191"/>
                    </a:cubicBezTo>
                    <a:lnTo>
                      <a:pt x="2622" y="3191"/>
                    </a:lnTo>
                    <a:cubicBezTo>
                      <a:pt x="2542" y="2861"/>
                      <a:pt x="2534" y="2511"/>
                      <a:pt x="2592" y="2170"/>
                    </a:cubicBezTo>
                    <a:lnTo>
                      <a:pt x="2592" y="2170"/>
                    </a:lnTo>
                    <a:cubicBezTo>
                      <a:pt x="2621" y="2164"/>
                      <a:pt x="2649" y="2161"/>
                      <a:pt x="2677" y="2161"/>
                    </a:cubicBezTo>
                    <a:close/>
                    <a:moveTo>
                      <a:pt x="2506" y="2195"/>
                    </a:moveTo>
                    <a:cubicBezTo>
                      <a:pt x="2448" y="2553"/>
                      <a:pt x="2461" y="2918"/>
                      <a:pt x="2556" y="3261"/>
                    </a:cubicBezTo>
                    <a:lnTo>
                      <a:pt x="2556" y="3261"/>
                    </a:lnTo>
                    <a:cubicBezTo>
                      <a:pt x="2553" y="3264"/>
                      <a:pt x="2550" y="3267"/>
                      <a:pt x="2547" y="3270"/>
                    </a:cubicBezTo>
                    <a:lnTo>
                      <a:pt x="2547" y="3270"/>
                    </a:lnTo>
                    <a:cubicBezTo>
                      <a:pt x="2361" y="3082"/>
                      <a:pt x="2152" y="2930"/>
                      <a:pt x="1900" y="2857"/>
                    </a:cubicBezTo>
                    <a:lnTo>
                      <a:pt x="1900" y="2857"/>
                    </a:lnTo>
                    <a:cubicBezTo>
                      <a:pt x="1949" y="2666"/>
                      <a:pt x="2063" y="2494"/>
                      <a:pt x="2216" y="2370"/>
                    </a:cubicBezTo>
                    <a:cubicBezTo>
                      <a:pt x="2299" y="2304"/>
                      <a:pt x="2400" y="2235"/>
                      <a:pt x="2506" y="2195"/>
                    </a:cubicBezTo>
                    <a:close/>
                    <a:moveTo>
                      <a:pt x="3476" y="2877"/>
                    </a:moveTo>
                    <a:cubicBezTo>
                      <a:pt x="3517" y="2880"/>
                      <a:pt x="3557" y="2887"/>
                      <a:pt x="3597" y="2896"/>
                    </a:cubicBezTo>
                    <a:lnTo>
                      <a:pt x="3597" y="2896"/>
                    </a:lnTo>
                    <a:cubicBezTo>
                      <a:pt x="3567" y="3036"/>
                      <a:pt x="3539" y="3178"/>
                      <a:pt x="3515" y="3321"/>
                    </a:cubicBezTo>
                    <a:lnTo>
                      <a:pt x="3515" y="3321"/>
                    </a:lnTo>
                    <a:cubicBezTo>
                      <a:pt x="3458" y="3180"/>
                      <a:pt x="3410" y="3033"/>
                      <a:pt x="3357" y="2889"/>
                    </a:cubicBezTo>
                    <a:lnTo>
                      <a:pt x="3357" y="2889"/>
                    </a:lnTo>
                    <a:cubicBezTo>
                      <a:pt x="3396" y="2882"/>
                      <a:pt x="3436" y="2878"/>
                      <a:pt x="3476" y="2877"/>
                    </a:cubicBezTo>
                    <a:close/>
                    <a:moveTo>
                      <a:pt x="3052" y="205"/>
                    </a:moveTo>
                    <a:cubicBezTo>
                      <a:pt x="3293" y="205"/>
                      <a:pt x="3534" y="229"/>
                      <a:pt x="3769" y="275"/>
                    </a:cubicBezTo>
                    <a:lnTo>
                      <a:pt x="3769" y="275"/>
                    </a:lnTo>
                    <a:cubicBezTo>
                      <a:pt x="3675" y="330"/>
                      <a:pt x="3585" y="392"/>
                      <a:pt x="3499" y="460"/>
                    </a:cubicBezTo>
                    <a:lnTo>
                      <a:pt x="3499" y="460"/>
                    </a:lnTo>
                    <a:cubicBezTo>
                      <a:pt x="3420" y="448"/>
                      <a:pt x="3340" y="442"/>
                      <a:pt x="3258" y="442"/>
                    </a:cubicBezTo>
                    <a:cubicBezTo>
                      <a:pt x="3129" y="442"/>
                      <a:pt x="2997" y="457"/>
                      <a:pt x="2862" y="490"/>
                    </a:cubicBezTo>
                    <a:cubicBezTo>
                      <a:pt x="1330" y="846"/>
                      <a:pt x="1110" y="1829"/>
                      <a:pt x="1506" y="2815"/>
                    </a:cubicBezTo>
                    <a:lnTo>
                      <a:pt x="1506" y="2815"/>
                    </a:lnTo>
                    <a:cubicBezTo>
                      <a:pt x="953" y="2881"/>
                      <a:pt x="580" y="3188"/>
                      <a:pt x="371" y="3598"/>
                    </a:cubicBezTo>
                    <a:lnTo>
                      <a:pt x="371" y="3598"/>
                    </a:lnTo>
                    <a:cubicBezTo>
                      <a:pt x="239" y="3179"/>
                      <a:pt x="199" y="2725"/>
                      <a:pt x="233" y="2310"/>
                    </a:cubicBezTo>
                    <a:cubicBezTo>
                      <a:pt x="317" y="1366"/>
                      <a:pt x="1083" y="635"/>
                      <a:pt x="1965" y="376"/>
                    </a:cubicBezTo>
                    <a:cubicBezTo>
                      <a:pt x="2313" y="261"/>
                      <a:pt x="2683" y="205"/>
                      <a:pt x="3052" y="205"/>
                    </a:cubicBezTo>
                    <a:close/>
                    <a:moveTo>
                      <a:pt x="3684" y="2920"/>
                    </a:moveTo>
                    <a:lnTo>
                      <a:pt x="3684" y="2920"/>
                    </a:lnTo>
                    <a:cubicBezTo>
                      <a:pt x="3719" y="2931"/>
                      <a:pt x="3752" y="2945"/>
                      <a:pt x="3786" y="2960"/>
                    </a:cubicBezTo>
                    <a:lnTo>
                      <a:pt x="3786" y="2960"/>
                    </a:lnTo>
                    <a:cubicBezTo>
                      <a:pt x="3708" y="3171"/>
                      <a:pt x="3662" y="3391"/>
                      <a:pt x="3655" y="3610"/>
                    </a:cubicBezTo>
                    <a:lnTo>
                      <a:pt x="3655" y="3610"/>
                    </a:lnTo>
                    <a:cubicBezTo>
                      <a:pt x="3629" y="3567"/>
                      <a:pt x="3606" y="3522"/>
                      <a:pt x="3584" y="3477"/>
                    </a:cubicBezTo>
                    <a:lnTo>
                      <a:pt x="3584" y="3477"/>
                    </a:lnTo>
                    <a:cubicBezTo>
                      <a:pt x="3616" y="3269"/>
                      <a:pt x="3648" y="3079"/>
                      <a:pt x="3684" y="2920"/>
                    </a:cubicBezTo>
                    <a:close/>
                    <a:moveTo>
                      <a:pt x="1879" y="2968"/>
                    </a:moveTo>
                    <a:cubicBezTo>
                      <a:pt x="2109" y="3039"/>
                      <a:pt x="2301" y="3179"/>
                      <a:pt x="2475" y="3354"/>
                    </a:cubicBezTo>
                    <a:lnTo>
                      <a:pt x="2475" y="3354"/>
                    </a:lnTo>
                    <a:cubicBezTo>
                      <a:pt x="2417" y="3425"/>
                      <a:pt x="2362" y="3498"/>
                      <a:pt x="2310" y="3574"/>
                    </a:cubicBezTo>
                    <a:cubicBezTo>
                      <a:pt x="2275" y="3623"/>
                      <a:pt x="2240" y="3673"/>
                      <a:pt x="2206" y="3724"/>
                    </a:cubicBezTo>
                    <a:lnTo>
                      <a:pt x="2206" y="3724"/>
                    </a:lnTo>
                    <a:cubicBezTo>
                      <a:pt x="2078" y="3570"/>
                      <a:pt x="1968" y="3419"/>
                      <a:pt x="1882" y="3276"/>
                    </a:cubicBezTo>
                    <a:lnTo>
                      <a:pt x="1882" y="3276"/>
                    </a:lnTo>
                    <a:cubicBezTo>
                      <a:pt x="1872" y="3187"/>
                      <a:pt x="1869" y="3097"/>
                      <a:pt x="1875" y="3007"/>
                    </a:cubicBezTo>
                    <a:cubicBezTo>
                      <a:pt x="1876" y="2994"/>
                      <a:pt x="1877" y="2981"/>
                      <a:pt x="1879" y="2968"/>
                    </a:cubicBezTo>
                    <a:close/>
                    <a:moveTo>
                      <a:pt x="1956" y="3613"/>
                    </a:moveTo>
                    <a:cubicBezTo>
                      <a:pt x="2012" y="3690"/>
                      <a:pt x="2070" y="3766"/>
                      <a:pt x="2131" y="3840"/>
                    </a:cubicBezTo>
                    <a:lnTo>
                      <a:pt x="2131" y="3840"/>
                    </a:lnTo>
                    <a:cubicBezTo>
                      <a:pt x="2116" y="3865"/>
                      <a:pt x="2100" y="3891"/>
                      <a:pt x="2085" y="3916"/>
                    </a:cubicBezTo>
                    <a:lnTo>
                      <a:pt x="2085" y="3916"/>
                    </a:lnTo>
                    <a:cubicBezTo>
                      <a:pt x="2033" y="3819"/>
                      <a:pt x="1990" y="3717"/>
                      <a:pt x="1956" y="3613"/>
                    </a:cubicBezTo>
                    <a:close/>
                    <a:moveTo>
                      <a:pt x="4723" y="1867"/>
                    </a:moveTo>
                    <a:cubicBezTo>
                      <a:pt x="5277" y="2213"/>
                      <a:pt x="5639" y="2969"/>
                      <a:pt x="5475" y="3627"/>
                    </a:cubicBezTo>
                    <a:cubicBezTo>
                      <a:pt x="5420" y="3896"/>
                      <a:pt x="5235" y="4094"/>
                      <a:pt x="4998" y="4172"/>
                    </a:cubicBezTo>
                    <a:lnTo>
                      <a:pt x="4998" y="4172"/>
                    </a:lnTo>
                    <a:cubicBezTo>
                      <a:pt x="4764" y="3762"/>
                      <a:pt x="4503" y="3370"/>
                      <a:pt x="4154" y="3045"/>
                    </a:cubicBezTo>
                    <a:cubicBezTo>
                      <a:pt x="4077" y="2974"/>
                      <a:pt x="3999" y="2918"/>
                      <a:pt x="3923" y="2875"/>
                    </a:cubicBezTo>
                    <a:lnTo>
                      <a:pt x="3923" y="2875"/>
                    </a:lnTo>
                    <a:cubicBezTo>
                      <a:pt x="4091" y="2482"/>
                      <a:pt x="4376" y="2131"/>
                      <a:pt x="4723" y="1867"/>
                    </a:cubicBezTo>
                    <a:close/>
                    <a:moveTo>
                      <a:pt x="3872" y="3004"/>
                    </a:moveTo>
                    <a:cubicBezTo>
                      <a:pt x="4257" y="3221"/>
                      <a:pt x="4581" y="3685"/>
                      <a:pt x="4877" y="4200"/>
                    </a:cubicBezTo>
                    <a:lnTo>
                      <a:pt x="4877" y="4200"/>
                    </a:lnTo>
                    <a:cubicBezTo>
                      <a:pt x="4842" y="4205"/>
                      <a:pt x="4807" y="4208"/>
                      <a:pt x="4770" y="4208"/>
                    </a:cubicBezTo>
                    <a:cubicBezTo>
                      <a:pt x="4711" y="4208"/>
                      <a:pt x="4649" y="4201"/>
                      <a:pt x="4588" y="4186"/>
                    </a:cubicBezTo>
                    <a:cubicBezTo>
                      <a:pt x="4304" y="4120"/>
                      <a:pt x="4006" y="3992"/>
                      <a:pt x="3786" y="3793"/>
                    </a:cubicBezTo>
                    <a:cubicBezTo>
                      <a:pt x="3777" y="3782"/>
                      <a:pt x="3768" y="3771"/>
                      <a:pt x="3759" y="3760"/>
                    </a:cubicBezTo>
                    <a:lnTo>
                      <a:pt x="3759" y="3760"/>
                    </a:lnTo>
                    <a:cubicBezTo>
                      <a:pt x="3744" y="3502"/>
                      <a:pt x="3786" y="3247"/>
                      <a:pt x="3872" y="3004"/>
                    </a:cubicBezTo>
                    <a:close/>
                    <a:moveTo>
                      <a:pt x="3278" y="2909"/>
                    </a:moveTo>
                    <a:cubicBezTo>
                      <a:pt x="3347" y="3096"/>
                      <a:pt x="3407" y="3290"/>
                      <a:pt x="3490" y="3470"/>
                    </a:cubicBezTo>
                    <a:lnTo>
                      <a:pt x="3490" y="3470"/>
                    </a:lnTo>
                    <a:cubicBezTo>
                      <a:pt x="3446" y="3740"/>
                      <a:pt x="3408" y="4012"/>
                      <a:pt x="3365" y="4282"/>
                    </a:cubicBezTo>
                    <a:lnTo>
                      <a:pt x="3365" y="4282"/>
                    </a:lnTo>
                    <a:cubicBezTo>
                      <a:pt x="3135" y="4016"/>
                      <a:pt x="2929" y="3702"/>
                      <a:pt x="2696" y="3431"/>
                    </a:cubicBezTo>
                    <a:lnTo>
                      <a:pt x="2696" y="3431"/>
                    </a:lnTo>
                    <a:cubicBezTo>
                      <a:pt x="2684" y="3398"/>
                      <a:pt x="2672" y="3365"/>
                      <a:pt x="2662" y="3332"/>
                    </a:cubicBezTo>
                    <a:lnTo>
                      <a:pt x="2662" y="3332"/>
                    </a:lnTo>
                    <a:cubicBezTo>
                      <a:pt x="2853" y="3128"/>
                      <a:pt x="3064" y="2972"/>
                      <a:pt x="3278" y="2909"/>
                    </a:cubicBezTo>
                    <a:close/>
                    <a:moveTo>
                      <a:pt x="2561" y="3445"/>
                    </a:moveTo>
                    <a:lnTo>
                      <a:pt x="2561" y="3445"/>
                    </a:lnTo>
                    <a:cubicBezTo>
                      <a:pt x="2595" y="3483"/>
                      <a:pt x="2628" y="3522"/>
                      <a:pt x="2661" y="3561"/>
                    </a:cubicBezTo>
                    <a:lnTo>
                      <a:pt x="2661" y="3561"/>
                    </a:lnTo>
                    <a:cubicBezTo>
                      <a:pt x="2810" y="3901"/>
                      <a:pt x="3055" y="4195"/>
                      <a:pt x="3341" y="4429"/>
                    </a:cubicBezTo>
                    <a:lnTo>
                      <a:pt x="3341" y="4429"/>
                    </a:lnTo>
                    <a:cubicBezTo>
                      <a:pt x="3326" y="4522"/>
                      <a:pt x="3310" y="4614"/>
                      <a:pt x="3292" y="4705"/>
                    </a:cubicBezTo>
                    <a:lnTo>
                      <a:pt x="3292" y="4705"/>
                    </a:lnTo>
                    <a:cubicBezTo>
                      <a:pt x="2915" y="4451"/>
                      <a:pt x="2565" y="4135"/>
                      <a:pt x="2289" y="3821"/>
                    </a:cubicBezTo>
                    <a:lnTo>
                      <a:pt x="2289" y="3821"/>
                    </a:lnTo>
                    <a:cubicBezTo>
                      <a:pt x="2371" y="3689"/>
                      <a:pt x="2463" y="3562"/>
                      <a:pt x="2561" y="3445"/>
                    </a:cubicBezTo>
                    <a:close/>
                    <a:moveTo>
                      <a:pt x="5013" y="1677"/>
                    </a:moveTo>
                    <a:cubicBezTo>
                      <a:pt x="5613" y="2544"/>
                      <a:pt x="6163" y="4177"/>
                      <a:pt x="5305" y="4736"/>
                    </a:cubicBezTo>
                    <a:lnTo>
                      <a:pt x="5305" y="4736"/>
                    </a:lnTo>
                    <a:cubicBezTo>
                      <a:pt x="5218" y="4572"/>
                      <a:pt x="5132" y="4409"/>
                      <a:pt x="5041" y="4248"/>
                    </a:cubicBezTo>
                    <a:lnTo>
                      <a:pt x="5041" y="4248"/>
                    </a:lnTo>
                    <a:cubicBezTo>
                      <a:pt x="5296" y="4158"/>
                      <a:pt x="5498" y="3941"/>
                      <a:pt x="5559" y="3649"/>
                    </a:cubicBezTo>
                    <a:cubicBezTo>
                      <a:pt x="5718" y="2958"/>
                      <a:pt x="5391" y="2191"/>
                      <a:pt x="4800" y="1812"/>
                    </a:cubicBezTo>
                    <a:lnTo>
                      <a:pt x="4800" y="1812"/>
                    </a:lnTo>
                    <a:cubicBezTo>
                      <a:pt x="4869" y="1763"/>
                      <a:pt x="4940" y="1718"/>
                      <a:pt x="5013" y="1677"/>
                    </a:cubicBezTo>
                    <a:close/>
                    <a:moveTo>
                      <a:pt x="3563" y="3616"/>
                    </a:moveTo>
                    <a:cubicBezTo>
                      <a:pt x="3591" y="3666"/>
                      <a:pt x="3622" y="3715"/>
                      <a:pt x="3656" y="3763"/>
                    </a:cubicBezTo>
                    <a:lnTo>
                      <a:pt x="3656" y="3763"/>
                    </a:lnTo>
                    <a:cubicBezTo>
                      <a:pt x="3674" y="4100"/>
                      <a:pt x="3788" y="4432"/>
                      <a:pt x="4026" y="4726"/>
                    </a:cubicBezTo>
                    <a:cubicBezTo>
                      <a:pt x="4049" y="4755"/>
                      <a:pt x="4072" y="4784"/>
                      <a:pt x="4096" y="4813"/>
                    </a:cubicBezTo>
                    <a:lnTo>
                      <a:pt x="4096" y="4813"/>
                    </a:lnTo>
                    <a:cubicBezTo>
                      <a:pt x="3955" y="4766"/>
                      <a:pt x="3821" y="4699"/>
                      <a:pt x="3705" y="4609"/>
                    </a:cubicBezTo>
                    <a:cubicBezTo>
                      <a:pt x="3615" y="4541"/>
                      <a:pt x="3530" y="4461"/>
                      <a:pt x="3448" y="4374"/>
                    </a:cubicBezTo>
                    <a:lnTo>
                      <a:pt x="3448" y="4374"/>
                    </a:lnTo>
                    <a:cubicBezTo>
                      <a:pt x="3491" y="4112"/>
                      <a:pt x="3527" y="3854"/>
                      <a:pt x="3563" y="3616"/>
                    </a:cubicBezTo>
                    <a:close/>
                    <a:moveTo>
                      <a:pt x="5688" y="1423"/>
                    </a:moveTo>
                    <a:cubicBezTo>
                      <a:pt x="5961" y="1792"/>
                      <a:pt x="6138" y="2240"/>
                      <a:pt x="6173" y="2759"/>
                    </a:cubicBezTo>
                    <a:cubicBezTo>
                      <a:pt x="6206" y="3438"/>
                      <a:pt x="6160" y="4188"/>
                      <a:pt x="5756" y="4759"/>
                    </a:cubicBezTo>
                    <a:cubicBezTo>
                      <a:pt x="5736" y="4783"/>
                      <a:pt x="5715" y="4807"/>
                      <a:pt x="5694" y="4829"/>
                    </a:cubicBezTo>
                    <a:lnTo>
                      <a:pt x="5694" y="4829"/>
                    </a:lnTo>
                    <a:cubicBezTo>
                      <a:pt x="5618" y="4825"/>
                      <a:pt x="5541" y="4823"/>
                      <a:pt x="5464" y="4823"/>
                    </a:cubicBezTo>
                    <a:cubicBezTo>
                      <a:pt x="5441" y="4823"/>
                      <a:pt x="5418" y="4823"/>
                      <a:pt x="5394" y="4823"/>
                    </a:cubicBezTo>
                    <a:lnTo>
                      <a:pt x="5394" y="4823"/>
                    </a:lnTo>
                    <a:cubicBezTo>
                      <a:pt x="6087" y="4347"/>
                      <a:pt x="5886" y="3157"/>
                      <a:pt x="5577" y="2455"/>
                    </a:cubicBezTo>
                    <a:cubicBezTo>
                      <a:pt x="5462" y="2178"/>
                      <a:pt x="5307" y="1890"/>
                      <a:pt x="5119" y="1621"/>
                    </a:cubicBezTo>
                    <a:lnTo>
                      <a:pt x="5119" y="1621"/>
                    </a:lnTo>
                    <a:cubicBezTo>
                      <a:pt x="5301" y="1530"/>
                      <a:pt x="5492" y="1462"/>
                      <a:pt x="5688" y="1423"/>
                    </a:cubicBezTo>
                    <a:close/>
                    <a:moveTo>
                      <a:pt x="3771" y="3890"/>
                    </a:moveTo>
                    <a:cubicBezTo>
                      <a:pt x="3994" y="4078"/>
                      <a:pt x="4290" y="4204"/>
                      <a:pt x="4572" y="4270"/>
                    </a:cubicBezTo>
                    <a:cubicBezTo>
                      <a:pt x="4639" y="4286"/>
                      <a:pt x="4706" y="4294"/>
                      <a:pt x="4771" y="4294"/>
                    </a:cubicBezTo>
                    <a:cubicBezTo>
                      <a:pt x="4823" y="4294"/>
                      <a:pt x="4873" y="4289"/>
                      <a:pt x="4922" y="4280"/>
                    </a:cubicBezTo>
                    <a:lnTo>
                      <a:pt x="4922" y="4280"/>
                    </a:lnTo>
                    <a:cubicBezTo>
                      <a:pt x="5018" y="4449"/>
                      <a:pt x="5110" y="4623"/>
                      <a:pt x="5201" y="4794"/>
                    </a:cubicBezTo>
                    <a:lnTo>
                      <a:pt x="5201" y="4794"/>
                    </a:lnTo>
                    <a:cubicBezTo>
                      <a:pt x="5170" y="4810"/>
                      <a:pt x="5137" y="4824"/>
                      <a:pt x="5103" y="4837"/>
                    </a:cubicBezTo>
                    <a:lnTo>
                      <a:pt x="5103" y="4837"/>
                    </a:lnTo>
                    <a:cubicBezTo>
                      <a:pt x="4924" y="4850"/>
                      <a:pt x="4744" y="4872"/>
                      <a:pt x="4565" y="4897"/>
                    </a:cubicBezTo>
                    <a:lnTo>
                      <a:pt x="4565" y="4897"/>
                    </a:lnTo>
                    <a:cubicBezTo>
                      <a:pt x="4464" y="4893"/>
                      <a:pt x="4362" y="4880"/>
                      <a:pt x="4262" y="4858"/>
                    </a:cubicBezTo>
                    <a:lnTo>
                      <a:pt x="4262" y="4858"/>
                    </a:lnTo>
                    <a:cubicBezTo>
                      <a:pt x="4049" y="4623"/>
                      <a:pt x="3874" y="4355"/>
                      <a:pt x="3800" y="4051"/>
                    </a:cubicBezTo>
                    <a:cubicBezTo>
                      <a:pt x="3788" y="3997"/>
                      <a:pt x="3778" y="3943"/>
                      <a:pt x="3771" y="3890"/>
                    </a:cubicBezTo>
                    <a:close/>
                    <a:moveTo>
                      <a:pt x="6075" y="1384"/>
                    </a:moveTo>
                    <a:cubicBezTo>
                      <a:pt x="6142" y="1384"/>
                      <a:pt x="6210" y="1388"/>
                      <a:pt x="6277" y="1395"/>
                    </a:cubicBezTo>
                    <a:cubicBezTo>
                      <a:pt x="6409" y="1409"/>
                      <a:pt x="6530" y="1437"/>
                      <a:pt x="6643" y="1478"/>
                    </a:cubicBezTo>
                    <a:lnTo>
                      <a:pt x="6643" y="1478"/>
                    </a:lnTo>
                    <a:cubicBezTo>
                      <a:pt x="6857" y="1931"/>
                      <a:pt x="6954" y="2445"/>
                      <a:pt x="6942" y="2950"/>
                    </a:cubicBezTo>
                    <a:cubicBezTo>
                      <a:pt x="6916" y="3634"/>
                      <a:pt x="6766" y="4420"/>
                      <a:pt x="6330" y="4971"/>
                    </a:cubicBezTo>
                    <a:lnTo>
                      <a:pt x="6330" y="4971"/>
                    </a:lnTo>
                    <a:cubicBezTo>
                      <a:pt x="6243" y="4923"/>
                      <a:pt x="6149" y="4887"/>
                      <a:pt x="6050" y="4869"/>
                    </a:cubicBezTo>
                    <a:cubicBezTo>
                      <a:pt x="5987" y="4858"/>
                      <a:pt x="5924" y="4850"/>
                      <a:pt x="5861" y="4843"/>
                    </a:cubicBezTo>
                    <a:lnTo>
                      <a:pt x="5861" y="4843"/>
                    </a:lnTo>
                    <a:cubicBezTo>
                      <a:pt x="6179" y="4427"/>
                      <a:pt x="6334" y="3806"/>
                      <a:pt x="6331" y="3109"/>
                    </a:cubicBezTo>
                    <a:cubicBezTo>
                      <a:pt x="6359" y="2499"/>
                      <a:pt x="6180" y="1896"/>
                      <a:pt x="5845" y="1398"/>
                    </a:cubicBezTo>
                    <a:lnTo>
                      <a:pt x="5845" y="1398"/>
                    </a:lnTo>
                    <a:cubicBezTo>
                      <a:pt x="5921" y="1389"/>
                      <a:pt x="5998" y="1384"/>
                      <a:pt x="6075" y="1384"/>
                    </a:cubicBezTo>
                    <a:close/>
                    <a:moveTo>
                      <a:pt x="1551" y="2920"/>
                    </a:moveTo>
                    <a:cubicBezTo>
                      <a:pt x="1625" y="3086"/>
                      <a:pt x="1715" y="3250"/>
                      <a:pt x="1819" y="3412"/>
                    </a:cubicBezTo>
                    <a:lnTo>
                      <a:pt x="1819" y="3412"/>
                    </a:lnTo>
                    <a:cubicBezTo>
                      <a:pt x="1858" y="3611"/>
                      <a:pt x="1936" y="3809"/>
                      <a:pt x="2041" y="3993"/>
                    </a:cubicBezTo>
                    <a:lnTo>
                      <a:pt x="2041" y="3993"/>
                    </a:lnTo>
                    <a:cubicBezTo>
                      <a:pt x="1863" y="4309"/>
                      <a:pt x="1727" y="4657"/>
                      <a:pt x="1706" y="5011"/>
                    </a:cubicBezTo>
                    <a:lnTo>
                      <a:pt x="1706" y="5011"/>
                    </a:lnTo>
                    <a:cubicBezTo>
                      <a:pt x="1522" y="4956"/>
                      <a:pt x="1347" y="4878"/>
                      <a:pt x="1188" y="4770"/>
                    </a:cubicBezTo>
                    <a:cubicBezTo>
                      <a:pt x="826" y="4524"/>
                      <a:pt x="576" y="4156"/>
                      <a:pt x="421" y="3744"/>
                    </a:cubicBezTo>
                    <a:lnTo>
                      <a:pt x="421" y="3744"/>
                    </a:lnTo>
                    <a:cubicBezTo>
                      <a:pt x="608" y="3308"/>
                      <a:pt x="978" y="2978"/>
                      <a:pt x="1551" y="2920"/>
                    </a:cubicBezTo>
                    <a:close/>
                    <a:moveTo>
                      <a:pt x="3425" y="4516"/>
                    </a:moveTo>
                    <a:cubicBezTo>
                      <a:pt x="3491" y="4583"/>
                      <a:pt x="3561" y="4645"/>
                      <a:pt x="3634" y="4699"/>
                    </a:cubicBezTo>
                    <a:cubicBezTo>
                      <a:pt x="3796" y="4823"/>
                      <a:pt x="3983" y="4907"/>
                      <a:pt x="4180" y="4958"/>
                    </a:cubicBezTo>
                    <a:lnTo>
                      <a:pt x="4180" y="4958"/>
                    </a:lnTo>
                    <a:cubicBezTo>
                      <a:pt x="4066" y="4976"/>
                      <a:pt x="3951" y="4995"/>
                      <a:pt x="3837" y="5014"/>
                    </a:cubicBezTo>
                    <a:lnTo>
                      <a:pt x="3837" y="5014"/>
                    </a:lnTo>
                    <a:cubicBezTo>
                      <a:pt x="3683" y="4943"/>
                      <a:pt x="3530" y="4858"/>
                      <a:pt x="3380" y="4763"/>
                    </a:cubicBezTo>
                    <a:lnTo>
                      <a:pt x="3380" y="4763"/>
                    </a:lnTo>
                    <a:cubicBezTo>
                      <a:pt x="3396" y="4681"/>
                      <a:pt x="3411" y="4598"/>
                      <a:pt x="3425" y="4516"/>
                    </a:cubicBezTo>
                    <a:close/>
                    <a:moveTo>
                      <a:pt x="5550" y="4959"/>
                    </a:moveTo>
                    <a:cubicBezTo>
                      <a:pt x="5552" y="4959"/>
                      <a:pt x="5554" y="4959"/>
                      <a:pt x="5556" y="4959"/>
                    </a:cubicBezTo>
                    <a:lnTo>
                      <a:pt x="5556" y="4959"/>
                    </a:lnTo>
                    <a:cubicBezTo>
                      <a:pt x="5525" y="4985"/>
                      <a:pt x="5493" y="5008"/>
                      <a:pt x="5462" y="5029"/>
                    </a:cubicBezTo>
                    <a:lnTo>
                      <a:pt x="5462" y="5029"/>
                    </a:lnTo>
                    <a:cubicBezTo>
                      <a:pt x="5449" y="5007"/>
                      <a:pt x="5437" y="4984"/>
                      <a:pt x="5425" y="4962"/>
                    </a:cubicBezTo>
                    <a:lnTo>
                      <a:pt x="5425" y="4962"/>
                    </a:lnTo>
                    <a:cubicBezTo>
                      <a:pt x="5466" y="4960"/>
                      <a:pt x="5508" y="4959"/>
                      <a:pt x="5550" y="4959"/>
                    </a:cubicBezTo>
                    <a:close/>
                    <a:moveTo>
                      <a:pt x="3351" y="4912"/>
                    </a:moveTo>
                    <a:lnTo>
                      <a:pt x="3351" y="4912"/>
                    </a:lnTo>
                    <a:cubicBezTo>
                      <a:pt x="3433" y="4962"/>
                      <a:pt x="3516" y="5009"/>
                      <a:pt x="3598" y="5051"/>
                    </a:cubicBezTo>
                    <a:lnTo>
                      <a:pt x="3598" y="5051"/>
                    </a:lnTo>
                    <a:cubicBezTo>
                      <a:pt x="3503" y="5065"/>
                      <a:pt x="3408" y="5077"/>
                      <a:pt x="3312" y="5088"/>
                    </a:cubicBezTo>
                    <a:lnTo>
                      <a:pt x="3312" y="5088"/>
                    </a:lnTo>
                    <a:cubicBezTo>
                      <a:pt x="3326" y="5030"/>
                      <a:pt x="3338" y="4971"/>
                      <a:pt x="3351" y="4912"/>
                    </a:cubicBezTo>
                    <a:close/>
                    <a:moveTo>
                      <a:pt x="2216" y="3941"/>
                    </a:moveTo>
                    <a:cubicBezTo>
                      <a:pt x="2525" y="4298"/>
                      <a:pt x="2888" y="4616"/>
                      <a:pt x="3262" y="4857"/>
                    </a:cubicBezTo>
                    <a:lnTo>
                      <a:pt x="3262" y="4857"/>
                    </a:lnTo>
                    <a:cubicBezTo>
                      <a:pt x="3246" y="4939"/>
                      <a:pt x="3228" y="5019"/>
                      <a:pt x="3208" y="5100"/>
                    </a:cubicBezTo>
                    <a:lnTo>
                      <a:pt x="3208" y="5100"/>
                    </a:lnTo>
                    <a:cubicBezTo>
                      <a:pt x="3033" y="5118"/>
                      <a:pt x="2858" y="5129"/>
                      <a:pt x="2684" y="5129"/>
                    </a:cubicBezTo>
                    <a:cubicBezTo>
                      <a:pt x="2623" y="5129"/>
                      <a:pt x="2563" y="5127"/>
                      <a:pt x="2502" y="5124"/>
                    </a:cubicBezTo>
                    <a:cubicBezTo>
                      <a:pt x="2279" y="5120"/>
                      <a:pt x="2054" y="5097"/>
                      <a:pt x="1839" y="5046"/>
                    </a:cubicBezTo>
                    <a:lnTo>
                      <a:pt x="1839" y="5046"/>
                    </a:lnTo>
                    <a:cubicBezTo>
                      <a:pt x="1840" y="5000"/>
                      <a:pt x="1842" y="4953"/>
                      <a:pt x="1847" y="4904"/>
                    </a:cubicBezTo>
                    <a:cubicBezTo>
                      <a:pt x="1875" y="4689"/>
                      <a:pt x="1973" y="4406"/>
                      <a:pt x="2119" y="4120"/>
                    </a:cubicBezTo>
                    <a:lnTo>
                      <a:pt x="2119" y="4120"/>
                    </a:lnTo>
                    <a:cubicBezTo>
                      <a:pt x="2255" y="4325"/>
                      <a:pt x="2422" y="4507"/>
                      <a:pt x="2599" y="4643"/>
                    </a:cubicBezTo>
                    <a:cubicBezTo>
                      <a:pt x="2606" y="4649"/>
                      <a:pt x="2613" y="4652"/>
                      <a:pt x="2621" y="4652"/>
                    </a:cubicBezTo>
                    <a:cubicBezTo>
                      <a:pt x="2652" y="4652"/>
                      <a:pt x="2677" y="4605"/>
                      <a:pt x="2643" y="4583"/>
                    </a:cubicBezTo>
                    <a:cubicBezTo>
                      <a:pt x="2455" y="4437"/>
                      <a:pt x="2289" y="4252"/>
                      <a:pt x="2159" y="4044"/>
                    </a:cubicBezTo>
                    <a:lnTo>
                      <a:pt x="2159" y="4044"/>
                    </a:lnTo>
                    <a:cubicBezTo>
                      <a:pt x="2177" y="4010"/>
                      <a:pt x="2196" y="3975"/>
                      <a:pt x="2216" y="3941"/>
                    </a:cubicBezTo>
                    <a:close/>
                    <a:moveTo>
                      <a:pt x="4347" y="5086"/>
                    </a:moveTo>
                    <a:cubicBezTo>
                      <a:pt x="4394" y="5132"/>
                      <a:pt x="4442" y="5177"/>
                      <a:pt x="4493" y="5219"/>
                    </a:cubicBezTo>
                    <a:lnTo>
                      <a:pt x="4493" y="5219"/>
                    </a:lnTo>
                    <a:cubicBezTo>
                      <a:pt x="4366" y="5200"/>
                      <a:pt x="4237" y="5167"/>
                      <a:pt x="4108" y="5123"/>
                    </a:cubicBezTo>
                    <a:lnTo>
                      <a:pt x="4108" y="5123"/>
                    </a:lnTo>
                    <a:cubicBezTo>
                      <a:pt x="4188" y="5111"/>
                      <a:pt x="4267" y="5098"/>
                      <a:pt x="4347" y="5086"/>
                    </a:cubicBezTo>
                    <a:close/>
                    <a:moveTo>
                      <a:pt x="5293" y="4968"/>
                    </a:moveTo>
                    <a:cubicBezTo>
                      <a:pt x="5315" y="5010"/>
                      <a:pt x="5337" y="5051"/>
                      <a:pt x="5359" y="5092"/>
                    </a:cubicBezTo>
                    <a:lnTo>
                      <a:pt x="5359" y="5092"/>
                    </a:lnTo>
                    <a:cubicBezTo>
                      <a:pt x="5169" y="5194"/>
                      <a:pt x="4962" y="5239"/>
                      <a:pt x="4747" y="5239"/>
                    </a:cubicBezTo>
                    <a:cubicBezTo>
                      <a:pt x="4722" y="5239"/>
                      <a:pt x="4696" y="5239"/>
                      <a:pt x="4670" y="5237"/>
                    </a:cubicBezTo>
                    <a:lnTo>
                      <a:pt x="4670" y="5237"/>
                    </a:lnTo>
                    <a:cubicBezTo>
                      <a:pt x="4641" y="5216"/>
                      <a:pt x="4614" y="5193"/>
                      <a:pt x="4587" y="5170"/>
                    </a:cubicBezTo>
                    <a:cubicBezTo>
                      <a:pt x="4548" y="5136"/>
                      <a:pt x="4509" y="5102"/>
                      <a:pt x="4471" y="5067"/>
                    </a:cubicBezTo>
                    <a:lnTo>
                      <a:pt x="4471" y="5067"/>
                    </a:lnTo>
                    <a:cubicBezTo>
                      <a:pt x="4745" y="5026"/>
                      <a:pt x="5019" y="4989"/>
                      <a:pt x="5293" y="4968"/>
                    </a:cubicBezTo>
                    <a:close/>
                    <a:moveTo>
                      <a:pt x="5755" y="4967"/>
                    </a:moveTo>
                    <a:lnTo>
                      <a:pt x="5755" y="4967"/>
                    </a:lnTo>
                    <a:cubicBezTo>
                      <a:pt x="5924" y="4980"/>
                      <a:pt x="6090" y="5013"/>
                      <a:pt x="6235" y="5082"/>
                    </a:cubicBezTo>
                    <a:lnTo>
                      <a:pt x="6235" y="5082"/>
                    </a:lnTo>
                    <a:cubicBezTo>
                      <a:pt x="6124" y="5204"/>
                      <a:pt x="5995" y="5311"/>
                      <a:pt x="5849" y="5400"/>
                    </a:cubicBezTo>
                    <a:cubicBezTo>
                      <a:pt x="5803" y="5425"/>
                      <a:pt x="5756" y="5446"/>
                      <a:pt x="5708" y="5462"/>
                    </a:cubicBezTo>
                    <a:lnTo>
                      <a:pt x="5708" y="5462"/>
                    </a:lnTo>
                    <a:cubicBezTo>
                      <a:pt x="5704" y="5456"/>
                      <a:pt x="5701" y="5450"/>
                      <a:pt x="5697" y="5444"/>
                    </a:cubicBezTo>
                    <a:cubicBezTo>
                      <a:pt x="5640" y="5350"/>
                      <a:pt x="5585" y="5254"/>
                      <a:pt x="5531" y="5157"/>
                    </a:cubicBezTo>
                    <a:lnTo>
                      <a:pt x="5531" y="5157"/>
                    </a:lnTo>
                    <a:cubicBezTo>
                      <a:pt x="5612" y="5102"/>
                      <a:pt x="5687" y="5039"/>
                      <a:pt x="5755" y="4967"/>
                    </a:cubicBezTo>
                    <a:close/>
                    <a:moveTo>
                      <a:pt x="5428" y="5220"/>
                    </a:moveTo>
                    <a:cubicBezTo>
                      <a:pt x="5480" y="5315"/>
                      <a:pt x="5531" y="5407"/>
                      <a:pt x="5582" y="5495"/>
                    </a:cubicBezTo>
                    <a:lnTo>
                      <a:pt x="5582" y="5495"/>
                    </a:lnTo>
                    <a:cubicBezTo>
                      <a:pt x="5528" y="5505"/>
                      <a:pt x="5473" y="5510"/>
                      <a:pt x="5418" y="5510"/>
                    </a:cubicBezTo>
                    <a:cubicBezTo>
                      <a:pt x="5236" y="5510"/>
                      <a:pt x="5054" y="5459"/>
                      <a:pt x="4888" y="5374"/>
                    </a:cubicBezTo>
                    <a:lnTo>
                      <a:pt x="4888" y="5374"/>
                    </a:lnTo>
                    <a:cubicBezTo>
                      <a:pt x="5089" y="5359"/>
                      <a:pt x="5269" y="5306"/>
                      <a:pt x="5428" y="5220"/>
                    </a:cubicBezTo>
                    <a:close/>
                    <a:moveTo>
                      <a:pt x="6768" y="1529"/>
                    </a:moveTo>
                    <a:cubicBezTo>
                      <a:pt x="7450" y="1849"/>
                      <a:pt x="7755" y="2648"/>
                      <a:pt x="7873" y="3403"/>
                    </a:cubicBezTo>
                    <a:cubicBezTo>
                      <a:pt x="7976" y="4090"/>
                      <a:pt x="7976" y="4824"/>
                      <a:pt x="7699" y="5469"/>
                    </a:cubicBezTo>
                    <a:cubicBezTo>
                      <a:pt x="7540" y="5882"/>
                      <a:pt x="7161" y="6194"/>
                      <a:pt x="6734" y="6246"/>
                    </a:cubicBezTo>
                    <a:lnTo>
                      <a:pt x="6734" y="6246"/>
                    </a:lnTo>
                    <a:cubicBezTo>
                      <a:pt x="6782" y="6175"/>
                      <a:pt x="6819" y="6096"/>
                      <a:pt x="6841" y="6009"/>
                    </a:cubicBezTo>
                    <a:cubicBezTo>
                      <a:pt x="6918" y="5623"/>
                      <a:pt x="6721" y="5235"/>
                      <a:pt x="6411" y="5021"/>
                    </a:cubicBezTo>
                    <a:lnTo>
                      <a:pt x="6411" y="5021"/>
                    </a:lnTo>
                    <a:cubicBezTo>
                      <a:pt x="6568" y="4818"/>
                      <a:pt x="6691" y="4584"/>
                      <a:pt x="6770" y="4359"/>
                    </a:cubicBezTo>
                    <a:cubicBezTo>
                      <a:pt x="7103" y="3463"/>
                      <a:pt x="7138" y="2434"/>
                      <a:pt x="6774" y="1543"/>
                    </a:cubicBezTo>
                    <a:cubicBezTo>
                      <a:pt x="6772" y="1538"/>
                      <a:pt x="6770" y="1534"/>
                      <a:pt x="6768" y="1529"/>
                    </a:cubicBezTo>
                    <a:close/>
                    <a:moveTo>
                      <a:pt x="6321" y="5129"/>
                    </a:moveTo>
                    <a:cubicBezTo>
                      <a:pt x="6411" y="5186"/>
                      <a:pt x="6490" y="5260"/>
                      <a:pt x="6552" y="5358"/>
                    </a:cubicBezTo>
                    <a:cubicBezTo>
                      <a:pt x="6802" y="5736"/>
                      <a:pt x="6751" y="6031"/>
                      <a:pt x="6548" y="6253"/>
                    </a:cubicBezTo>
                    <a:lnTo>
                      <a:pt x="6548" y="6253"/>
                    </a:lnTo>
                    <a:cubicBezTo>
                      <a:pt x="6482" y="6249"/>
                      <a:pt x="6415" y="6238"/>
                      <a:pt x="6348" y="6221"/>
                    </a:cubicBezTo>
                    <a:cubicBezTo>
                      <a:pt x="6080" y="6081"/>
                      <a:pt x="5915" y="5802"/>
                      <a:pt x="5756" y="5541"/>
                    </a:cubicBezTo>
                    <a:lnTo>
                      <a:pt x="5756" y="5541"/>
                    </a:lnTo>
                    <a:cubicBezTo>
                      <a:pt x="5968" y="5459"/>
                      <a:pt x="6159" y="5311"/>
                      <a:pt x="6321" y="5129"/>
                    </a:cubicBezTo>
                    <a:close/>
                    <a:moveTo>
                      <a:pt x="1844" y="5200"/>
                    </a:moveTo>
                    <a:lnTo>
                      <a:pt x="1844" y="5200"/>
                    </a:lnTo>
                    <a:cubicBezTo>
                      <a:pt x="2060" y="5248"/>
                      <a:pt x="2282" y="5269"/>
                      <a:pt x="2498" y="5274"/>
                    </a:cubicBezTo>
                    <a:cubicBezTo>
                      <a:pt x="2531" y="5274"/>
                      <a:pt x="2564" y="5275"/>
                      <a:pt x="2596" y="5275"/>
                    </a:cubicBezTo>
                    <a:cubicBezTo>
                      <a:pt x="2789" y="5275"/>
                      <a:pt x="2980" y="5264"/>
                      <a:pt x="3171" y="5247"/>
                    </a:cubicBezTo>
                    <a:lnTo>
                      <a:pt x="3171" y="5247"/>
                    </a:lnTo>
                    <a:cubicBezTo>
                      <a:pt x="3083" y="5576"/>
                      <a:pt x="2966" y="5895"/>
                      <a:pt x="2800" y="6197"/>
                    </a:cubicBezTo>
                    <a:cubicBezTo>
                      <a:pt x="2760" y="6264"/>
                      <a:pt x="2718" y="6323"/>
                      <a:pt x="2673" y="6372"/>
                    </a:cubicBezTo>
                    <a:lnTo>
                      <a:pt x="2673" y="6372"/>
                    </a:lnTo>
                    <a:cubicBezTo>
                      <a:pt x="2220" y="6119"/>
                      <a:pt x="1889" y="5741"/>
                      <a:pt x="1844" y="5200"/>
                    </a:cubicBezTo>
                    <a:close/>
                    <a:moveTo>
                      <a:pt x="345" y="3963"/>
                    </a:moveTo>
                    <a:cubicBezTo>
                      <a:pt x="512" y="4333"/>
                      <a:pt x="761" y="4660"/>
                      <a:pt x="1104" y="4896"/>
                    </a:cubicBezTo>
                    <a:cubicBezTo>
                      <a:pt x="1290" y="5020"/>
                      <a:pt x="1493" y="5107"/>
                      <a:pt x="1704" y="5166"/>
                    </a:cubicBezTo>
                    <a:lnTo>
                      <a:pt x="1704" y="5166"/>
                    </a:lnTo>
                    <a:cubicBezTo>
                      <a:pt x="1710" y="5317"/>
                      <a:pt x="1739" y="5469"/>
                      <a:pt x="1796" y="5619"/>
                    </a:cubicBezTo>
                    <a:cubicBezTo>
                      <a:pt x="1947" y="5974"/>
                      <a:pt x="2225" y="6254"/>
                      <a:pt x="2578" y="6464"/>
                    </a:cubicBezTo>
                    <a:lnTo>
                      <a:pt x="2578" y="6464"/>
                    </a:lnTo>
                    <a:cubicBezTo>
                      <a:pt x="2440" y="6574"/>
                      <a:pt x="2285" y="6620"/>
                      <a:pt x="2124" y="6620"/>
                    </a:cubicBezTo>
                    <a:cubicBezTo>
                      <a:pt x="1754" y="6620"/>
                      <a:pt x="1349" y="6381"/>
                      <a:pt x="1042" y="6127"/>
                    </a:cubicBezTo>
                    <a:cubicBezTo>
                      <a:pt x="399" y="5661"/>
                      <a:pt x="140" y="4710"/>
                      <a:pt x="345" y="3963"/>
                    </a:cubicBezTo>
                    <a:close/>
                    <a:moveTo>
                      <a:pt x="3845" y="5163"/>
                    </a:moveTo>
                    <a:cubicBezTo>
                      <a:pt x="4162" y="5299"/>
                      <a:pt x="4448" y="5367"/>
                      <a:pt x="4704" y="5377"/>
                    </a:cubicBezTo>
                    <a:lnTo>
                      <a:pt x="4704" y="5377"/>
                    </a:lnTo>
                    <a:cubicBezTo>
                      <a:pt x="4795" y="5436"/>
                      <a:pt x="4891" y="5487"/>
                      <a:pt x="4993" y="5528"/>
                    </a:cubicBezTo>
                    <a:cubicBezTo>
                      <a:pt x="5130" y="5585"/>
                      <a:pt x="5264" y="5611"/>
                      <a:pt x="5393" y="5611"/>
                    </a:cubicBezTo>
                    <a:cubicBezTo>
                      <a:pt x="5475" y="5611"/>
                      <a:pt x="5555" y="5600"/>
                      <a:pt x="5633" y="5581"/>
                    </a:cubicBezTo>
                    <a:lnTo>
                      <a:pt x="5633" y="5581"/>
                    </a:lnTo>
                    <a:cubicBezTo>
                      <a:pt x="5756" y="5786"/>
                      <a:pt x="5879" y="5965"/>
                      <a:pt x="6005" y="6099"/>
                    </a:cubicBezTo>
                    <a:cubicBezTo>
                      <a:pt x="6085" y="6191"/>
                      <a:pt x="6183" y="6274"/>
                      <a:pt x="6304" y="6330"/>
                    </a:cubicBezTo>
                    <a:cubicBezTo>
                      <a:pt x="6346" y="6343"/>
                      <a:pt x="6389" y="6353"/>
                      <a:pt x="6433" y="6359"/>
                    </a:cubicBezTo>
                    <a:lnTo>
                      <a:pt x="6433" y="6359"/>
                    </a:lnTo>
                    <a:cubicBezTo>
                      <a:pt x="6056" y="6658"/>
                      <a:pt x="5390" y="6795"/>
                      <a:pt x="4956" y="6809"/>
                    </a:cubicBezTo>
                    <a:cubicBezTo>
                      <a:pt x="4865" y="6814"/>
                      <a:pt x="4768" y="6817"/>
                      <a:pt x="4668" y="6817"/>
                    </a:cubicBezTo>
                    <a:cubicBezTo>
                      <a:pt x="4058" y="6817"/>
                      <a:pt x="3322" y="6706"/>
                      <a:pt x="2753" y="6415"/>
                    </a:cubicBezTo>
                    <a:lnTo>
                      <a:pt x="2753" y="6415"/>
                    </a:lnTo>
                    <a:cubicBezTo>
                      <a:pt x="2996" y="6139"/>
                      <a:pt x="3158" y="5711"/>
                      <a:pt x="3277" y="5237"/>
                    </a:cubicBezTo>
                    <a:lnTo>
                      <a:pt x="3277" y="5237"/>
                    </a:lnTo>
                    <a:cubicBezTo>
                      <a:pt x="3467" y="5217"/>
                      <a:pt x="3657" y="5191"/>
                      <a:pt x="3845" y="5163"/>
                    </a:cubicBezTo>
                    <a:close/>
                    <a:moveTo>
                      <a:pt x="4702" y="0"/>
                    </a:moveTo>
                    <a:cubicBezTo>
                      <a:pt x="4645" y="0"/>
                      <a:pt x="4588" y="3"/>
                      <a:pt x="4530" y="9"/>
                    </a:cubicBezTo>
                    <a:cubicBezTo>
                      <a:pt x="4340" y="36"/>
                      <a:pt x="4160" y="88"/>
                      <a:pt x="3990" y="163"/>
                    </a:cubicBezTo>
                    <a:lnTo>
                      <a:pt x="3990" y="163"/>
                    </a:lnTo>
                    <a:cubicBezTo>
                      <a:pt x="3696" y="92"/>
                      <a:pt x="3388" y="57"/>
                      <a:pt x="3079" y="57"/>
                    </a:cubicBezTo>
                    <a:cubicBezTo>
                      <a:pt x="1672" y="57"/>
                      <a:pt x="250" y="792"/>
                      <a:pt x="78" y="2292"/>
                    </a:cubicBezTo>
                    <a:cubicBezTo>
                      <a:pt x="40" y="2792"/>
                      <a:pt x="98" y="3330"/>
                      <a:pt x="281" y="3809"/>
                    </a:cubicBezTo>
                    <a:lnTo>
                      <a:pt x="281" y="3809"/>
                    </a:lnTo>
                    <a:cubicBezTo>
                      <a:pt x="1" y="4612"/>
                      <a:pt x="261" y="5686"/>
                      <a:pt x="979" y="6207"/>
                    </a:cubicBezTo>
                    <a:cubicBezTo>
                      <a:pt x="1307" y="6454"/>
                      <a:pt x="1689" y="6725"/>
                      <a:pt x="2114" y="6725"/>
                    </a:cubicBezTo>
                    <a:cubicBezTo>
                      <a:pt x="2178" y="6725"/>
                      <a:pt x="2244" y="6719"/>
                      <a:pt x="2311" y="6705"/>
                    </a:cubicBezTo>
                    <a:cubicBezTo>
                      <a:pt x="2441" y="6669"/>
                      <a:pt x="2557" y="6602"/>
                      <a:pt x="2659" y="6510"/>
                    </a:cubicBezTo>
                    <a:lnTo>
                      <a:pt x="2659" y="6510"/>
                    </a:lnTo>
                    <a:cubicBezTo>
                      <a:pt x="3214" y="6815"/>
                      <a:pt x="3932" y="6957"/>
                      <a:pt x="4623" y="6957"/>
                    </a:cubicBezTo>
                    <a:cubicBezTo>
                      <a:pt x="5284" y="6957"/>
                      <a:pt x="5919" y="6827"/>
                      <a:pt x="6361" y="6582"/>
                    </a:cubicBezTo>
                    <a:cubicBezTo>
                      <a:pt x="6459" y="6525"/>
                      <a:pt x="6555" y="6453"/>
                      <a:pt x="6637" y="6367"/>
                    </a:cubicBezTo>
                    <a:lnTo>
                      <a:pt x="6637" y="6367"/>
                    </a:lnTo>
                    <a:cubicBezTo>
                      <a:pt x="6652" y="6367"/>
                      <a:pt x="6667" y="6366"/>
                      <a:pt x="6683" y="6364"/>
                    </a:cubicBezTo>
                    <a:cubicBezTo>
                      <a:pt x="7482" y="6340"/>
                      <a:pt x="7912" y="5525"/>
                      <a:pt x="8001" y="4820"/>
                    </a:cubicBezTo>
                    <a:cubicBezTo>
                      <a:pt x="8128" y="3789"/>
                      <a:pt x="7994" y="2546"/>
                      <a:pt x="7275" y="1745"/>
                    </a:cubicBezTo>
                    <a:cubicBezTo>
                      <a:pt x="7106" y="1584"/>
                      <a:pt x="6911" y="1468"/>
                      <a:pt x="6703" y="1392"/>
                    </a:cubicBezTo>
                    <a:lnTo>
                      <a:pt x="6703" y="1392"/>
                    </a:lnTo>
                    <a:cubicBezTo>
                      <a:pt x="6320" y="641"/>
                      <a:pt x="5563" y="0"/>
                      <a:pt x="47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1" name="Google Shape;101;p13"/>
            <p:cNvGrpSpPr/>
            <p:nvPr/>
          </p:nvGrpSpPr>
          <p:grpSpPr>
            <a:xfrm>
              <a:off x="517125" y="664281"/>
              <a:ext cx="136575" cy="134183"/>
              <a:chOff x="5397687" y="2595834"/>
              <a:chExt cx="157527" cy="154767"/>
            </a:xfrm>
          </p:grpSpPr>
          <p:sp>
            <p:nvSpPr>
              <p:cNvPr id="102" name="Google Shape;102;p13"/>
              <p:cNvSpPr/>
              <p:nvPr/>
            </p:nvSpPr>
            <p:spPr>
              <a:xfrm>
                <a:off x="5426122" y="2595834"/>
                <a:ext cx="100237" cy="154767"/>
              </a:xfrm>
              <a:custGeom>
                <a:rect b="b" l="l" r="r" t="t"/>
                <a:pathLst>
                  <a:path extrusionOk="0" h="3701" w="2397">
                    <a:moveTo>
                      <a:pt x="1430" y="0"/>
                    </a:moveTo>
                    <a:cubicBezTo>
                      <a:pt x="1422" y="0"/>
                      <a:pt x="1416" y="1"/>
                      <a:pt x="1412" y="3"/>
                    </a:cubicBezTo>
                    <a:cubicBezTo>
                      <a:pt x="1412" y="3"/>
                      <a:pt x="1" y="3234"/>
                      <a:pt x="26" y="3295"/>
                    </a:cubicBezTo>
                    <a:cubicBezTo>
                      <a:pt x="50" y="3354"/>
                      <a:pt x="840" y="3701"/>
                      <a:pt x="972" y="3701"/>
                    </a:cubicBezTo>
                    <a:cubicBezTo>
                      <a:pt x="978" y="3701"/>
                      <a:pt x="982" y="3700"/>
                      <a:pt x="986" y="3699"/>
                    </a:cubicBezTo>
                    <a:cubicBezTo>
                      <a:pt x="1063" y="3668"/>
                      <a:pt x="2396" y="469"/>
                      <a:pt x="2371" y="407"/>
                    </a:cubicBezTo>
                    <a:cubicBezTo>
                      <a:pt x="2347" y="348"/>
                      <a:pt x="1584" y="0"/>
                      <a:pt x="143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13"/>
              <p:cNvSpPr/>
              <p:nvPr/>
            </p:nvSpPr>
            <p:spPr>
              <a:xfrm>
                <a:off x="5397687" y="2624647"/>
                <a:ext cx="157527" cy="98104"/>
              </a:xfrm>
              <a:custGeom>
                <a:rect b="b" l="l" r="r" t="t"/>
                <a:pathLst>
                  <a:path extrusionOk="0" h="2346" w="3767">
                    <a:moveTo>
                      <a:pt x="445" y="0"/>
                    </a:moveTo>
                    <a:cubicBezTo>
                      <a:pt x="444" y="0"/>
                      <a:pt x="443" y="0"/>
                      <a:pt x="442" y="0"/>
                    </a:cubicBezTo>
                    <a:cubicBezTo>
                      <a:pt x="380" y="26"/>
                      <a:pt x="0" y="867"/>
                      <a:pt x="39" y="960"/>
                    </a:cubicBezTo>
                    <a:cubicBezTo>
                      <a:pt x="39" y="960"/>
                      <a:pt x="3212" y="2346"/>
                      <a:pt x="3329" y="2346"/>
                    </a:cubicBezTo>
                    <a:cubicBezTo>
                      <a:pt x="3330" y="2346"/>
                      <a:pt x="3331" y="2346"/>
                      <a:pt x="3331" y="2346"/>
                    </a:cubicBezTo>
                    <a:cubicBezTo>
                      <a:pt x="3393" y="2320"/>
                      <a:pt x="3766" y="1464"/>
                      <a:pt x="3735" y="1386"/>
                    </a:cubicBezTo>
                    <a:cubicBezTo>
                      <a:pt x="3704" y="1310"/>
                      <a:pt x="564" y="0"/>
                      <a:pt x="44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/>
          <p:nvPr/>
        </p:nvSpPr>
        <p:spPr>
          <a:xfrm flipH="1" rot="-9876559">
            <a:off x="6585010" y="-2023554"/>
            <a:ext cx="3585063" cy="2516847"/>
          </a:xfrm>
          <a:custGeom>
            <a:rect b="b" l="l" r="r" t="t"/>
            <a:pathLst>
              <a:path extrusionOk="0" h="31327" w="44623">
                <a:moveTo>
                  <a:pt x="30181" y="0"/>
                </a:moveTo>
                <a:cubicBezTo>
                  <a:pt x="29391" y="0"/>
                  <a:pt x="28601" y="88"/>
                  <a:pt x="27830" y="267"/>
                </a:cubicBezTo>
                <a:cubicBezTo>
                  <a:pt x="25849" y="728"/>
                  <a:pt x="23986" y="1759"/>
                  <a:pt x="21953" y="1843"/>
                </a:cubicBezTo>
                <a:cubicBezTo>
                  <a:pt x="21861" y="1847"/>
                  <a:pt x="21770" y="1848"/>
                  <a:pt x="21678" y="1848"/>
                </a:cubicBezTo>
                <a:cubicBezTo>
                  <a:pt x="19691" y="1848"/>
                  <a:pt x="17792" y="990"/>
                  <a:pt x="15827" y="629"/>
                </a:cubicBezTo>
                <a:cubicBezTo>
                  <a:pt x="15152" y="505"/>
                  <a:pt x="14470" y="445"/>
                  <a:pt x="13789" y="445"/>
                </a:cubicBezTo>
                <a:cubicBezTo>
                  <a:pt x="9549" y="445"/>
                  <a:pt x="5342" y="2762"/>
                  <a:pt x="2989" y="6330"/>
                </a:cubicBezTo>
                <a:cubicBezTo>
                  <a:pt x="260" y="10471"/>
                  <a:pt x="1" y="16027"/>
                  <a:pt x="1998" y="20566"/>
                </a:cubicBezTo>
                <a:cubicBezTo>
                  <a:pt x="3996" y="25107"/>
                  <a:pt x="8092" y="28590"/>
                  <a:pt x="12783" y="30201"/>
                </a:cubicBezTo>
                <a:cubicBezTo>
                  <a:pt x="15007" y="30966"/>
                  <a:pt x="17350" y="31326"/>
                  <a:pt x="19701" y="31326"/>
                </a:cubicBezTo>
                <a:cubicBezTo>
                  <a:pt x="22309" y="31326"/>
                  <a:pt x="24925" y="30883"/>
                  <a:pt x="27400" y="30058"/>
                </a:cubicBezTo>
                <a:cubicBezTo>
                  <a:pt x="29707" y="29289"/>
                  <a:pt x="31904" y="28201"/>
                  <a:pt x="34244" y="27537"/>
                </a:cubicBezTo>
                <a:cubicBezTo>
                  <a:pt x="35447" y="27197"/>
                  <a:pt x="36715" y="26976"/>
                  <a:pt x="37965" y="26976"/>
                </a:cubicBezTo>
                <a:cubicBezTo>
                  <a:pt x="39146" y="26976"/>
                  <a:pt x="40312" y="27173"/>
                  <a:pt x="41392" y="27652"/>
                </a:cubicBezTo>
                <a:lnTo>
                  <a:pt x="44623" y="25946"/>
                </a:lnTo>
                <a:cubicBezTo>
                  <a:pt x="42654" y="25892"/>
                  <a:pt x="40990" y="24267"/>
                  <a:pt x="40341" y="22406"/>
                </a:cubicBezTo>
                <a:cubicBezTo>
                  <a:pt x="39693" y="20546"/>
                  <a:pt x="39871" y="18504"/>
                  <a:pt x="40215" y="16564"/>
                </a:cubicBezTo>
                <a:cubicBezTo>
                  <a:pt x="40557" y="14624"/>
                  <a:pt x="41058" y="12692"/>
                  <a:pt x="41031" y="10722"/>
                </a:cubicBezTo>
                <a:cubicBezTo>
                  <a:pt x="40988" y="7504"/>
                  <a:pt x="39446" y="4334"/>
                  <a:pt x="36929" y="2331"/>
                </a:cubicBezTo>
                <a:cubicBezTo>
                  <a:pt x="35030" y="821"/>
                  <a:pt x="32604" y="0"/>
                  <a:pt x="30181" y="0"/>
                </a:cubicBezTo>
                <a:close/>
              </a:path>
            </a:pathLst>
          </a:custGeom>
          <a:solidFill>
            <a:srgbClr val="9485BA">
              <a:alpha val="12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 rot="4976521">
            <a:off x="-2324959" y="3204451"/>
            <a:ext cx="3240311" cy="2274818"/>
          </a:xfrm>
          <a:custGeom>
            <a:rect b="b" l="l" r="r" t="t"/>
            <a:pathLst>
              <a:path extrusionOk="0" h="31327" w="44623">
                <a:moveTo>
                  <a:pt x="30181" y="0"/>
                </a:moveTo>
                <a:cubicBezTo>
                  <a:pt x="29391" y="0"/>
                  <a:pt x="28601" y="88"/>
                  <a:pt x="27830" y="267"/>
                </a:cubicBezTo>
                <a:cubicBezTo>
                  <a:pt x="25849" y="728"/>
                  <a:pt x="23986" y="1759"/>
                  <a:pt x="21953" y="1843"/>
                </a:cubicBezTo>
                <a:cubicBezTo>
                  <a:pt x="21861" y="1847"/>
                  <a:pt x="21770" y="1848"/>
                  <a:pt x="21678" y="1848"/>
                </a:cubicBezTo>
                <a:cubicBezTo>
                  <a:pt x="19691" y="1848"/>
                  <a:pt x="17792" y="990"/>
                  <a:pt x="15827" y="629"/>
                </a:cubicBezTo>
                <a:cubicBezTo>
                  <a:pt x="15152" y="505"/>
                  <a:pt x="14470" y="445"/>
                  <a:pt x="13789" y="445"/>
                </a:cubicBezTo>
                <a:cubicBezTo>
                  <a:pt x="9549" y="445"/>
                  <a:pt x="5342" y="2762"/>
                  <a:pt x="2989" y="6330"/>
                </a:cubicBezTo>
                <a:cubicBezTo>
                  <a:pt x="260" y="10471"/>
                  <a:pt x="1" y="16027"/>
                  <a:pt x="1998" y="20566"/>
                </a:cubicBezTo>
                <a:cubicBezTo>
                  <a:pt x="3996" y="25107"/>
                  <a:pt x="8092" y="28590"/>
                  <a:pt x="12783" y="30201"/>
                </a:cubicBezTo>
                <a:cubicBezTo>
                  <a:pt x="15007" y="30966"/>
                  <a:pt x="17350" y="31326"/>
                  <a:pt x="19701" y="31326"/>
                </a:cubicBezTo>
                <a:cubicBezTo>
                  <a:pt x="22309" y="31326"/>
                  <a:pt x="24925" y="30883"/>
                  <a:pt x="27400" y="30058"/>
                </a:cubicBezTo>
                <a:cubicBezTo>
                  <a:pt x="29707" y="29289"/>
                  <a:pt x="31904" y="28201"/>
                  <a:pt x="34244" y="27537"/>
                </a:cubicBezTo>
                <a:cubicBezTo>
                  <a:pt x="35447" y="27197"/>
                  <a:pt x="36715" y="26976"/>
                  <a:pt x="37965" y="26976"/>
                </a:cubicBezTo>
                <a:cubicBezTo>
                  <a:pt x="39146" y="26976"/>
                  <a:pt x="40312" y="27173"/>
                  <a:pt x="41392" y="27652"/>
                </a:cubicBezTo>
                <a:lnTo>
                  <a:pt x="44623" y="25946"/>
                </a:lnTo>
                <a:cubicBezTo>
                  <a:pt x="42654" y="25892"/>
                  <a:pt x="40990" y="24267"/>
                  <a:pt x="40341" y="22406"/>
                </a:cubicBezTo>
                <a:cubicBezTo>
                  <a:pt x="39693" y="20546"/>
                  <a:pt x="39871" y="18504"/>
                  <a:pt x="40215" y="16564"/>
                </a:cubicBezTo>
                <a:cubicBezTo>
                  <a:pt x="40557" y="14624"/>
                  <a:pt x="41058" y="12692"/>
                  <a:pt x="41031" y="10722"/>
                </a:cubicBezTo>
                <a:cubicBezTo>
                  <a:pt x="40988" y="7504"/>
                  <a:pt x="39446" y="4334"/>
                  <a:pt x="36929" y="2331"/>
                </a:cubicBezTo>
                <a:cubicBezTo>
                  <a:pt x="35030" y="821"/>
                  <a:pt x="32604" y="0"/>
                  <a:pt x="30181" y="0"/>
                </a:cubicBezTo>
                <a:close/>
              </a:path>
            </a:pathLst>
          </a:custGeom>
          <a:solidFill>
            <a:srgbClr val="9485BA">
              <a:alpha val="12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/>
          <p:nvPr/>
        </p:nvSpPr>
        <p:spPr>
          <a:xfrm>
            <a:off x="6355354" y="4460950"/>
            <a:ext cx="2276613" cy="682554"/>
          </a:xfrm>
          <a:custGeom>
            <a:rect b="b" l="l" r="r" t="t"/>
            <a:pathLst>
              <a:path extrusionOk="0" h="12536" w="41813">
                <a:moveTo>
                  <a:pt x="41813" y="12536"/>
                </a:moveTo>
                <a:lnTo>
                  <a:pt x="0" y="12536"/>
                </a:lnTo>
                <a:cubicBezTo>
                  <a:pt x="126" y="11357"/>
                  <a:pt x="423" y="10191"/>
                  <a:pt x="854" y="9088"/>
                </a:cubicBezTo>
                <a:cubicBezTo>
                  <a:pt x="1863" y="6514"/>
                  <a:pt x="3879" y="4060"/>
                  <a:pt x="6617" y="3669"/>
                </a:cubicBezTo>
                <a:cubicBezTo>
                  <a:pt x="7797" y="3500"/>
                  <a:pt x="8957" y="3729"/>
                  <a:pt x="10080" y="4146"/>
                </a:cubicBezTo>
                <a:cubicBezTo>
                  <a:pt x="11689" y="4742"/>
                  <a:pt x="13492" y="4257"/>
                  <a:pt x="14595" y="2942"/>
                </a:cubicBezTo>
                <a:cubicBezTo>
                  <a:pt x="15375" y="2015"/>
                  <a:pt x="16378" y="1274"/>
                  <a:pt x="17504" y="828"/>
                </a:cubicBezTo>
                <a:cubicBezTo>
                  <a:pt x="19590" y="1"/>
                  <a:pt x="22055" y="203"/>
                  <a:pt x="23979" y="1357"/>
                </a:cubicBezTo>
                <a:cubicBezTo>
                  <a:pt x="24549" y="1700"/>
                  <a:pt x="25072" y="2119"/>
                  <a:pt x="25578" y="2564"/>
                </a:cubicBezTo>
                <a:cubicBezTo>
                  <a:pt x="27015" y="3831"/>
                  <a:pt x="28306" y="5313"/>
                  <a:pt x="30115" y="5863"/>
                </a:cubicBezTo>
                <a:cubicBezTo>
                  <a:pt x="31998" y="6435"/>
                  <a:pt x="34054" y="5860"/>
                  <a:pt x="35982" y="6246"/>
                </a:cubicBezTo>
                <a:cubicBezTo>
                  <a:pt x="38809" y="6811"/>
                  <a:pt x="40886" y="9391"/>
                  <a:pt x="41707" y="12153"/>
                </a:cubicBezTo>
                <a:cubicBezTo>
                  <a:pt x="41745" y="12280"/>
                  <a:pt x="41780" y="12407"/>
                  <a:pt x="41813" y="12536"/>
                </a:cubicBezTo>
              </a:path>
            </a:pathLst>
          </a:custGeom>
          <a:solidFill>
            <a:srgbClr val="7968AF">
              <a:alpha val="8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 rot="10800000">
            <a:off x="34" y="23"/>
            <a:ext cx="2072813" cy="1466029"/>
          </a:xfrm>
          <a:custGeom>
            <a:rect b="b" l="l" r="r" t="t"/>
            <a:pathLst>
              <a:path extrusionOk="0" h="22264" w="31479">
                <a:moveTo>
                  <a:pt x="28893" y="0"/>
                </a:moveTo>
                <a:cubicBezTo>
                  <a:pt x="28697" y="0"/>
                  <a:pt x="28500" y="7"/>
                  <a:pt x="28304" y="21"/>
                </a:cubicBezTo>
                <a:cubicBezTo>
                  <a:pt x="24588" y="285"/>
                  <a:pt x="21237" y="2790"/>
                  <a:pt x="19458" y="6063"/>
                </a:cubicBezTo>
                <a:cubicBezTo>
                  <a:pt x="18833" y="7214"/>
                  <a:pt x="18345" y="8499"/>
                  <a:pt x="17343" y="9340"/>
                </a:cubicBezTo>
                <a:cubicBezTo>
                  <a:pt x="15676" y="10738"/>
                  <a:pt x="13239" y="10447"/>
                  <a:pt x="11077" y="10688"/>
                </a:cubicBezTo>
                <a:cubicBezTo>
                  <a:pt x="9416" y="10874"/>
                  <a:pt x="7829" y="11440"/>
                  <a:pt x="6403" y="12292"/>
                </a:cubicBezTo>
                <a:cubicBezTo>
                  <a:pt x="3702" y="13903"/>
                  <a:pt x="1573" y="16536"/>
                  <a:pt x="591" y="19541"/>
                </a:cubicBezTo>
                <a:cubicBezTo>
                  <a:pt x="300" y="20429"/>
                  <a:pt x="107" y="21341"/>
                  <a:pt x="1" y="22264"/>
                </a:cubicBezTo>
                <a:lnTo>
                  <a:pt x="31478" y="22264"/>
                </a:lnTo>
                <a:lnTo>
                  <a:pt x="31478" y="391"/>
                </a:lnTo>
                <a:cubicBezTo>
                  <a:pt x="30640" y="136"/>
                  <a:pt x="29766" y="0"/>
                  <a:pt x="28893" y="0"/>
                </a:cubicBezTo>
                <a:close/>
              </a:path>
            </a:pathLst>
          </a:custGeom>
          <a:solidFill>
            <a:srgbClr val="7968AF">
              <a:alpha val="8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12" name="Google Shape;112;p15"/>
          <p:cNvGrpSpPr/>
          <p:nvPr/>
        </p:nvGrpSpPr>
        <p:grpSpPr>
          <a:xfrm>
            <a:off x="191583" y="2761006"/>
            <a:ext cx="463740" cy="638707"/>
            <a:chOff x="130108" y="2774256"/>
            <a:chExt cx="463740" cy="638707"/>
          </a:xfrm>
        </p:grpSpPr>
        <p:grpSp>
          <p:nvGrpSpPr>
            <p:cNvPr id="113" name="Google Shape;113;p15"/>
            <p:cNvGrpSpPr/>
            <p:nvPr/>
          </p:nvGrpSpPr>
          <p:grpSpPr>
            <a:xfrm rot="-2308731">
              <a:off x="228945" y="2790649"/>
              <a:ext cx="92600" cy="253132"/>
              <a:chOff x="2187550" y="-667000"/>
              <a:chExt cx="135700" cy="370950"/>
            </a:xfrm>
          </p:grpSpPr>
          <p:sp>
            <p:nvSpPr>
              <p:cNvPr id="114" name="Google Shape;114;p15"/>
              <p:cNvSpPr/>
              <p:nvPr/>
            </p:nvSpPr>
            <p:spPr>
              <a:xfrm>
                <a:off x="2187550" y="-667000"/>
                <a:ext cx="135700" cy="299650"/>
              </a:xfrm>
              <a:custGeom>
                <a:rect b="b" l="l" r="r" t="t"/>
                <a:pathLst>
                  <a:path extrusionOk="0" h="11986" w="5428">
                    <a:moveTo>
                      <a:pt x="244" y="1"/>
                    </a:moveTo>
                    <a:cubicBezTo>
                      <a:pt x="241" y="1"/>
                      <a:pt x="237" y="1"/>
                      <a:pt x="235" y="2"/>
                    </a:cubicBezTo>
                    <a:cubicBezTo>
                      <a:pt x="1" y="55"/>
                      <a:pt x="2223" y="2491"/>
                      <a:pt x="2782" y="5293"/>
                    </a:cubicBezTo>
                    <a:cubicBezTo>
                      <a:pt x="3341" y="8081"/>
                      <a:pt x="2987" y="11986"/>
                      <a:pt x="3274" y="11986"/>
                    </a:cubicBezTo>
                    <a:cubicBezTo>
                      <a:pt x="3275" y="11986"/>
                      <a:pt x="3277" y="11986"/>
                      <a:pt x="3278" y="11985"/>
                    </a:cubicBezTo>
                    <a:cubicBezTo>
                      <a:pt x="3560" y="11945"/>
                      <a:pt x="5427" y="7910"/>
                      <a:pt x="4554" y="5006"/>
                    </a:cubicBezTo>
                    <a:cubicBezTo>
                      <a:pt x="3691" y="2135"/>
                      <a:pt x="544" y="1"/>
                      <a:pt x="2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15"/>
              <p:cNvSpPr/>
              <p:nvPr/>
            </p:nvSpPr>
            <p:spPr>
              <a:xfrm>
                <a:off x="2246900" y="-583625"/>
                <a:ext cx="25825" cy="93475"/>
              </a:xfrm>
              <a:custGeom>
                <a:rect b="b" l="l" r="r" t="t"/>
                <a:pathLst>
                  <a:path extrusionOk="0" h="3739" w="1033">
                    <a:moveTo>
                      <a:pt x="81" y="0"/>
                    </a:moveTo>
                    <a:lnTo>
                      <a:pt x="1" y="36"/>
                    </a:lnTo>
                    <a:cubicBezTo>
                      <a:pt x="1" y="36"/>
                      <a:pt x="82" y="262"/>
                      <a:pt x="204" y="603"/>
                    </a:cubicBezTo>
                    <a:cubicBezTo>
                      <a:pt x="236" y="687"/>
                      <a:pt x="271" y="777"/>
                      <a:pt x="307" y="874"/>
                    </a:cubicBezTo>
                    <a:cubicBezTo>
                      <a:pt x="346" y="969"/>
                      <a:pt x="369" y="1077"/>
                      <a:pt x="405" y="1182"/>
                    </a:cubicBezTo>
                    <a:cubicBezTo>
                      <a:pt x="472" y="1396"/>
                      <a:pt x="544" y="1625"/>
                      <a:pt x="615" y="1853"/>
                    </a:cubicBezTo>
                    <a:cubicBezTo>
                      <a:pt x="668" y="2084"/>
                      <a:pt x="719" y="2316"/>
                      <a:pt x="768" y="2533"/>
                    </a:cubicBezTo>
                    <a:cubicBezTo>
                      <a:pt x="788" y="2643"/>
                      <a:pt x="827" y="2744"/>
                      <a:pt x="834" y="2848"/>
                    </a:cubicBezTo>
                    <a:cubicBezTo>
                      <a:pt x="846" y="2951"/>
                      <a:pt x="856" y="3049"/>
                      <a:pt x="867" y="3139"/>
                    </a:cubicBezTo>
                    <a:cubicBezTo>
                      <a:pt x="914" y="3498"/>
                      <a:pt x="945" y="3738"/>
                      <a:pt x="945" y="3738"/>
                    </a:cubicBezTo>
                    <a:lnTo>
                      <a:pt x="1033" y="3730"/>
                    </a:lnTo>
                    <a:cubicBezTo>
                      <a:pt x="1033" y="3730"/>
                      <a:pt x="1024" y="3489"/>
                      <a:pt x="1010" y="3127"/>
                    </a:cubicBezTo>
                    <a:cubicBezTo>
                      <a:pt x="1006" y="3037"/>
                      <a:pt x="1000" y="2938"/>
                      <a:pt x="993" y="2835"/>
                    </a:cubicBezTo>
                    <a:cubicBezTo>
                      <a:pt x="993" y="2731"/>
                      <a:pt x="960" y="2623"/>
                      <a:pt x="940" y="2511"/>
                    </a:cubicBezTo>
                    <a:cubicBezTo>
                      <a:pt x="894" y="2285"/>
                      <a:pt x="845" y="2044"/>
                      <a:pt x="795" y="1804"/>
                    </a:cubicBezTo>
                    <a:cubicBezTo>
                      <a:pt x="718" y="1574"/>
                      <a:pt x="642" y="1342"/>
                      <a:pt x="569" y="1127"/>
                    </a:cubicBezTo>
                    <a:cubicBezTo>
                      <a:pt x="532" y="1018"/>
                      <a:pt x="501" y="912"/>
                      <a:pt x="456" y="818"/>
                    </a:cubicBezTo>
                    <a:cubicBezTo>
                      <a:pt x="414" y="722"/>
                      <a:pt x="374" y="632"/>
                      <a:pt x="337" y="549"/>
                    </a:cubicBezTo>
                    <a:cubicBezTo>
                      <a:pt x="183" y="219"/>
                      <a:pt x="81" y="0"/>
                      <a:pt x="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15"/>
              <p:cNvSpPr/>
              <p:nvPr/>
            </p:nvSpPr>
            <p:spPr>
              <a:xfrm>
                <a:off x="2241900" y="-334675"/>
                <a:ext cx="41850" cy="38625"/>
              </a:xfrm>
              <a:custGeom>
                <a:rect b="b" l="l" r="r" t="t"/>
                <a:pathLst>
                  <a:path extrusionOk="0" h="1545" w="1674">
                    <a:moveTo>
                      <a:pt x="924" y="0"/>
                    </a:moveTo>
                    <a:cubicBezTo>
                      <a:pt x="297" y="0"/>
                      <a:pt x="0" y="1190"/>
                      <a:pt x="767" y="1501"/>
                    </a:cubicBezTo>
                    <a:cubicBezTo>
                      <a:pt x="839" y="1531"/>
                      <a:pt x="906" y="1544"/>
                      <a:pt x="968" y="1544"/>
                    </a:cubicBezTo>
                    <a:cubicBezTo>
                      <a:pt x="1598" y="1544"/>
                      <a:pt x="1673" y="150"/>
                      <a:pt x="1035" y="13"/>
                    </a:cubicBezTo>
                    <a:cubicBezTo>
                      <a:pt x="997" y="4"/>
                      <a:pt x="960" y="0"/>
                      <a:pt x="9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7" name="Google Shape;117;p15"/>
            <p:cNvGrpSpPr/>
            <p:nvPr/>
          </p:nvGrpSpPr>
          <p:grpSpPr>
            <a:xfrm rot="-147251">
              <a:off x="362884" y="2776250"/>
              <a:ext cx="95953" cy="132382"/>
              <a:chOff x="2916600" y="-617325"/>
              <a:chExt cx="184250" cy="254300"/>
            </a:xfrm>
          </p:grpSpPr>
          <p:sp>
            <p:nvSpPr>
              <p:cNvPr id="118" name="Google Shape;118;p15"/>
              <p:cNvSpPr/>
              <p:nvPr/>
            </p:nvSpPr>
            <p:spPr>
              <a:xfrm>
                <a:off x="2916600" y="-617325"/>
                <a:ext cx="184250" cy="254300"/>
              </a:xfrm>
              <a:custGeom>
                <a:rect b="b" l="l" r="r" t="t"/>
                <a:pathLst>
                  <a:path extrusionOk="0" h="10172" w="7370">
                    <a:moveTo>
                      <a:pt x="3449" y="1"/>
                    </a:moveTo>
                    <a:cubicBezTo>
                      <a:pt x="1" y="1"/>
                      <a:pt x="1027" y="10171"/>
                      <a:pt x="1490" y="10171"/>
                    </a:cubicBezTo>
                    <a:cubicBezTo>
                      <a:pt x="1502" y="10171"/>
                      <a:pt x="1514" y="10165"/>
                      <a:pt x="1525" y="10150"/>
                    </a:cubicBezTo>
                    <a:cubicBezTo>
                      <a:pt x="2090" y="9433"/>
                      <a:pt x="7370" y="362"/>
                      <a:pt x="3622" y="9"/>
                    </a:cubicBezTo>
                    <a:cubicBezTo>
                      <a:pt x="3563" y="3"/>
                      <a:pt x="3505" y="1"/>
                      <a:pt x="344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15"/>
              <p:cNvSpPr/>
              <p:nvPr/>
            </p:nvSpPr>
            <p:spPr>
              <a:xfrm>
                <a:off x="2965150" y="-602650"/>
                <a:ext cx="62000" cy="205775"/>
              </a:xfrm>
              <a:custGeom>
                <a:rect b="b" l="l" r="r" t="t"/>
                <a:pathLst>
                  <a:path extrusionOk="0" h="8231" w="2480">
                    <a:moveTo>
                      <a:pt x="2233" y="1"/>
                    </a:moveTo>
                    <a:cubicBezTo>
                      <a:pt x="2233" y="1"/>
                      <a:pt x="2223" y="134"/>
                      <a:pt x="2208" y="369"/>
                    </a:cubicBezTo>
                    <a:cubicBezTo>
                      <a:pt x="2185" y="601"/>
                      <a:pt x="2196" y="945"/>
                      <a:pt x="2131" y="1334"/>
                    </a:cubicBezTo>
                    <a:cubicBezTo>
                      <a:pt x="2105" y="1530"/>
                      <a:pt x="2077" y="1742"/>
                      <a:pt x="2047" y="1965"/>
                    </a:cubicBezTo>
                    <a:cubicBezTo>
                      <a:pt x="2020" y="2190"/>
                      <a:pt x="1954" y="2424"/>
                      <a:pt x="1914" y="2669"/>
                    </a:cubicBezTo>
                    <a:cubicBezTo>
                      <a:pt x="1865" y="2912"/>
                      <a:pt x="1826" y="3166"/>
                      <a:pt x="1752" y="3416"/>
                    </a:cubicBezTo>
                    <a:cubicBezTo>
                      <a:pt x="1685" y="3669"/>
                      <a:pt x="1617" y="3926"/>
                      <a:pt x="1550" y="4182"/>
                    </a:cubicBezTo>
                    <a:cubicBezTo>
                      <a:pt x="1389" y="4687"/>
                      <a:pt x="1251" y="5202"/>
                      <a:pt x="1061" y="5663"/>
                    </a:cubicBezTo>
                    <a:cubicBezTo>
                      <a:pt x="974" y="5896"/>
                      <a:pt x="890" y="6121"/>
                      <a:pt x="811" y="6336"/>
                    </a:cubicBezTo>
                    <a:cubicBezTo>
                      <a:pt x="721" y="6546"/>
                      <a:pt x="636" y="6745"/>
                      <a:pt x="557" y="6928"/>
                    </a:cubicBezTo>
                    <a:cubicBezTo>
                      <a:pt x="409" y="7299"/>
                      <a:pt x="253" y="7594"/>
                      <a:pt x="156" y="7806"/>
                    </a:cubicBezTo>
                    <a:cubicBezTo>
                      <a:pt x="56" y="8018"/>
                      <a:pt x="0" y="8138"/>
                      <a:pt x="0" y="8138"/>
                    </a:cubicBezTo>
                    <a:lnTo>
                      <a:pt x="159" y="8230"/>
                    </a:lnTo>
                    <a:cubicBezTo>
                      <a:pt x="159" y="8230"/>
                      <a:pt x="230" y="8115"/>
                      <a:pt x="351" y="7912"/>
                    </a:cubicBezTo>
                    <a:cubicBezTo>
                      <a:pt x="466" y="7705"/>
                      <a:pt x="659" y="7424"/>
                      <a:pt x="828" y="7056"/>
                    </a:cubicBezTo>
                    <a:cubicBezTo>
                      <a:pt x="1009" y="6692"/>
                      <a:pt x="1219" y="6267"/>
                      <a:pt x="1399" y="5792"/>
                    </a:cubicBezTo>
                    <a:cubicBezTo>
                      <a:pt x="1601" y="5325"/>
                      <a:pt x="1750" y="4803"/>
                      <a:pt x="1923" y="4290"/>
                    </a:cubicBezTo>
                    <a:cubicBezTo>
                      <a:pt x="2050" y="3762"/>
                      <a:pt x="2199" y="3239"/>
                      <a:pt x="2270" y="2735"/>
                    </a:cubicBezTo>
                    <a:cubicBezTo>
                      <a:pt x="2311" y="2483"/>
                      <a:pt x="2364" y="2244"/>
                      <a:pt x="2379" y="2008"/>
                    </a:cubicBezTo>
                    <a:cubicBezTo>
                      <a:pt x="2397" y="1774"/>
                      <a:pt x="2414" y="1552"/>
                      <a:pt x="2430" y="1348"/>
                    </a:cubicBezTo>
                    <a:cubicBezTo>
                      <a:pt x="2479" y="938"/>
                      <a:pt x="2426" y="608"/>
                      <a:pt x="2431" y="372"/>
                    </a:cubicBezTo>
                    <a:cubicBezTo>
                      <a:pt x="2421" y="137"/>
                      <a:pt x="2416" y="3"/>
                      <a:pt x="2416" y="3"/>
                    </a:cubicBezTo>
                    <a:lnTo>
                      <a:pt x="2233" y="1"/>
                    </a:lnTo>
                    <a:close/>
                  </a:path>
                </a:pathLst>
              </a:custGeom>
              <a:solidFill>
                <a:srgbClr val="3C35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0" name="Google Shape;120;p15"/>
            <p:cNvGrpSpPr/>
            <p:nvPr/>
          </p:nvGrpSpPr>
          <p:grpSpPr>
            <a:xfrm flipH="1" rot="-3612477">
              <a:off x="186006" y="2930569"/>
              <a:ext cx="90467" cy="181271"/>
              <a:chOff x="2523825" y="-685025"/>
              <a:chExt cx="214450" cy="429700"/>
            </a:xfrm>
          </p:grpSpPr>
          <p:sp>
            <p:nvSpPr>
              <p:cNvPr id="121" name="Google Shape;121;p15"/>
              <p:cNvSpPr/>
              <p:nvPr/>
            </p:nvSpPr>
            <p:spPr>
              <a:xfrm>
                <a:off x="2523825" y="-685025"/>
                <a:ext cx="214450" cy="429700"/>
              </a:xfrm>
              <a:custGeom>
                <a:rect b="b" l="l" r="r" t="t"/>
                <a:pathLst>
                  <a:path extrusionOk="0" h="17188" w="8578">
                    <a:moveTo>
                      <a:pt x="5865" y="1"/>
                    </a:moveTo>
                    <a:cubicBezTo>
                      <a:pt x="3874" y="1"/>
                      <a:pt x="1160" y="3325"/>
                      <a:pt x="683" y="6656"/>
                    </a:cubicBezTo>
                    <a:cubicBezTo>
                      <a:pt x="1" y="11412"/>
                      <a:pt x="4331" y="17188"/>
                      <a:pt x="4921" y="17188"/>
                    </a:cubicBezTo>
                    <a:cubicBezTo>
                      <a:pt x="4929" y="17188"/>
                      <a:pt x="4936" y="17187"/>
                      <a:pt x="4943" y="17185"/>
                    </a:cubicBezTo>
                    <a:cubicBezTo>
                      <a:pt x="4943" y="17185"/>
                      <a:pt x="2597" y="11715"/>
                      <a:pt x="3742" y="7505"/>
                    </a:cubicBezTo>
                    <a:cubicBezTo>
                      <a:pt x="4341" y="5296"/>
                      <a:pt x="8577" y="1210"/>
                      <a:pt x="6596" y="175"/>
                    </a:cubicBezTo>
                    <a:cubicBezTo>
                      <a:pt x="6369" y="57"/>
                      <a:pt x="6123" y="1"/>
                      <a:pt x="586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15"/>
              <p:cNvSpPr/>
              <p:nvPr/>
            </p:nvSpPr>
            <p:spPr>
              <a:xfrm>
                <a:off x="2644975" y="-677100"/>
                <a:ext cx="45350" cy="106150"/>
              </a:xfrm>
              <a:custGeom>
                <a:rect b="b" l="l" r="r" t="t"/>
                <a:pathLst>
                  <a:path extrusionOk="0" h="4246" w="1814">
                    <a:moveTo>
                      <a:pt x="1347" y="0"/>
                    </a:moveTo>
                    <a:lnTo>
                      <a:pt x="1259" y="62"/>
                    </a:lnTo>
                    <a:cubicBezTo>
                      <a:pt x="1259" y="62"/>
                      <a:pt x="1299" y="124"/>
                      <a:pt x="1367" y="234"/>
                    </a:cubicBezTo>
                    <a:cubicBezTo>
                      <a:pt x="1405" y="289"/>
                      <a:pt x="1447" y="356"/>
                      <a:pt x="1473" y="435"/>
                    </a:cubicBezTo>
                    <a:cubicBezTo>
                      <a:pt x="1504" y="515"/>
                      <a:pt x="1547" y="598"/>
                      <a:pt x="1563" y="704"/>
                    </a:cubicBezTo>
                    <a:cubicBezTo>
                      <a:pt x="1574" y="755"/>
                      <a:pt x="1588" y="808"/>
                      <a:pt x="1598" y="863"/>
                    </a:cubicBezTo>
                    <a:cubicBezTo>
                      <a:pt x="1600" y="920"/>
                      <a:pt x="1602" y="978"/>
                      <a:pt x="1604" y="1038"/>
                    </a:cubicBezTo>
                    <a:cubicBezTo>
                      <a:pt x="1610" y="1097"/>
                      <a:pt x="1602" y="1159"/>
                      <a:pt x="1593" y="1222"/>
                    </a:cubicBezTo>
                    <a:cubicBezTo>
                      <a:pt x="1582" y="1284"/>
                      <a:pt x="1585" y="1349"/>
                      <a:pt x="1566" y="1413"/>
                    </a:cubicBezTo>
                    <a:cubicBezTo>
                      <a:pt x="1536" y="1542"/>
                      <a:pt x="1501" y="1674"/>
                      <a:pt x="1445" y="1804"/>
                    </a:cubicBezTo>
                    <a:cubicBezTo>
                      <a:pt x="1400" y="1937"/>
                      <a:pt x="1328" y="2065"/>
                      <a:pt x="1265" y="2194"/>
                    </a:cubicBezTo>
                    <a:cubicBezTo>
                      <a:pt x="1132" y="2451"/>
                      <a:pt x="972" y="2697"/>
                      <a:pt x="817" y="2925"/>
                    </a:cubicBezTo>
                    <a:cubicBezTo>
                      <a:pt x="661" y="3155"/>
                      <a:pt x="515" y="3369"/>
                      <a:pt x="390" y="3553"/>
                    </a:cubicBezTo>
                    <a:cubicBezTo>
                      <a:pt x="139" y="3923"/>
                      <a:pt x="0" y="4191"/>
                      <a:pt x="0" y="4191"/>
                    </a:cubicBezTo>
                    <a:lnTo>
                      <a:pt x="91" y="4246"/>
                    </a:lnTo>
                    <a:cubicBezTo>
                      <a:pt x="91" y="4246"/>
                      <a:pt x="259" y="4004"/>
                      <a:pt x="532" y="3655"/>
                    </a:cubicBezTo>
                    <a:cubicBezTo>
                      <a:pt x="802" y="3303"/>
                      <a:pt x="1173" y="2833"/>
                      <a:pt x="1464" y="2299"/>
                    </a:cubicBezTo>
                    <a:cubicBezTo>
                      <a:pt x="1531" y="2162"/>
                      <a:pt x="1602" y="2027"/>
                      <a:pt x="1650" y="1883"/>
                    </a:cubicBezTo>
                    <a:cubicBezTo>
                      <a:pt x="1707" y="1742"/>
                      <a:pt x="1743" y="1596"/>
                      <a:pt x="1773" y="1453"/>
                    </a:cubicBezTo>
                    <a:cubicBezTo>
                      <a:pt x="1794" y="1309"/>
                      <a:pt x="1814" y="1166"/>
                      <a:pt x="1799" y="1032"/>
                    </a:cubicBezTo>
                    <a:cubicBezTo>
                      <a:pt x="1792" y="964"/>
                      <a:pt x="1786" y="899"/>
                      <a:pt x="1780" y="835"/>
                    </a:cubicBezTo>
                    <a:cubicBezTo>
                      <a:pt x="1766" y="773"/>
                      <a:pt x="1747" y="715"/>
                      <a:pt x="1732" y="658"/>
                    </a:cubicBezTo>
                    <a:cubicBezTo>
                      <a:pt x="1708" y="543"/>
                      <a:pt x="1650" y="447"/>
                      <a:pt x="1605" y="361"/>
                    </a:cubicBezTo>
                    <a:cubicBezTo>
                      <a:pt x="1564" y="272"/>
                      <a:pt x="1516" y="210"/>
                      <a:pt x="1475" y="160"/>
                    </a:cubicBezTo>
                    <a:cubicBezTo>
                      <a:pt x="1394" y="58"/>
                      <a:pt x="1347" y="0"/>
                      <a:pt x="13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15"/>
              <p:cNvSpPr/>
              <p:nvPr/>
            </p:nvSpPr>
            <p:spPr>
              <a:xfrm>
                <a:off x="2594325" y="-518425"/>
                <a:ext cx="18675" cy="136625"/>
              </a:xfrm>
              <a:custGeom>
                <a:rect b="b" l="l" r="r" t="t"/>
                <a:pathLst>
                  <a:path extrusionOk="0" h="5465" w="747">
                    <a:moveTo>
                      <a:pt x="647" y="0"/>
                    </a:moveTo>
                    <a:cubicBezTo>
                      <a:pt x="647" y="0"/>
                      <a:pt x="612" y="80"/>
                      <a:pt x="550" y="218"/>
                    </a:cubicBezTo>
                    <a:cubicBezTo>
                      <a:pt x="518" y="287"/>
                      <a:pt x="481" y="371"/>
                      <a:pt x="438" y="467"/>
                    </a:cubicBezTo>
                    <a:cubicBezTo>
                      <a:pt x="390" y="561"/>
                      <a:pt x="352" y="675"/>
                      <a:pt x="317" y="804"/>
                    </a:cubicBezTo>
                    <a:cubicBezTo>
                      <a:pt x="281" y="931"/>
                      <a:pt x="241" y="1069"/>
                      <a:pt x="198" y="1216"/>
                    </a:cubicBezTo>
                    <a:cubicBezTo>
                      <a:pt x="159" y="1362"/>
                      <a:pt x="138" y="1519"/>
                      <a:pt x="109" y="1681"/>
                    </a:cubicBezTo>
                    <a:cubicBezTo>
                      <a:pt x="80" y="1844"/>
                      <a:pt x="50" y="2011"/>
                      <a:pt x="42" y="2183"/>
                    </a:cubicBezTo>
                    <a:cubicBezTo>
                      <a:pt x="28" y="2355"/>
                      <a:pt x="14" y="2530"/>
                      <a:pt x="0" y="2704"/>
                    </a:cubicBezTo>
                    <a:cubicBezTo>
                      <a:pt x="2" y="2879"/>
                      <a:pt x="5" y="3055"/>
                      <a:pt x="7" y="3227"/>
                    </a:cubicBezTo>
                    <a:cubicBezTo>
                      <a:pt x="3" y="3399"/>
                      <a:pt x="21" y="3568"/>
                      <a:pt x="35" y="3731"/>
                    </a:cubicBezTo>
                    <a:cubicBezTo>
                      <a:pt x="54" y="4059"/>
                      <a:pt x="110" y="4360"/>
                      <a:pt x="156" y="4618"/>
                    </a:cubicBezTo>
                    <a:cubicBezTo>
                      <a:pt x="193" y="4878"/>
                      <a:pt x="270" y="5085"/>
                      <a:pt x="305" y="5233"/>
                    </a:cubicBezTo>
                    <a:cubicBezTo>
                      <a:pt x="345" y="5380"/>
                      <a:pt x="368" y="5464"/>
                      <a:pt x="368" y="5464"/>
                    </a:cubicBezTo>
                    <a:lnTo>
                      <a:pt x="471" y="5436"/>
                    </a:lnTo>
                    <a:cubicBezTo>
                      <a:pt x="471" y="5436"/>
                      <a:pt x="455" y="5351"/>
                      <a:pt x="428" y="5203"/>
                    </a:cubicBezTo>
                    <a:cubicBezTo>
                      <a:pt x="404" y="5054"/>
                      <a:pt x="352" y="4846"/>
                      <a:pt x="328" y="4590"/>
                    </a:cubicBezTo>
                    <a:cubicBezTo>
                      <a:pt x="311" y="4462"/>
                      <a:pt x="294" y="4324"/>
                      <a:pt x="276" y="4178"/>
                    </a:cubicBezTo>
                    <a:cubicBezTo>
                      <a:pt x="259" y="4032"/>
                      <a:pt x="259" y="3876"/>
                      <a:pt x="244" y="3716"/>
                    </a:cubicBezTo>
                    <a:cubicBezTo>
                      <a:pt x="233" y="3556"/>
                      <a:pt x="219" y="3391"/>
                      <a:pt x="225" y="3222"/>
                    </a:cubicBezTo>
                    <a:cubicBezTo>
                      <a:pt x="225" y="3054"/>
                      <a:pt x="226" y="2883"/>
                      <a:pt x="227" y="2712"/>
                    </a:cubicBezTo>
                    <a:cubicBezTo>
                      <a:pt x="238" y="2541"/>
                      <a:pt x="249" y="2371"/>
                      <a:pt x="260" y="2203"/>
                    </a:cubicBezTo>
                    <a:cubicBezTo>
                      <a:pt x="265" y="2035"/>
                      <a:pt x="291" y="1871"/>
                      <a:pt x="317" y="1713"/>
                    </a:cubicBezTo>
                    <a:cubicBezTo>
                      <a:pt x="345" y="1556"/>
                      <a:pt x="358" y="1401"/>
                      <a:pt x="387" y="1259"/>
                    </a:cubicBezTo>
                    <a:cubicBezTo>
                      <a:pt x="421" y="1117"/>
                      <a:pt x="454" y="983"/>
                      <a:pt x="483" y="860"/>
                    </a:cubicBezTo>
                    <a:cubicBezTo>
                      <a:pt x="511" y="736"/>
                      <a:pt x="537" y="622"/>
                      <a:pt x="578" y="523"/>
                    </a:cubicBezTo>
                    <a:cubicBezTo>
                      <a:pt x="613" y="423"/>
                      <a:pt x="643" y="336"/>
                      <a:pt x="668" y="265"/>
                    </a:cubicBezTo>
                    <a:cubicBezTo>
                      <a:pt x="717" y="122"/>
                      <a:pt x="746" y="40"/>
                      <a:pt x="746" y="40"/>
                    </a:cubicBezTo>
                    <a:lnTo>
                      <a:pt x="64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4" name="Google Shape;124;p15"/>
            <p:cNvGrpSpPr/>
            <p:nvPr/>
          </p:nvGrpSpPr>
          <p:grpSpPr>
            <a:xfrm>
              <a:off x="275141" y="3120956"/>
              <a:ext cx="271176" cy="292008"/>
              <a:chOff x="5937634" y="3212099"/>
              <a:chExt cx="281975" cy="303637"/>
            </a:xfrm>
          </p:grpSpPr>
          <p:sp>
            <p:nvSpPr>
              <p:cNvPr id="125" name="Google Shape;125;p15"/>
              <p:cNvSpPr/>
              <p:nvPr/>
            </p:nvSpPr>
            <p:spPr>
              <a:xfrm>
                <a:off x="5937634" y="3212099"/>
                <a:ext cx="281975" cy="303637"/>
              </a:xfrm>
              <a:custGeom>
                <a:rect b="b" l="l" r="r" t="t"/>
                <a:pathLst>
                  <a:path extrusionOk="0" h="7261" w="6743">
                    <a:moveTo>
                      <a:pt x="3951" y="0"/>
                    </a:moveTo>
                    <a:cubicBezTo>
                      <a:pt x="3856" y="0"/>
                      <a:pt x="3789" y="10"/>
                      <a:pt x="3762" y="27"/>
                    </a:cubicBezTo>
                    <a:cubicBezTo>
                      <a:pt x="3549" y="150"/>
                      <a:pt x="3421" y="1002"/>
                      <a:pt x="3421" y="1002"/>
                    </a:cubicBezTo>
                    <a:cubicBezTo>
                      <a:pt x="3421" y="1002"/>
                      <a:pt x="3282" y="27"/>
                      <a:pt x="2892" y="27"/>
                    </a:cubicBezTo>
                    <a:cubicBezTo>
                      <a:pt x="2502" y="27"/>
                      <a:pt x="426" y="80"/>
                      <a:pt x="213" y="3202"/>
                    </a:cubicBezTo>
                    <a:cubicBezTo>
                      <a:pt x="0" y="6324"/>
                      <a:pt x="1952" y="7123"/>
                      <a:pt x="2449" y="7212"/>
                    </a:cubicBezTo>
                    <a:cubicBezTo>
                      <a:pt x="2562" y="7232"/>
                      <a:pt x="2672" y="7242"/>
                      <a:pt x="2776" y="7242"/>
                    </a:cubicBezTo>
                    <a:cubicBezTo>
                      <a:pt x="3126" y="7242"/>
                      <a:pt x="3397" y="7125"/>
                      <a:pt x="3425" y="6893"/>
                    </a:cubicBezTo>
                    <a:cubicBezTo>
                      <a:pt x="3460" y="6591"/>
                      <a:pt x="3495" y="5810"/>
                      <a:pt x="3549" y="5810"/>
                    </a:cubicBezTo>
                    <a:cubicBezTo>
                      <a:pt x="3602" y="5810"/>
                      <a:pt x="3564" y="6813"/>
                      <a:pt x="3619" y="6964"/>
                    </a:cubicBezTo>
                    <a:cubicBezTo>
                      <a:pt x="3686" y="7142"/>
                      <a:pt x="3993" y="7260"/>
                      <a:pt x="4402" y="7260"/>
                    </a:cubicBezTo>
                    <a:cubicBezTo>
                      <a:pt x="4652" y="7260"/>
                      <a:pt x="4939" y="7216"/>
                      <a:pt x="5232" y="7114"/>
                    </a:cubicBezTo>
                    <a:cubicBezTo>
                      <a:pt x="6031" y="6835"/>
                      <a:pt x="6743" y="5650"/>
                      <a:pt x="6636" y="2883"/>
                    </a:cubicBezTo>
                    <a:cubicBezTo>
                      <a:pt x="6543" y="472"/>
                      <a:pt x="4594" y="0"/>
                      <a:pt x="395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15"/>
              <p:cNvSpPr/>
              <p:nvPr/>
            </p:nvSpPr>
            <p:spPr>
              <a:xfrm>
                <a:off x="6078057" y="3277251"/>
                <a:ext cx="12796" cy="153010"/>
              </a:xfrm>
              <a:custGeom>
                <a:rect b="b" l="l" r="r" t="t"/>
                <a:pathLst>
                  <a:path extrusionOk="0" h="3659" w="306">
                    <a:moveTo>
                      <a:pt x="30" y="1"/>
                    </a:moveTo>
                    <a:cubicBezTo>
                      <a:pt x="30" y="1"/>
                      <a:pt x="29" y="1"/>
                      <a:pt x="28" y="1"/>
                    </a:cubicBezTo>
                    <a:cubicBezTo>
                      <a:pt x="12" y="3"/>
                      <a:pt x="0" y="17"/>
                      <a:pt x="1" y="33"/>
                    </a:cubicBezTo>
                    <a:cubicBezTo>
                      <a:pt x="109" y="1214"/>
                      <a:pt x="235" y="2446"/>
                      <a:pt x="161" y="3628"/>
                    </a:cubicBezTo>
                    <a:cubicBezTo>
                      <a:pt x="160" y="3648"/>
                      <a:pt x="175" y="3659"/>
                      <a:pt x="191" y="3659"/>
                    </a:cubicBezTo>
                    <a:cubicBezTo>
                      <a:pt x="205" y="3659"/>
                      <a:pt x="218" y="3651"/>
                      <a:pt x="220" y="3635"/>
                    </a:cubicBezTo>
                    <a:cubicBezTo>
                      <a:pt x="266" y="3335"/>
                      <a:pt x="286" y="3032"/>
                      <a:pt x="293" y="2730"/>
                    </a:cubicBezTo>
                    <a:cubicBezTo>
                      <a:pt x="306" y="2125"/>
                      <a:pt x="263" y="1521"/>
                      <a:pt x="192" y="921"/>
                    </a:cubicBezTo>
                    <a:cubicBezTo>
                      <a:pt x="157" y="622"/>
                      <a:pt x="111" y="323"/>
                      <a:pt x="61" y="26"/>
                    </a:cubicBezTo>
                    <a:cubicBezTo>
                      <a:pt x="58" y="11"/>
                      <a:pt x="45" y="1"/>
                      <a:pt x="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15"/>
              <p:cNvSpPr/>
              <p:nvPr/>
            </p:nvSpPr>
            <p:spPr>
              <a:xfrm>
                <a:off x="5989571" y="3235810"/>
                <a:ext cx="82255" cy="37259"/>
              </a:xfrm>
              <a:custGeom>
                <a:rect b="b" l="l" r="r" t="t"/>
                <a:pathLst>
                  <a:path extrusionOk="0" h="891" w="1967">
                    <a:moveTo>
                      <a:pt x="634" y="0"/>
                    </a:moveTo>
                    <a:cubicBezTo>
                      <a:pt x="296" y="0"/>
                      <a:pt x="1" y="487"/>
                      <a:pt x="250" y="766"/>
                    </a:cubicBezTo>
                    <a:cubicBezTo>
                      <a:pt x="342" y="855"/>
                      <a:pt x="434" y="890"/>
                      <a:pt x="526" y="890"/>
                    </a:cubicBezTo>
                    <a:cubicBezTo>
                      <a:pt x="883" y="890"/>
                      <a:pt x="1230" y="351"/>
                      <a:pt x="1524" y="351"/>
                    </a:cubicBezTo>
                    <a:cubicBezTo>
                      <a:pt x="1664" y="351"/>
                      <a:pt x="1793" y="473"/>
                      <a:pt x="1905" y="833"/>
                    </a:cubicBezTo>
                    <a:cubicBezTo>
                      <a:pt x="1910" y="846"/>
                      <a:pt x="1921" y="854"/>
                      <a:pt x="1933" y="854"/>
                    </a:cubicBezTo>
                    <a:cubicBezTo>
                      <a:pt x="1936" y="854"/>
                      <a:pt x="1938" y="854"/>
                      <a:pt x="1940" y="853"/>
                    </a:cubicBezTo>
                    <a:cubicBezTo>
                      <a:pt x="1957" y="850"/>
                      <a:pt x="1966" y="834"/>
                      <a:pt x="1963" y="818"/>
                    </a:cubicBezTo>
                    <a:cubicBezTo>
                      <a:pt x="1930" y="678"/>
                      <a:pt x="1889" y="537"/>
                      <a:pt x="1802" y="409"/>
                    </a:cubicBezTo>
                    <a:cubicBezTo>
                      <a:pt x="1725" y="292"/>
                      <a:pt x="1627" y="248"/>
                      <a:pt x="1524" y="248"/>
                    </a:cubicBezTo>
                    <a:cubicBezTo>
                      <a:pt x="1339" y="248"/>
                      <a:pt x="1135" y="389"/>
                      <a:pt x="995" y="504"/>
                    </a:cubicBezTo>
                    <a:cubicBezTo>
                      <a:pt x="857" y="603"/>
                      <a:pt x="685" y="769"/>
                      <a:pt x="521" y="769"/>
                    </a:cubicBezTo>
                    <a:cubicBezTo>
                      <a:pt x="458" y="769"/>
                      <a:pt x="396" y="745"/>
                      <a:pt x="338" y="685"/>
                    </a:cubicBezTo>
                    <a:cubicBezTo>
                      <a:pt x="170" y="500"/>
                      <a:pt x="358" y="153"/>
                      <a:pt x="579" y="96"/>
                    </a:cubicBezTo>
                    <a:cubicBezTo>
                      <a:pt x="603" y="88"/>
                      <a:pt x="628" y="84"/>
                      <a:pt x="653" y="84"/>
                    </a:cubicBezTo>
                    <a:cubicBezTo>
                      <a:pt x="751" y="84"/>
                      <a:pt x="847" y="141"/>
                      <a:pt x="918" y="224"/>
                    </a:cubicBezTo>
                    <a:cubicBezTo>
                      <a:pt x="923" y="230"/>
                      <a:pt x="931" y="234"/>
                      <a:pt x="940" y="234"/>
                    </a:cubicBezTo>
                    <a:cubicBezTo>
                      <a:pt x="946" y="234"/>
                      <a:pt x="952" y="232"/>
                      <a:pt x="958" y="227"/>
                    </a:cubicBezTo>
                    <a:cubicBezTo>
                      <a:pt x="971" y="217"/>
                      <a:pt x="973" y="199"/>
                      <a:pt x="964" y="186"/>
                    </a:cubicBezTo>
                    <a:cubicBezTo>
                      <a:pt x="918" y="127"/>
                      <a:pt x="863" y="72"/>
                      <a:pt x="792" y="38"/>
                    </a:cubicBezTo>
                    <a:cubicBezTo>
                      <a:pt x="739" y="12"/>
                      <a:pt x="686" y="0"/>
                      <a:pt x="6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15"/>
              <p:cNvSpPr/>
              <p:nvPr/>
            </p:nvSpPr>
            <p:spPr>
              <a:xfrm>
                <a:off x="5959546" y="3290381"/>
                <a:ext cx="121229" cy="53317"/>
              </a:xfrm>
              <a:custGeom>
                <a:rect b="b" l="l" r="r" t="t"/>
                <a:pathLst>
                  <a:path extrusionOk="0" h="1275" w="2899">
                    <a:moveTo>
                      <a:pt x="601" y="0"/>
                    </a:moveTo>
                    <a:cubicBezTo>
                      <a:pt x="428" y="0"/>
                      <a:pt x="238" y="103"/>
                      <a:pt x="19" y="371"/>
                    </a:cubicBezTo>
                    <a:cubicBezTo>
                      <a:pt x="0" y="392"/>
                      <a:pt x="22" y="419"/>
                      <a:pt x="44" y="419"/>
                    </a:cubicBezTo>
                    <a:cubicBezTo>
                      <a:pt x="51" y="419"/>
                      <a:pt x="59" y="416"/>
                      <a:pt x="65" y="409"/>
                    </a:cubicBezTo>
                    <a:cubicBezTo>
                      <a:pt x="190" y="279"/>
                      <a:pt x="336" y="140"/>
                      <a:pt x="515" y="105"/>
                    </a:cubicBezTo>
                    <a:cubicBezTo>
                      <a:pt x="540" y="100"/>
                      <a:pt x="564" y="97"/>
                      <a:pt x="588" y="97"/>
                    </a:cubicBezTo>
                    <a:cubicBezTo>
                      <a:pt x="735" y="97"/>
                      <a:pt x="871" y="191"/>
                      <a:pt x="982" y="304"/>
                    </a:cubicBezTo>
                    <a:cubicBezTo>
                      <a:pt x="1322" y="632"/>
                      <a:pt x="1554" y="1172"/>
                      <a:pt x="2067" y="1272"/>
                    </a:cubicBezTo>
                    <a:cubicBezTo>
                      <a:pt x="2096" y="1274"/>
                      <a:pt x="2124" y="1275"/>
                      <a:pt x="2153" y="1275"/>
                    </a:cubicBezTo>
                    <a:cubicBezTo>
                      <a:pt x="2340" y="1275"/>
                      <a:pt x="2524" y="1228"/>
                      <a:pt x="2653" y="1078"/>
                    </a:cubicBezTo>
                    <a:cubicBezTo>
                      <a:pt x="2899" y="770"/>
                      <a:pt x="2393" y="246"/>
                      <a:pt x="2103" y="246"/>
                    </a:cubicBezTo>
                    <a:cubicBezTo>
                      <a:pt x="1977" y="246"/>
                      <a:pt x="1892" y="346"/>
                      <a:pt x="1929" y="607"/>
                    </a:cubicBezTo>
                    <a:cubicBezTo>
                      <a:pt x="1931" y="624"/>
                      <a:pt x="1944" y="632"/>
                      <a:pt x="1958" y="632"/>
                    </a:cubicBezTo>
                    <a:cubicBezTo>
                      <a:pt x="1974" y="632"/>
                      <a:pt x="1991" y="620"/>
                      <a:pt x="1987" y="598"/>
                    </a:cubicBezTo>
                    <a:cubicBezTo>
                      <a:pt x="1962" y="404"/>
                      <a:pt x="2017" y="329"/>
                      <a:pt x="2105" y="329"/>
                    </a:cubicBezTo>
                    <a:cubicBezTo>
                      <a:pt x="2323" y="329"/>
                      <a:pt x="2738" y="795"/>
                      <a:pt x="2560" y="1008"/>
                    </a:cubicBezTo>
                    <a:cubicBezTo>
                      <a:pt x="2419" y="1116"/>
                      <a:pt x="2291" y="1161"/>
                      <a:pt x="2171" y="1161"/>
                    </a:cubicBezTo>
                    <a:cubicBezTo>
                      <a:pt x="1562" y="1161"/>
                      <a:pt x="1180" y="0"/>
                      <a:pt x="6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15"/>
              <p:cNvSpPr/>
              <p:nvPr/>
            </p:nvSpPr>
            <p:spPr>
              <a:xfrm>
                <a:off x="5972343" y="3360467"/>
                <a:ext cx="99902" cy="101240"/>
              </a:xfrm>
              <a:custGeom>
                <a:rect b="b" l="l" r="r" t="t"/>
                <a:pathLst>
                  <a:path extrusionOk="0" h="2421" w="2389">
                    <a:moveTo>
                      <a:pt x="1342" y="0"/>
                    </a:moveTo>
                    <a:cubicBezTo>
                      <a:pt x="1025" y="0"/>
                      <a:pt x="755" y="101"/>
                      <a:pt x="718" y="395"/>
                    </a:cubicBezTo>
                    <a:cubicBezTo>
                      <a:pt x="739" y="883"/>
                      <a:pt x="1157" y="1199"/>
                      <a:pt x="1472" y="1510"/>
                    </a:cubicBezTo>
                    <a:cubicBezTo>
                      <a:pt x="1572" y="1612"/>
                      <a:pt x="1652" y="1726"/>
                      <a:pt x="1634" y="1847"/>
                    </a:cubicBezTo>
                    <a:cubicBezTo>
                      <a:pt x="1620" y="1910"/>
                      <a:pt x="1593" y="1971"/>
                      <a:pt x="1559" y="2026"/>
                    </a:cubicBezTo>
                    <a:cubicBezTo>
                      <a:pt x="1460" y="2217"/>
                      <a:pt x="1241" y="2300"/>
                      <a:pt x="1004" y="2300"/>
                    </a:cubicBezTo>
                    <a:cubicBezTo>
                      <a:pt x="585" y="2300"/>
                      <a:pt x="108" y="2041"/>
                      <a:pt x="124" y="1662"/>
                    </a:cubicBezTo>
                    <a:cubicBezTo>
                      <a:pt x="128" y="1423"/>
                      <a:pt x="308" y="1311"/>
                      <a:pt x="479" y="1311"/>
                    </a:cubicBezTo>
                    <a:cubicBezTo>
                      <a:pt x="679" y="1311"/>
                      <a:pt x="867" y="1466"/>
                      <a:pt x="740" y="1752"/>
                    </a:cubicBezTo>
                    <a:cubicBezTo>
                      <a:pt x="731" y="1768"/>
                      <a:pt x="738" y="1789"/>
                      <a:pt x="755" y="1796"/>
                    </a:cubicBezTo>
                    <a:cubicBezTo>
                      <a:pt x="758" y="1797"/>
                      <a:pt x="761" y="1797"/>
                      <a:pt x="764" y="1797"/>
                    </a:cubicBezTo>
                    <a:cubicBezTo>
                      <a:pt x="807" y="1797"/>
                      <a:pt x="819" y="1701"/>
                      <a:pt x="835" y="1668"/>
                    </a:cubicBezTo>
                    <a:cubicBezTo>
                      <a:pt x="868" y="1550"/>
                      <a:pt x="841" y="1412"/>
                      <a:pt x="743" y="1329"/>
                    </a:cubicBezTo>
                    <a:cubicBezTo>
                      <a:pt x="660" y="1255"/>
                      <a:pt x="563" y="1222"/>
                      <a:pt x="467" y="1222"/>
                    </a:cubicBezTo>
                    <a:cubicBezTo>
                      <a:pt x="244" y="1222"/>
                      <a:pt x="29" y="1401"/>
                      <a:pt x="23" y="1655"/>
                    </a:cubicBezTo>
                    <a:cubicBezTo>
                      <a:pt x="0" y="2117"/>
                      <a:pt x="528" y="2420"/>
                      <a:pt x="1005" y="2420"/>
                    </a:cubicBezTo>
                    <a:cubicBezTo>
                      <a:pt x="1279" y="2420"/>
                      <a:pt x="1536" y="2321"/>
                      <a:pt x="1663" y="2094"/>
                    </a:cubicBezTo>
                    <a:cubicBezTo>
                      <a:pt x="2045" y="1529"/>
                      <a:pt x="1174" y="1230"/>
                      <a:pt x="965" y="784"/>
                    </a:cubicBezTo>
                    <a:cubicBezTo>
                      <a:pt x="633" y="266"/>
                      <a:pt x="962" y="98"/>
                      <a:pt x="1394" y="98"/>
                    </a:cubicBezTo>
                    <a:cubicBezTo>
                      <a:pt x="1732" y="98"/>
                      <a:pt x="2134" y="201"/>
                      <a:pt x="2331" y="319"/>
                    </a:cubicBezTo>
                    <a:cubicBezTo>
                      <a:pt x="2336" y="322"/>
                      <a:pt x="2341" y="323"/>
                      <a:pt x="2346" y="323"/>
                    </a:cubicBezTo>
                    <a:cubicBezTo>
                      <a:pt x="2372" y="323"/>
                      <a:pt x="2389" y="284"/>
                      <a:pt x="2361" y="267"/>
                    </a:cubicBezTo>
                    <a:cubicBezTo>
                      <a:pt x="2160" y="142"/>
                      <a:pt x="1718" y="0"/>
                      <a:pt x="13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15"/>
              <p:cNvSpPr/>
              <p:nvPr/>
            </p:nvSpPr>
            <p:spPr>
              <a:xfrm>
                <a:off x="6097921" y="3235851"/>
                <a:ext cx="82046" cy="37218"/>
              </a:xfrm>
              <a:custGeom>
                <a:rect b="b" l="l" r="r" t="t"/>
                <a:pathLst>
                  <a:path extrusionOk="0" h="890" w="1962">
                    <a:moveTo>
                      <a:pt x="1314" y="0"/>
                    </a:moveTo>
                    <a:cubicBezTo>
                      <a:pt x="1202" y="0"/>
                      <a:pt x="1088" y="54"/>
                      <a:pt x="998" y="185"/>
                    </a:cubicBezTo>
                    <a:cubicBezTo>
                      <a:pt x="981" y="206"/>
                      <a:pt x="1002" y="233"/>
                      <a:pt x="1023" y="233"/>
                    </a:cubicBezTo>
                    <a:cubicBezTo>
                      <a:pt x="1031" y="233"/>
                      <a:pt x="1038" y="230"/>
                      <a:pt x="1045" y="223"/>
                    </a:cubicBezTo>
                    <a:cubicBezTo>
                      <a:pt x="1113" y="140"/>
                      <a:pt x="1210" y="83"/>
                      <a:pt x="1307" y="83"/>
                    </a:cubicBezTo>
                    <a:cubicBezTo>
                      <a:pt x="1332" y="83"/>
                      <a:pt x="1356" y="87"/>
                      <a:pt x="1381" y="95"/>
                    </a:cubicBezTo>
                    <a:cubicBezTo>
                      <a:pt x="1601" y="154"/>
                      <a:pt x="1784" y="499"/>
                      <a:pt x="1620" y="684"/>
                    </a:cubicBezTo>
                    <a:cubicBezTo>
                      <a:pt x="1562" y="744"/>
                      <a:pt x="1501" y="768"/>
                      <a:pt x="1439" y="768"/>
                    </a:cubicBezTo>
                    <a:cubicBezTo>
                      <a:pt x="1275" y="768"/>
                      <a:pt x="1104" y="602"/>
                      <a:pt x="967" y="503"/>
                    </a:cubicBezTo>
                    <a:cubicBezTo>
                      <a:pt x="768" y="335"/>
                      <a:pt x="595" y="248"/>
                      <a:pt x="451" y="248"/>
                    </a:cubicBezTo>
                    <a:cubicBezTo>
                      <a:pt x="239" y="248"/>
                      <a:pt x="88" y="434"/>
                      <a:pt x="6" y="817"/>
                    </a:cubicBezTo>
                    <a:cubicBezTo>
                      <a:pt x="1" y="839"/>
                      <a:pt x="19" y="853"/>
                      <a:pt x="36" y="853"/>
                    </a:cubicBezTo>
                    <a:cubicBezTo>
                      <a:pt x="48" y="853"/>
                      <a:pt x="59" y="846"/>
                      <a:pt x="63" y="832"/>
                    </a:cubicBezTo>
                    <a:cubicBezTo>
                      <a:pt x="175" y="472"/>
                      <a:pt x="302" y="350"/>
                      <a:pt x="441" y="350"/>
                    </a:cubicBezTo>
                    <a:cubicBezTo>
                      <a:pt x="734" y="350"/>
                      <a:pt x="1078" y="889"/>
                      <a:pt x="1433" y="889"/>
                    </a:cubicBezTo>
                    <a:cubicBezTo>
                      <a:pt x="1524" y="889"/>
                      <a:pt x="1616" y="854"/>
                      <a:pt x="1708" y="764"/>
                    </a:cubicBezTo>
                    <a:cubicBezTo>
                      <a:pt x="1962" y="447"/>
                      <a:pt x="1640" y="0"/>
                      <a:pt x="13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15"/>
              <p:cNvSpPr/>
              <p:nvPr/>
            </p:nvSpPr>
            <p:spPr>
              <a:xfrm>
                <a:off x="6088177" y="3290716"/>
                <a:ext cx="121313" cy="53108"/>
              </a:xfrm>
              <a:custGeom>
                <a:rect b="b" l="l" r="r" t="t"/>
                <a:pathLst>
                  <a:path extrusionOk="0" h="1270" w="2901">
                    <a:moveTo>
                      <a:pt x="2318" y="0"/>
                    </a:moveTo>
                    <a:cubicBezTo>
                      <a:pt x="1657" y="0"/>
                      <a:pt x="1408" y="1147"/>
                      <a:pt x="750" y="1147"/>
                    </a:cubicBezTo>
                    <a:cubicBezTo>
                      <a:pt x="694" y="1147"/>
                      <a:pt x="634" y="1139"/>
                      <a:pt x="571" y="1120"/>
                    </a:cubicBezTo>
                    <a:cubicBezTo>
                      <a:pt x="1" y="997"/>
                      <a:pt x="548" y="321"/>
                      <a:pt x="811" y="321"/>
                    </a:cubicBezTo>
                    <a:cubicBezTo>
                      <a:pt x="899" y="321"/>
                      <a:pt x="955" y="396"/>
                      <a:pt x="928" y="590"/>
                    </a:cubicBezTo>
                    <a:cubicBezTo>
                      <a:pt x="925" y="612"/>
                      <a:pt x="942" y="624"/>
                      <a:pt x="958" y="624"/>
                    </a:cubicBezTo>
                    <a:cubicBezTo>
                      <a:pt x="972" y="624"/>
                      <a:pt x="985" y="616"/>
                      <a:pt x="987" y="599"/>
                    </a:cubicBezTo>
                    <a:cubicBezTo>
                      <a:pt x="1023" y="337"/>
                      <a:pt x="939" y="237"/>
                      <a:pt x="813" y="237"/>
                    </a:cubicBezTo>
                    <a:cubicBezTo>
                      <a:pt x="526" y="237"/>
                      <a:pt x="25" y="760"/>
                      <a:pt x="266" y="1068"/>
                    </a:cubicBezTo>
                    <a:cubicBezTo>
                      <a:pt x="385" y="1204"/>
                      <a:pt x="562" y="1269"/>
                      <a:pt x="740" y="1269"/>
                    </a:cubicBezTo>
                    <a:cubicBezTo>
                      <a:pt x="882" y="1269"/>
                      <a:pt x="1025" y="1228"/>
                      <a:pt x="1140" y="1149"/>
                    </a:cubicBezTo>
                    <a:cubicBezTo>
                      <a:pt x="1579" y="870"/>
                      <a:pt x="1883" y="92"/>
                      <a:pt x="2330" y="92"/>
                    </a:cubicBezTo>
                    <a:cubicBezTo>
                      <a:pt x="2480" y="92"/>
                      <a:pt x="2645" y="179"/>
                      <a:pt x="2837" y="401"/>
                    </a:cubicBezTo>
                    <a:cubicBezTo>
                      <a:pt x="2843" y="408"/>
                      <a:pt x="2851" y="412"/>
                      <a:pt x="2858" y="412"/>
                    </a:cubicBezTo>
                    <a:cubicBezTo>
                      <a:pt x="2880" y="412"/>
                      <a:pt x="2901" y="384"/>
                      <a:pt x="2882" y="363"/>
                    </a:cubicBezTo>
                    <a:cubicBezTo>
                      <a:pt x="2754" y="211"/>
                      <a:pt x="2611" y="60"/>
                      <a:pt x="2409" y="7"/>
                    </a:cubicBezTo>
                    <a:cubicBezTo>
                      <a:pt x="2378" y="2"/>
                      <a:pt x="2347" y="0"/>
                      <a:pt x="23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15"/>
              <p:cNvSpPr/>
              <p:nvPr/>
            </p:nvSpPr>
            <p:spPr>
              <a:xfrm>
                <a:off x="6097544" y="3360760"/>
                <a:ext cx="107429" cy="100947"/>
              </a:xfrm>
              <a:custGeom>
                <a:rect b="b" l="l" r="r" t="t"/>
                <a:pathLst>
                  <a:path extrusionOk="0" h="2414" w="2569">
                    <a:moveTo>
                      <a:pt x="1015" y="0"/>
                    </a:moveTo>
                    <a:cubicBezTo>
                      <a:pt x="665" y="0"/>
                      <a:pt x="260" y="110"/>
                      <a:pt x="29" y="261"/>
                    </a:cubicBezTo>
                    <a:cubicBezTo>
                      <a:pt x="0" y="276"/>
                      <a:pt x="18" y="317"/>
                      <a:pt x="43" y="317"/>
                    </a:cubicBezTo>
                    <a:cubicBezTo>
                      <a:pt x="48" y="317"/>
                      <a:pt x="53" y="315"/>
                      <a:pt x="57" y="312"/>
                    </a:cubicBezTo>
                    <a:cubicBezTo>
                      <a:pt x="284" y="195"/>
                      <a:pt x="646" y="87"/>
                      <a:pt x="971" y="87"/>
                    </a:cubicBezTo>
                    <a:cubicBezTo>
                      <a:pt x="1169" y="87"/>
                      <a:pt x="1354" y="127"/>
                      <a:pt x="1485" y="231"/>
                    </a:cubicBezTo>
                    <a:cubicBezTo>
                      <a:pt x="1697" y="484"/>
                      <a:pt x="1331" y="922"/>
                      <a:pt x="1146" y="1112"/>
                    </a:cubicBezTo>
                    <a:cubicBezTo>
                      <a:pt x="747" y="1483"/>
                      <a:pt x="350" y="1763"/>
                      <a:pt x="879" y="2268"/>
                    </a:cubicBezTo>
                    <a:cubicBezTo>
                      <a:pt x="1010" y="2369"/>
                      <a:pt x="1184" y="2414"/>
                      <a:pt x="1366" y="2414"/>
                    </a:cubicBezTo>
                    <a:cubicBezTo>
                      <a:pt x="1928" y="2414"/>
                      <a:pt x="2569" y="1986"/>
                      <a:pt x="2279" y="1415"/>
                    </a:cubicBezTo>
                    <a:cubicBezTo>
                      <a:pt x="2207" y="1283"/>
                      <a:pt x="2061" y="1219"/>
                      <a:pt x="1917" y="1219"/>
                    </a:cubicBezTo>
                    <a:cubicBezTo>
                      <a:pt x="1728" y="1219"/>
                      <a:pt x="1543" y="1329"/>
                      <a:pt x="1532" y="1542"/>
                    </a:cubicBezTo>
                    <a:cubicBezTo>
                      <a:pt x="1523" y="1623"/>
                      <a:pt x="1556" y="1700"/>
                      <a:pt x="1586" y="1774"/>
                    </a:cubicBezTo>
                    <a:cubicBezTo>
                      <a:pt x="1591" y="1785"/>
                      <a:pt x="1602" y="1791"/>
                      <a:pt x="1613" y="1791"/>
                    </a:cubicBezTo>
                    <a:cubicBezTo>
                      <a:pt x="1617" y="1791"/>
                      <a:pt x="1622" y="1790"/>
                      <a:pt x="1626" y="1788"/>
                    </a:cubicBezTo>
                    <a:cubicBezTo>
                      <a:pt x="1641" y="1780"/>
                      <a:pt x="1647" y="1760"/>
                      <a:pt x="1639" y="1745"/>
                    </a:cubicBezTo>
                    <a:cubicBezTo>
                      <a:pt x="1513" y="1460"/>
                      <a:pt x="1699" y="1304"/>
                      <a:pt x="1898" y="1304"/>
                    </a:cubicBezTo>
                    <a:cubicBezTo>
                      <a:pt x="2067" y="1304"/>
                      <a:pt x="2245" y="1416"/>
                      <a:pt x="2250" y="1654"/>
                    </a:cubicBezTo>
                    <a:cubicBezTo>
                      <a:pt x="2267" y="2033"/>
                      <a:pt x="1792" y="2293"/>
                      <a:pt x="1376" y="2293"/>
                    </a:cubicBezTo>
                    <a:cubicBezTo>
                      <a:pt x="1141" y="2293"/>
                      <a:pt x="925" y="2211"/>
                      <a:pt x="826" y="2019"/>
                    </a:cubicBezTo>
                    <a:cubicBezTo>
                      <a:pt x="792" y="1963"/>
                      <a:pt x="766" y="1903"/>
                      <a:pt x="752" y="1840"/>
                    </a:cubicBezTo>
                    <a:cubicBezTo>
                      <a:pt x="734" y="1720"/>
                      <a:pt x="812" y="1605"/>
                      <a:pt x="911" y="1503"/>
                    </a:cubicBezTo>
                    <a:cubicBezTo>
                      <a:pt x="1118" y="1296"/>
                      <a:pt x="1365" y="1102"/>
                      <a:pt x="1515" y="838"/>
                    </a:cubicBezTo>
                    <a:cubicBezTo>
                      <a:pt x="1885" y="216"/>
                      <a:pt x="1505" y="0"/>
                      <a:pt x="10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15"/>
              <p:cNvSpPr/>
              <p:nvPr/>
            </p:nvSpPr>
            <p:spPr>
              <a:xfrm>
                <a:off x="6108919" y="3486505"/>
                <a:ext cx="68246" cy="21578"/>
              </a:xfrm>
              <a:custGeom>
                <a:rect b="b" l="l" r="r" t="t"/>
                <a:pathLst>
                  <a:path extrusionOk="0" h="516" w="1632">
                    <a:moveTo>
                      <a:pt x="1589" y="1"/>
                    </a:moveTo>
                    <a:cubicBezTo>
                      <a:pt x="1583" y="1"/>
                      <a:pt x="1577" y="3"/>
                      <a:pt x="1572" y="7"/>
                    </a:cubicBezTo>
                    <a:cubicBezTo>
                      <a:pt x="1220" y="260"/>
                      <a:pt x="796" y="405"/>
                      <a:pt x="366" y="405"/>
                    </a:cubicBezTo>
                    <a:cubicBezTo>
                      <a:pt x="260" y="405"/>
                      <a:pt x="153" y="396"/>
                      <a:pt x="47" y="378"/>
                    </a:cubicBezTo>
                    <a:cubicBezTo>
                      <a:pt x="45" y="378"/>
                      <a:pt x="43" y="377"/>
                      <a:pt x="41" y="377"/>
                    </a:cubicBezTo>
                    <a:cubicBezTo>
                      <a:pt x="12" y="377"/>
                      <a:pt x="1" y="423"/>
                      <a:pt x="32" y="435"/>
                    </a:cubicBezTo>
                    <a:cubicBezTo>
                      <a:pt x="181" y="489"/>
                      <a:pt x="340" y="515"/>
                      <a:pt x="499" y="515"/>
                    </a:cubicBezTo>
                    <a:cubicBezTo>
                      <a:pt x="910" y="515"/>
                      <a:pt x="1327" y="343"/>
                      <a:pt x="1611" y="51"/>
                    </a:cubicBezTo>
                    <a:cubicBezTo>
                      <a:pt x="1631" y="31"/>
                      <a:pt x="1612" y="1"/>
                      <a:pt x="15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15"/>
              <p:cNvSpPr/>
              <p:nvPr/>
            </p:nvSpPr>
            <p:spPr>
              <a:xfrm>
                <a:off x="6028420" y="3218121"/>
                <a:ext cx="32827" cy="7485"/>
              </a:xfrm>
              <a:custGeom>
                <a:rect b="b" l="l" r="r" t="t"/>
                <a:pathLst>
                  <a:path extrusionOk="0" h="179" w="785">
                    <a:moveTo>
                      <a:pt x="476" y="0"/>
                    </a:moveTo>
                    <a:cubicBezTo>
                      <a:pt x="319" y="0"/>
                      <a:pt x="160" y="42"/>
                      <a:pt x="26" y="123"/>
                    </a:cubicBezTo>
                    <a:cubicBezTo>
                      <a:pt x="1" y="138"/>
                      <a:pt x="13" y="179"/>
                      <a:pt x="41" y="179"/>
                    </a:cubicBezTo>
                    <a:cubicBezTo>
                      <a:pt x="43" y="179"/>
                      <a:pt x="44" y="179"/>
                      <a:pt x="46" y="179"/>
                    </a:cubicBezTo>
                    <a:cubicBezTo>
                      <a:pt x="282" y="142"/>
                      <a:pt x="505" y="115"/>
                      <a:pt x="746" y="105"/>
                    </a:cubicBezTo>
                    <a:cubicBezTo>
                      <a:pt x="777" y="104"/>
                      <a:pt x="785" y="56"/>
                      <a:pt x="754" y="47"/>
                    </a:cubicBezTo>
                    <a:cubicBezTo>
                      <a:pt x="666" y="16"/>
                      <a:pt x="571" y="0"/>
                      <a:pt x="47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15"/>
              <p:cNvSpPr/>
              <p:nvPr/>
            </p:nvSpPr>
            <p:spPr>
              <a:xfrm>
                <a:off x="6044018" y="3427794"/>
                <a:ext cx="32618" cy="59381"/>
              </a:xfrm>
              <a:custGeom>
                <a:rect b="b" l="l" r="r" t="t"/>
                <a:pathLst>
                  <a:path extrusionOk="0" h="1420" w="780">
                    <a:moveTo>
                      <a:pt x="399" y="0"/>
                    </a:moveTo>
                    <a:cubicBezTo>
                      <a:pt x="379" y="0"/>
                      <a:pt x="359" y="22"/>
                      <a:pt x="371" y="44"/>
                    </a:cubicBezTo>
                    <a:cubicBezTo>
                      <a:pt x="612" y="500"/>
                      <a:pt x="492" y="1109"/>
                      <a:pt x="28" y="1364"/>
                    </a:cubicBezTo>
                    <a:cubicBezTo>
                      <a:pt x="0" y="1379"/>
                      <a:pt x="15" y="1420"/>
                      <a:pt x="41" y="1420"/>
                    </a:cubicBezTo>
                    <a:cubicBezTo>
                      <a:pt x="44" y="1420"/>
                      <a:pt x="48" y="1419"/>
                      <a:pt x="51" y="1418"/>
                    </a:cubicBezTo>
                    <a:cubicBezTo>
                      <a:pt x="618" y="1237"/>
                      <a:pt x="779" y="452"/>
                      <a:pt x="421" y="12"/>
                    </a:cubicBezTo>
                    <a:cubicBezTo>
                      <a:pt x="415" y="4"/>
                      <a:pt x="407" y="0"/>
                      <a:pt x="3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15"/>
              <p:cNvSpPr/>
              <p:nvPr/>
            </p:nvSpPr>
            <p:spPr>
              <a:xfrm>
                <a:off x="6099426" y="3424323"/>
                <a:ext cx="26847" cy="57583"/>
              </a:xfrm>
              <a:custGeom>
                <a:rect b="b" l="l" r="r" t="t"/>
                <a:pathLst>
                  <a:path extrusionOk="0" h="1377" w="642">
                    <a:moveTo>
                      <a:pt x="223" y="1"/>
                    </a:moveTo>
                    <a:cubicBezTo>
                      <a:pt x="212" y="1"/>
                      <a:pt x="202" y="6"/>
                      <a:pt x="197" y="18"/>
                    </a:cubicBezTo>
                    <a:cubicBezTo>
                      <a:pt x="0" y="475"/>
                      <a:pt x="86" y="1157"/>
                      <a:pt x="588" y="1374"/>
                    </a:cubicBezTo>
                    <a:cubicBezTo>
                      <a:pt x="592" y="1376"/>
                      <a:pt x="596" y="1377"/>
                      <a:pt x="599" y="1377"/>
                    </a:cubicBezTo>
                    <a:cubicBezTo>
                      <a:pt x="625" y="1377"/>
                      <a:pt x="642" y="1339"/>
                      <a:pt x="616" y="1322"/>
                    </a:cubicBezTo>
                    <a:cubicBezTo>
                      <a:pt x="207" y="1042"/>
                      <a:pt x="167" y="485"/>
                      <a:pt x="253" y="36"/>
                    </a:cubicBezTo>
                    <a:cubicBezTo>
                      <a:pt x="257" y="15"/>
                      <a:pt x="240" y="1"/>
                      <a:pt x="2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7" name="Google Shape;137;p15"/>
            <p:cNvGrpSpPr/>
            <p:nvPr/>
          </p:nvGrpSpPr>
          <p:grpSpPr>
            <a:xfrm>
              <a:off x="493914" y="2855626"/>
              <a:ext cx="99935" cy="98199"/>
              <a:chOff x="5397687" y="2595834"/>
              <a:chExt cx="157527" cy="154767"/>
            </a:xfrm>
          </p:grpSpPr>
          <p:sp>
            <p:nvSpPr>
              <p:cNvPr id="138" name="Google Shape;138;p15"/>
              <p:cNvSpPr/>
              <p:nvPr/>
            </p:nvSpPr>
            <p:spPr>
              <a:xfrm>
                <a:off x="5426122" y="2595834"/>
                <a:ext cx="100237" cy="154767"/>
              </a:xfrm>
              <a:custGeom>
                <a:rect b="b" l="l" r="r" t="t"/>
                <a:pathLst>
                  <a:path extrusionOk="0" h="3701" w="2397">
                    <a:moveTo>
                      <a:pt x="1430" y="0"/>
                    </a:moveTo>
                    <a:cubicBezTo>
                      <a:pt x="1422" y="0"/>
                      <a:pt x="1416" y="1"/>
                      <a:pt x="1412" y="3"/>
                    </a:cubicBezTo>
                    <a:cubicBezTo>
                      <a:pt x="1412" y="3"/>
                      <a:pt x="1" y="3234"/>
                      <a:pt x="26" y="3295"/>
                    </a:cubicBezTo>
                    <a:cubicBezTo>
                      <a:pt x="50" y="3354"/>
                      <a:pt x="840" y="3701"/>
                      <a:pt x="972" y="3701"/>
                    </a:cubicBezTo>
                    <a:cubicBezTo>
                      <a:pt x="978" y="3701"/>
                      <a:pt x="982" y="3700"/>
                      <a:pt x="986" y="3699"/>
                    </a:cubicBezTo>
                    <a:cubicBezTo>
                      <a:pt x="1063" y="3668"/>
                      <a:pt x="2396" y="469"/>
                      <a:pt x="2371" y="407"/>
                    </a:cubicBezTo>
                    <a:cubicBezTo>
                      <a:pt x="2347" y="348"/>
                      <a:pt x="1584" y="0"/>
                      <a:pt x="143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15"/>
              <p:cNvSpPr/>
              <p:nvPr/>
            </p:nvSpPr>
            <p:spPr>
              <a:xfrm>
                <a:off x="5397687" y="2624647"/>
                <a:ext cx="157527" cy="98104"/>
              </a:xfrm>
              <a:custGeom>
                <a:rect b="b" l="l" r="r" t="t"/>
                <a:pathLst>
                  <a:path extrusionOk="0" h="2346" w="3767">
                    <a:moveTo>
                      <a:pt x="445" y="0"/>
                    </a:moveTo>
                    <a:cubicBezTo>
                      <a:pt x="444" y="0"/>
                      <a:pt x="443" y="0"/>
                      <a:pt x="442" y="0"/>
                    </a:cubicBezTo>
                    <a:cubicBezTo>
                      <a:pt x="380" y="26"/>
                      <a:pt x="0" y="867"/>
                      <a:pt x="39" y="960"/>
                    </a:cubicBezTo>
                    <a:cubicBezTo>
                      <a:pt x="39" y="960"/>
                      <a:pt x="3212" y="2346"/>
                      <a:pt x="3329" y="2346"/>
                    </a:cubicBezTo>
                    <a:cubicBezTo>
                      <a:pt x="3330" y="2346"/>
                      <a:pt x="3331" y="2346"/>
                      <a:pt x="3331" y="2346"/>
                    </a:cubicBezTo>
                    <a:cubicBezTo>
                      <a:pt x="3393" y="2320"/>
                      <a:pt x="3766" y="1464"/>
                      <a:pt x="3735" y="1386"/>
                    </a:cubicBezTo>
                    <a:cubicBezTo>
                      <a:pt x="3704" y="1310"/>
                      <a:pt x="564" y="0"/>
                      <a:pt x="44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0" name="Google Shape;140;p15"/>
            <p:cNvGrpSpPr/>
            <p:nvPr/>
          </p:nvGrpSpPr>
          <p:grpSpPr>
            <a:xfrm rot="-1473678">
              <a:off x="428845" y="2972113"/>
              <a:ext cx="99935" cy="98205"/>
              <a:chOff x="5397687" y="2595834"/>
              <a:chExt cx="157527" cy="154767"/>
            </a:xfrm>
          </p:grpSpPr>
          <p:sp>
            <p:nvSpPr>
              <p:cNvPr id="141" name="Google Shape;141;p15"/>
              <p:cNvSpPr/>
              <p:nvPr/>
            </p:nvSpPr>
            <p:spPr>
              <a:xfrm>
                <a:off x="5426122" y="2595834"/>
                <a:ext cx="100237" cy="154767"/>
              </a:xfrm>
              <a:custGeom>
                <a:rect b="b" l="l" r="r" t="t"/>
                <a:pathLst>
                  <a:path extrusionOk="0" h="3701" w="2397">
                    <a:moveTo>
                      <a:pt x="1430" y="0"/>
                    </a:moveTo>
                    <a:cubicBezTo>
                      <a:pt x="1422" y="0"/>
                      <a:pt x="1416" y="1"/>
                      <a:pt x="1412" y="3"/>
                    </a:cubicBezTo>
                    <a:cubicBezTo>
                      <a:pt x="1412" y="3"/>
                      <a:pt x="1" y="3234"/>
                      <a:pt x="26" y="3295"/>
                    </a:cubicBezTo>
                    <a:cubicBezTo>
                      <a:pt x="50" y="3354"/>
                      <a:pt x="840" y="3701"/>
                      <a:pt x="972" y="3701"/>
                    </a:cubicBezTo>
                    <a:cubicBezTo>
                      <a:pt x="978" y="3701"/>
                      <a:pt x="982" y="3700"/>
                      <a:pt x="986" y="3699"/>
                    </a:cubicBezTo>
                    <a:cubicBezTo>
                      <a:pt x="1063" y="3668"/>
                      <a:pt x="2396" y="469"/>
                      <a:pt x="2371" y="407"/>
                    </a:cubicBezTo>
                    <a:cubicBezTo>
                      <a:pt x="2347" y="348"/>
                      <a:pt x="1584" y="0"/>
                      <a:pt x="14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15"/>
              <p:cNvSpPr/>
              <p:nvPr/>
            </p:nvSpPr>
            <p:spPr>
              <a:xfrm>
                <a:off x="5397687" y="2624647"/>
                <a:ext cx="157527" cy="98104"/>
              </a:xfrm>
              <a:custGeom>
                <a:rect b="b" l="l" r="r" t="t"/>
                <a:pathLst>
                  <a:path extrusionOk="0" h="2346" w="3767">
                    <a:moveTo>
                      <a:pt x="445" y="0"/>
                    </a:moveTo>
                    <a:cubicBezTo>
                      <a:pt x="444" y="0"/>
                      <a:pt x="443" y="0"/>
                      <a:pt x="442" y="0"/>
                    </a:cubicBezTo>
                    <a:cubicBezTo>
                      <a:pt x="380" y="26"/>
                      <a:pt x="0" y="867"/>
                      <a:pt x="39" y="960"/>
                    </a:cubicBezTo>
                    <a:cubicBezTo>
                      <a:pt x="39" y="960"/>
                      <a:pt x="3212" y="2346"/>
                      <a:pt x="3329" y="2346"/>
                    </a:cubicBezTo>
                    <a:cubicBezTo>
                      <a:pt x="3330" y="2346"/>
                      <a:pt x="3331" y="2346"/>
                      <a:pt x="3331" y="2346"/>
                    </a:cubicBezTo>
                    <a:cubicBezTo>
                      <a:pt x="3393" y="2320"/>
                      <a:pt x="3766" y="1464"/>
                      <a:pt x="3735" y="1386"/>
                    </a:cubicBezTo>
                    <a:cubicBezTo>
                      <a:pt x="3704" y="1310"/>
                      <a:pt x="564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 rot="5400000">
            <a:off x="-1032226" y="1359944"/>
            <a:ext cx="2948444" cy="884007"/>
          </a:xfrm>
          <a:custGeom>
            <a:rect b="b" l="l" r="r" t="t"/>
            <a:pathLst>
              <a:path extrusionOk="0" h="12536" w="41813">
                <a:moveTo>
                  <a:pt x="41813" y="12536"/>
                </a:moveTo>
                <a:lnTo>
                  <a:pt x="0" y="12536"/>
                </a:lnTo>
                <a:cubicBezTo>
                  <a:pt x="126" y="11357"/>
                  <a:pt x="423" y="10191"/>
                  <a:pt x="854" y="9088"/>
                </a:cubicBezTo>
                <a:cubicBezTo>
                  <a:pt x="1863" y="6514"/>
                  <a:pt x="3879" y="4060"/>
                  <a:pt x="6617" y="3669"/>
                </a:cubicBezTo>
                <a:cubicBezTo>
                  <a:pt x="7797" y="3500"/>
                  <a:pt x="8957" y="3729"/>
                  <a:pt x="10080" y="4146"/>
                </a:cubicBezTo>
                <a:cubicBezTo>
                  <a:pt x="11689" y="4742"/>
                  <a:pt x="13492" y="4257"/>
                  <a:pt x="14595" y="2942"/>
                </a:cubicBezTo>
                <a:cubicBezTo>
                  <a:pt x="15375" y="2015"/>
                  <a:pt x="16378" y="1274"/>
                  <a:pt x="17504" y="828"/>
                </a:cubicBezTo>
                <a:cubicBezTo>
                  <a:pt x="19590" y="1"/>
                  <a:pt x="22055" y="203"/>
                  <a:pt x="23979" y="1357"/>
                </a:cubicBezTo>
                <a:cubicBezTo>
                  <a:pt x="24549" y="1700"/>
                  <a:pt x="25072" y="2119"/>
                  <a:pt x="25578" y="2564"/>
                </a:cubicBezTo>
                <a:cubicBezTo>
                  <a:pt x="27015" y="3831"/>
                  <a:pt x="28306" y="5313"/>
                  <a:pt x="30115" y="5863"/>
                </a:cubicBezTo>
                <a:cubicBezTo>
                  <a:pt x="31998" y="6435"/>
                  <a:pt x="34054" y="5860"/>
                  <a:pt x="35982" y="6246"/>
                </a:cubicBezTo>
                <a:cubicBezTo>
                  <a:pt x="38809" y="6811"/>
                  <a:pt x="40886" y="9391"/>
                  <a:pt x="41707" y="12153"/>
                </a:cubicBezTo>
                <a:cubicBezTo>
                  <a:pt x="41745" y="12280"/>
                  <a:pt x="41780" y="12407"/>
                  <a:pt x="41813" y="12536"/>
                </a:cubicBezTo>
              </a:path>
            </a:pathLst>
          </a:custGeom>
          <a:solidFill>
            <a:srgbClr val="7968AF">
              <a:alpha val="8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 flipH="1" rot="5400000">
            <a:off x="7381922" y="3169519"/>
            <a:ext cx="2852088" cy="1095872"/>
          </a:xfrm>
          <a:custGeom>
            <a:rect b="b" l="l" r="r" t="t"/>
            <a:pathLst>
              <a:path extrusionOk="0" h="16393" w="42664">
                <a:moveTo>
                  <a:pt x="0" y="1"/>
                </a:moveTo>
                <a:lnTo>
                  <a:pt x="0" y="8820"/>
                </a:lnTo>
                <a:cubicBezTo>
                  <a:pt x="478" y="9615"/>
                  <a:pt x="960" y="10406"/>
                  <a:pt x="1504" y="11153"/>
                </a:cubicBezTo>
                <a:cubicBezTo>
                  <a:pt x="3080" y="13313"/>
                  <a:pt x="5235" y="15114"/>
                  <a:pt x="7780" y="15934"/>
                </a:cubicBezTo>
                <a:cubicBezTo>
                  <a:pt x="8719" y="16236"/>
                  <a:pt x="9713" y="16393"/>
                  <a:pt x="10703" y="16393"/>
                </a:cubicBezTo>
                <a:cubicBezTo>
                  <a:pt x="12396" y="16393"/>
                  <a:pt x="14078" y="15935"/>
                  <a:pt x="15459" y="14965"/>
                </a:cubicBezTo>
                <a:cubicBezTo>
                  <a:pt x="17132" y="13791"/>
                  <a:pt x="18317" y="11939"/>
                  <a:pt x="20169" y="11076"/>
                </a:cubicBezTo>
                <a:cubicBezTo>
                  <a:pt x="21079" y="10653"/>
                  <a:pt x="22041" y="10509"/>
                  <a:pt x="23029" y="10509"/>
                </a:cubicBezTo>
                <a:cubicBezTo>
                  <a:pt x="24412" y="10509"/>
                  <a:pt x="25847" y="10791"/>
                  <a:pt x="27266" y="10981"/>
                </a:cubicBezTo>
                <a:cubicBezTo>
                  <a:pt x="27732" y="11043"/>
                  <a:pt x="28195" y="11096"/>
                  <a:pt x="28655" y="11125"/>
                </a:cubicBezTo>
                <a:cubicBezTo>
                  <a:pt x="28925" y="11143"/>
                  <a:pt x="29196" y="11151"/>
                  <a:pt x="29466" y="11151"/>
                </a:cubicBezTo>
                <a:cubicBezTo>
                  <a:pt x="33532" y="11151"/>
                  <a:pt x="37571" y="9203"/>
                  <a:pt x="40069" y="5989"/>
                </a:cubicBezTo>
                <a:cubicBezTo>
                  <a:pt x="41419" y="4250"/>
                  <a:pt x="42297" y="2169"/>
                  <a:pt x="42663" y="1"/>
                </a:cubicBezTo>
                <a:close/>
              </a:path>
            </a:pathLst>
          </a:custGeom>
          <a:solidFill>
            <a:srgbClr val="9485BA">
              <a:alpha val="12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1_1_1_1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/>
          <p:nvPr/>
        </p:nvSpPr>
        <p:spPr>
          <a:xfrm>
            <a:off x="-572451" y="-205874"/>
            <a:ext cx="2778493" cy="1067594"/>
          </a:xfrm>
          <a:custGeom>
            <a:rect b="b" l="l" r="r" t="t"/>
            <a:pathLst>
              <a:path extrusionOk="0" h="16393" w="42664">
                <a:moveTo>
                  <a:pt x="0" y="1"/>
                </a:moveTo>
                <a:lnTo>
                  <a:pt x="0" y="8820"/>
                </a:lnTo>
                <a:cubicBezTo>
                  <a:pt x="478" y="9615"/>
                  <a:pt x="960" y="10406"/>
                  <a:pt x="1504" y="11153"/>
                </a:cubicBezTo>
                <a:cubicBezTo>
                  <a:pt x="3080" y="13313"/>
                  <a:pt x="5235" y="15114"/>
                  <a:pt x="7780" y="15934"/>
                </a:cubicBezTo>
                <a:cubicBezTo>
                  <a:pt x="8719" y="16236"/>
                  <a:pt x="9713" y="16393"/>
                  <a:pt x="10703" y="16393"/>
                </a:cubicBezTo>
                <a:cubicBezTo>
                  <a:pt x="12396" y="16393"/>
                  <a:pt x="14078" y="15935"/>
                  <a:pt x="15459" y="14965"/>
                </a:cubicBezTo>
                <a:cubicBezTo>
                  <a:pt x="17132" y="13791"/>
                  <a:pt x="18317" y="11939"/>
                  <a:pt x="20169" y="11076"/>
                </a:cubicBezTo>
                <a:cubicBezTo>
                  <a:pt x="21079" y="10653"/>
                  <a:pt x="22041" y="10509"/>
                  <a:pt x="23029" y="10509"/>
                </a:cubicBezTo>
                <a:cubicBezTo>
                  <a:pt x="24412" y="10509"/>
                  <a:pt x="25847" y="10791"/>
                  <a:pt x="27266" y="10981"/>
                </a:cubicBezTo>
                <a:cubicBezTo>
                  <a:pt x="27732" y="11043"/>
                  <a:pt x="28195" y="11096"/>
                  <a:pt x="28655" y="11125"/>
                </a:cubicBezTo>
                <a:cubicBezTo>
                  <a:pt x="28925" y="11143"/>
                  <a:pt x="29196" y="11151"/>
                  <a:pt x="29466" y="11151"/>
                </a:cubicBezTo>
                <a:cubicBezTo>
                  <a:pt x="33532" y="11151"/>
                  <a:pt x="37571" y="9203"/>
                  <a:pt x="40069" y="5989"/>
                </a:cubicBezTo>
                <a:cubicBezTo>
                  <a:pt x="41419" y="4250"/>
                  <a:pt x="42297" y="2169"/>
                  <a:pt x="42663" y="1"/>
                </a:cubicBezTo>
                <a:close/>
              </a:path>
            </a:pathLst>
          </a:custGeom>
          <a:solidFill>
            <a:srgbClr val="9485BA">
              <a:alpha val="12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 rot="-4489178">
            <a:off x="8082895" y="89577"/>
            <a:ext cx="1713949" cy="1212216"/>
          </a:xfrm>
          <a:custGeom>
            <a:rect b="b" l="l" r="r" t="t"/>
            <a:pathLst>
              <a:path extrusionOk="0" h="22264" w="31479">
                <a:moveTo>
                  <a:pt x="28893" y="0"/>
                </a:moveTo>
                <a:cubicBezTo>
                  <a:pt x="28697" y="0"/>
                  <a:pt x="28500" y="7"/>
                  <a:pt x="28304" y="21"/>
                </a:cubicBezTo>
                <a:cubicBezTo>
                  <a:pt x="24588" y="285"/>
                  <a:pt x="21237" y="2790"/>
                  <a:pt x="19458" y="6063"/>
                </a:cubicBezTo>
                <a:cubicBezTo>
                  <a:pt x="18833" y="7214"/>
                  <a:pt x="18345" y="8499"/>
                  <a:pt x="17343" y="9340"/>
                </a:cubicBezTo>
                <a:cubicBezTo>
                  <a:pt x="15676" y="10738"/>
                  <a:pt x="13239" y="10447"/>
                  <a:pt x="11077" y="10688"/>
                </a:cubicBezTo>
                <a:cubicBezTo>
                  <a:pt x="9416" y="10874"/>
                  <a:pt x="7829" y="11440"/>
                  <a:pt x="6403" y="12292"/>
                </a:cubicBezTo>
                <a:cubicBezTo>
                  <a:pt x="3702" y="13903"/>
                  <a:pt x="1573" y="16536"/>
                  <a:pt x="591" y="19541"/>
                </a:cubicBezTo>
                <a:cubicBezTo>
                  <a:pt x="300" y="20429"/>
                  <a:pt x="107" y="21341"/>
                  <a:pt x="1" y="22264"/>
                </a:cubicBezTo>
                <a:lnTo>
                  <a:pt x="31478" y="22264"/>
                </a:lnTo>
                <a:lnTo>
                  <a:pt x="31478" y="391"/>
                </a:lnTo>
                <a:cubicBezTo>
                  <a:pt x="30640" y="136"/>
                  <a:pt x="29766" y="0"/>
                  <a:pt x="28893" y="0"/>
                </a:cubicBezTo>
                <a:close/>
              </a:path>
            </a:pathLst>
          </a:custGeom>
          <a:solidFill>
            <a:srgbClr val="7968AF">
              <a:alpha val="8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 rot="-9699706">
            <a:off x="3631638" y="4637085"/>
            <a:ext cx="2957485" cy="1136369"/>
          </a:xfrm>
          <a:custGeom>
            <a:rect b="b" l="l" r="r" t="t"/>
            <a:pathLst>
              <a:path extrusionOk="0" h="16393" w="42664">
                <a:moveTo>
                  <a:pt x="0" y="1"/>
                </a:moveTo>
                <a:lnTo>
                  <a:pt x="0" y="8820"/>
                </a:lnTo>
                <a:cubicBezTo>
                  <a:pt x="478" y="9615"/>
                  <a:pt x="960" y="10406"/>
                  <a:pt x="1504" y="11153"/>
                </a:cubicBezTo>
                <a:cubicBezTo>
                  <a:pt x="3080" y="13313"/>
                  <a:pt x="5235" y="15114"/>
                  <a:pt x="7780" y="15934"/>
                </a:cubicBezTo>
                <a:cubicBezTo>
                  <a:pt x="8719" y="16236"/>
                  <a:pt x="9713" y="16393"/>
                  <a:pt x="10703" y="16393"/>
                </a:cubicBezTo>
                <a:cubicBezTo>
                  <a:pt x="12396" y="16393"/>
                  <a:pt x="14078" y="15935"/>
                  <a:pt x="15459" y="14965"/>
                </a:cubicBezTo>
                <a:cubicBezTo>
                  <a:pt x="17132" y="13791"/>
                  <a:pt x="18317" y="11939"/>
                  <a:pt x="20169" y="11076"/>
                </a:cubicBezTo>
                <a:cubicBezTo>
                  <a:pt x="21079" y="10653"/>
                  <a:pt x="22041" y="10509"/>
                  <a:pt x="23029" y="10509"/>
                </a:cubicBezTo>
                <a:cubicBezTo>
                  <a:pt x="24412" y="10509"/>
                  <a:pt x="25847" y="10791"/>
                  <a:pt x="27266" y="10981"/>
                </a:cubicBezTo>
                <a:cubicBezTo>
                  <a:pt x="27732" y="11043"/>
                  <a:pt x="28195" y="11096"/>
                  <a:pt x="28655" y="11125"/>
                </a:cubicBezTo>
                <a:cubicBezTo>
                  <a:pt x="28925" y="11143"/>
                  <a:pt x="29196" y="11151"/>
                  <a:pt x="29466" y="11151"/>
                </a:cubicBezTo>
                <a:cubicBezTo>
                  <a:pt x="33532" y="11151"/>
                  <a:pt x="37571" y="9203"/>
                  <a:pt x="40069" y="5989"/>
                </a:cubicBezTo>
                <a:cubicBezTo>
                  <a:pt x="41419" y="4250"/>
                  <a:pt x="42297" y="2169"/>
                  <a:pt x="42663" y="1"/>
                </a:cubicBezTo>
                <a:close/>
              </a:path>
            </a:pathLst>
          </a:custGeom>
          <a:solidFill>
            <a:srgbClr val="9485BA">
              <a:alpha val="246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TITLE_ONLY_1_1_1_1_1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/>
          <p:nvPr/>
        </p:nvSpPr>
        <p:spPr>
          <a:xfrm flipH="1" rot="10800000">
            <a:off x="6362006" y="24"/>
            <a:ext cx="2782035" cy="1967581"/>
          </a:xfrm>
          <a:custGeom>
            <a:rect b="b" l="l" r="r" t="t"/>
            <a:pathLst>
              <a:path extrusionOk="0" h="22264" w="31479">
                <a:moveTo>
                  <a:pt x="28893" y="0"/>
                </a:moveTo>
                <a:cubicBezTo>
                  <a:pt x="28697" y="0"/>
                  <a:pt x="28500" y="7"/>
                  <a:pt x="28304" y="21"/>
                </a:cubicBezTo>
                <a:cubicBezTo>
                  <a:pt x="24588" y="285"/>
                  <a:pt x="21237" y="2790"/>
                  <a:pt x="19458" y="6063"/>
                </a:cubicBezTo>
                <a:cubicBezTo>
                  <a:pt x="18833" y="7214"/>
                  <a:pt x="18345" y="8499"/>
                  <a:pt x="17343" y="9340"/>
                </a:cubicBezTo>
                <a:cubicBezTo>
                  <a:pt x="15676" y="10738"/>
                  <a:pt x="13239" y="10447"/>
                  <a:pt x="11077" y="10688"/>
                </a:cubicBezTo>
                <a:cubicBezTo>
                  <a:pt x="9416" y="10874"/>
                  <a:pt x="7829" y="11440"/>
                  <a:pt x="6403" y="12292"/>
                </a:cubicBezTo>
                <a:cubicBezTo>
                  <a:pt x="3702" y="13903"/>
                  <a:pt x="1573" y="16536"/>
                  <a:pt x="591" y="19541"/>
                </a:cubicBezTo>
                <a:cubicBezTo>
                  <a:pt x="300" y="20429"/>
                  <a:pt x="107" y="21341"/>
                  <a:pt x="1" y="22264"/>
                </a:cubicBezTo>
                <a:lnTo>
                  <a:pt x="31478" y="22264"/>
                </a:lnTo>
                <a:lnTo>
                  <a:pt x="31478" y="391"/>
                </a:lnTo>
                <a:cubicBezTo>
                  <a:pt x="30640" y="136"/>
                  <a:pt x="29766" y="0"/>
                  <a:pt x="28893" y="0"/>
                </a:cubicBezTo>
                <a:close/>
              </a:path>
            </a:pathLst>
          </a:custGeom>
          <a:solidFill>
            <a:srgbClr val="7968AF">
              <a:alpha val="8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 rot="8966446">
            <a:off x="-537464" y="-899233"/>
            <a:ext cx="2615001" cy="1835828"/>
          </a:xfrm>
          <a:custGeom>
            <a:rect b="b" l="l" r="r" t="t"/>
            <a:pathLst>
              <a:path extrusionOk="0" h="31327" w="44623">
                <a:moveTo>
                  <a:pt x="30181" y="0"/>
                </a:moveTo>
                <a:cubicBezTo>
                  <a:pt x="29391" y="0"/>
                  <a:pt x="28601" y="88"/>
                  <a:pt x="27830" y="267"/>
                </a:cubicBezTo>
                <a:cubicBezTo>
                  <a:pt x="25849" y="728"/>
                  <a:pt x="23986" y="1759"/>
                  <a:pt x="21953" y="1843"/>
                </a:cubicBezTo>
                <a:cubicBezTo>
                  <a:pt x="21861" y="1847"/>
                  <a:pt x="21770" y="1848"/>
                  <a:pt x="21678" y="1848"/>
                </a:cubicBezTo>
                <a:cubicBezTo>
                  <a:pt x="19691" y="1848"/>
                  <a:pt x="17792" y="990"/>
                  <a:pt x="15827" y="629"/>
                </a:cubicBezTo>
                <a:cubicBezTo>
                  <a:pt x="15152" y="505"/>
                  <a:pt x="14470" y="445"/>
                  <a:pt x="13789" y="445"/>
                </a:cubicBezTo>
                <a:cubicBezTo>
                  <a:pt x="9549" y="445"/>
                  <a:pt x="5342" y="2762"/>
                  <a:pt x="2989" y="6330"/>
                </a:cubicBezTo>
                <a:cubicBezTo>
                  <a:pt x="260" y="10471"/>
                  <a:pt x="1" y="16027"/>
                  <a:pt x="1998" y="20566"/>
                </a:cubicBezTo>
                <a:cubicBezTo>
                  <a:pt x="3996" y="25107"/>
                  <a:pt x="8092" y="28590"/>
                  <a:pt x="12783" y="30201"/>
                </a:cubicBezTo>
                <a:cubicBezTo>
                  <a:pt x="15007" y="30966"/>
                  <a:pt x="17350" y="31326"/>
                  <a:pt x="19701" y="31326"/>
                </a:cubicBezTo>
                <a:cubicBezTo>
                  <a:pt x="22309" y="31326"/>
                  <a:pt x="24925" y="30883"/>
                  <a:pt x="27400" y="30058"/>
                </a:cubicBezTo>
                <a:cubicBezTo>
                  <a:pt x="29707" y="29289"/>
                  <a:pt x="31904" y="28201"/>
                  <a:pt x="34244" y="27537"/>
                </a:cubicBezTo>
                <a:cubicBezTo>
                  <a:pt x="35447" y="27197"/>
                  <a:pt x="36715" y="26976"/>
                  <a:pt x="37965" y="26976"/>
                </a:cubicBezTo>
                <a:cubicBezTo>
                  <a:pt x="39146" y="26976"/>
                  <a:pt x="40312" y="27173"/>
                  <a:pt x="41392" y="27652"/>
                </a:cubicBezTo>
                <a:lnTo>
                  <a:pt x="44623" y="25946"/>
                </a:lnTo>
                <a:cubicBezTo>
                  <a:pt x="42654" y="25892"/>
                  <a:pt x="40990" y="24267"/>
                  <a:pt x="40341" y="22406"/>
                </a:cubicBezTo>
                <a:cubicBezTo>
                  <a:pt x="39693" y="20546"/>
                  <a:pt x="39871" y="18504"/>
                  <a:pt x="40215" y="16564"/>
                </a:cubicBezTo>
                <a:cubicBezTo>
                  <a:pt x="40557" y="14624"/>
                  <a:pt x="41058" y="12692"/>
                  <a:pt x="41031" y="10722"/>
                </a:cubicBezTo>
                <a:cubicBezTo>
                  <a:pt x="40988" y="7504"/>
                  <a:pt x="39446" y="4334"/>
                  <a:pt x="36929" y="2331"/>
                </a:cubicBezTo>
                <a:cubicBezTo>
                  <a:pt x="35030" y="821"/>
                  <a:pt x="32604" y="0"/>
                  <a:pt x="30181" y="0"/>
                </a:cubicBezTo>
                <a:close/>
              </a:path>
            </a:pathLst>
          </a:custGeom>
          <a:solidFill>
            <a:srgbClr val="7968AF">
              <a:alpha val="8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 rot="10454287">
            <a:off x="-182969" y="4632929"/>
            <a:ext cx="2591297" cy="1819187"/>
          </a:xfrm>
          <a:custGeom>
            <a:rect b="b" l="l" r="r" t="t"/>
            <a:pathLst>
              <a:path extrusionOk="0" h="31327" w="44623">
                <a:moveTo>
                  <a:pt x="30181" y="0"/>
                </a:moveTo>
                <a:cubicBezTo>
                  <a:pt x="29391" y="0"/>
                  <a:pt x="28601" y="88"/>
                  <a:pt x="27830" y="267"/>
                </a:cubicBezTo>
                <a:cubicBezTo>
                  <a:pt x="25849" y="728"/>
                  <a:pt x="23986" y="1759"/>
                  <a:pt x="21953" y="1843"/>
                </a:cubicBezTo>
                <a:cubicBezTo>
                  <a:pt x="21861" y="1847"/>
                  <a:pt x="21770" y="1848"/>
                  <a:pt x="21678" y="1848"/>
                </a:cubicBezTo>
                <a:cubicBezTo>
                  <a:pt x="19691" y="1848"/>
                  <a:pt x="17792" y="990"/>
                  <a:pt x="15827" y="629"/>
                </a:cubicBezTo>
                <a:cubicBezTo>
                  <a:pt x="15152" y="505"/>
                  <a:pt x="14470" y="445"/>
                  <a:pt x="13789" y="445"/>
                </a:cubicBezTo>
                <a:cubicBezTo>
                  <a:pt x="9549" y="445"/>
                  <a:pt x="5342" y="2762"/>
                  <a:pt x="2989" y="6330"/>
                </a:cubicBezTo>
                <a:cubicBezTo>
                  <a:pt x="260" y="10471"/>
                  <a:pt x="1" y="16027"/>
                  <a:pt x="1998" y="20566"/>
                </a:cubicBezTo>
                <a:cubicBezTo>
                  <a:pt x="3996" y="25107"/>
                  <a:pt x="8092" y="28590"/>
                  <a:pt x="12783" y="30201"/>
                </a:cubicBezTo>
                <a:cubicBezTo>
                  <a:pt x="15007" y="30966"/>
                  <a:pt x="17350" y="31326"/>
                  <a:pt x="19701" y="31326"/>
                </a:cubicBezTo>
                <a:cubicBezTo>
                  <a:pt x="22309" y="31326"/>
                  <a:pt x="24925" y="30883"/>
                  <a:pt x="27400" y="30058"/>
                </a:cubicBezTo>
                <a:cubicBezTo>
                  <a:pt x="29707" y="29289"/>
                  <a:pt x="31904" y="28201"/>
                  <a:pt x="34244" y="27537"/>
                </a:cubicBezTo>
                <a:cubicBezTo>
                  <a:pt x="35447" y="27197"/>
                  <a:pt x="36715" y="26976"/>
                  <a:pt x="37965" y="26976"/>
                </a:cubicBezTo>
                <a:cubicBezTo>
                  <a:pt x="39146" y="26976"/>
                  <a:pt x="40312" y="27173"/>
                  <a:pt x="41392" y="27652"/>
                </a:cubicBezTo>
                <a:lnTo>
                  <a:pt x="44623" y="25946"/>
                </a:lnTo>
                <a:cubicBezTo>
                  <a:pt x="42654" y="25892"/>
                  <a:pt x="40990" y="24267"/>
                  <a:pt x="40341" y="22406"/>
                </a:cubicBezTo>
                <a:cubicBezTo>
                  <a:pt x="39693" y="20546"/>
                  <a:pt x="39871" y="18504"/>
                  <a:pt x="40215" y="16564"/>
                </a:cubicBezTo>
                <a:cubicBezTo>
                  <a:pt x="40557" y="14624"/>
                  <a:pt x="41058" y="12692"/>
                  <a:pt x="41031" y="10722"/>
                </a:cubicBezTo>
                <a:cubicBezTo>
                  <a:pt x="40988" y="7504"/>
                  <a:pt x="39446" y="4334"/>
                  <a:pt x="36929" y="2331"/>
                </a:cubicBezTo>
                <a:cubicBezTo>
                  <a:pt x="35030" y="821"/>
                  <a:pt x="32604" y="0"/>
                  <a:pt x="30181" y="0"/>
                </a:cubicBezTo>
                <a:close/>
              </a:path>
            </a:pathLst>
          </a:custGeom>
          <a:solidFill>
            <a:srgbClr val="9485BA">
              <a:alpha val="246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TITLE_ONLY_1_1_1_1_1_1_1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"/>
          <p:cNvSpPr/>
          <p:nvPr/>
        </p:nvSpPr>
        <p:spPr>
          <a:xfrm>
            <a:off x="7071877" y="3931302"/>
            <a:ext cx="2072105" cy="1465528"/>
          </a:xfrm>
          <a:custGeom>
            <a:rect b="b" l="l" r="r" t="t"/>
            <a:pathLst>
              <a:path extrusionOk="0" h="22264" w="31479">
                <a:moveTo>
                  <a:pt x="28893" y="0"/>
                </a:moveTo>
                <a:cubicBezTo>
                  <a:pt x="28697" y="0"/>
                  <a:pt x="28500" y="7"/>
                  <a:pt x="28304" y="21"/>
                </a:cubicBezTo>
                <a:cubicBezTo>
                  <a:pt x="24588" y="285"/>
                  <a:pt x="21237" y="2790"/>
                  <a:pt x="19458" y="6063"/>
                </a:cubicBezTo>
                <a:cubicBezTo>
                  <a:pt x="18833" y="7214"/>
                  <a:pt x="18345" y="8499"/>
                  <a:pt x="17343" y="9340"/>
                </a:cubicBezTo>
                <a:cubicBezTo>
                  <a:pt x="15676" y="10738"/>
                  <a:pt x="13239" y="10447"/>
                  <a:pt x="11077" y="10688"/>
                </a:cubicBezTo>
                <a:cubicBezTo>
                  <a:pt x="9416" y="10874"/>
                  <a:pt x="7829" y="11440"/>
                  <a:pt x="6403" y="12292"/>
                </a:cubicBezTo>
                <a:cubicBezTo>
                  <a:pt x="3702" y="13903"/>
                  <a:pt x="1573" y="16536"/>
                  <a:pt x="591" y="19541"/>
                </a:cubicBezTo>
                <a:cubicBezTo>
                  <a:pt x="300" y="20429"/>
                  <a:pt x="107" y="21341"/>
                  <a:pt x="1" y="22264"/>
                </a:cubicBezTo>
                <a:lnTo>
                  <a:pt x="31478" y="22264"/>
                </a:lnTo>
                <a:lnTo>
                  <a:pt x="31478" y="391"/>
                </a:lnTo>
                <a:cubicBezTo>
                  <a:pt x="30640" y="136"/>
                  <a:pt x="29766" y="0"/>
                  <a:pt x="28893" y="0"/>
                </a:cubicBezTo>
                <a:close/>
              </a:path>
            </a:pathLst>
          </a:custGeom>
          <a:solidFill>
            <a:srgbClr val="7968AF">
              <a:alpha val="8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9"/>
          <p:cNvSpPr/>
          <p:nvPr/>
        </p:nvSpPr>
        <p:spPr>
          <a:xfrm flipH="1" rot="-5400000">
            <a:off x="-447102" y="1392940"/>
            <a:ext cx="1749017" cy="854826"/>
          </a:xfrm>
          <a:custGeom>
            <a:rect b="b" l="l" r="r" t="t"/>
            <a:pathLst>
              <a:path extrusionOk="0" h="15700" w="32123">
                <a:moveTo>
                  <a:pt x="1" y="1"/>
                </a:moveTo>
                <a:cubicBezTo>
                  <a:pt x="256" y="226"/>
                  <a:pt x="496" y="465"/>
                  <a:pt x="718" y="716"/>
                </a:cubicBezTo>
                <a:cubicBezTo>
                  <a:pt x="2564" y="2792"/>
                  <a:pt x="3551" y="5469"/>
                  <a:pt x="4897" y="7900"/>
                </a:cubicBezTo>
                <a:cubicBezTo>
                  <a:pt x="5493" y="8975"/>
                  <a:pt x="6182" y="10021"/>
                  <a:pt x="6967" y="10981"/>
                </a:cubicBezTo>
                <a:cubicBezTo>
                  <a:pt x="8532" y="12895"/>
                  <a:pt x="10473" y="14467"/>
                  <a:pt x="12797" y="15247"/>
                </a:cubicBezTo>
                <a:cubicBezTo>
                  <a:pt x="13701" y="15550"/>
                  <a:pt x="14666" y="15700"/>
                  <a:pt x="15631" y="15700"/>
                </a:cubicBezTo>
                <a:cubicBezTo>
                  <a:pt x="18392" y="15700"/>
                  <a:pt x="21150" y="14471"/>
                  <a:pt x="22462" y="12079"/>
                </a:cubicBezTo>
                <a:cubicBezTo>
                  <a:pt x="23317" y="10523"/>
                  <a:pt x="23489" y="8701"/>
                  <a:pt x="23866" y="6966"/>
                </a:cubicBezTo>
                <a:cubicBezTo>
                  <a:pt x="24245" y="5233"/>
                  <a:pt x="24943" y="3417"/>
                  <a:pt x="26447" y="2473"/>
                </a:cubicBezTo>
                <a:cubicBezTo>
                  <a:pt x="27588" y="1757"/>
                  <a:pt x="29005" y="1663"/>
                  <a:pt x="30262" y="1177"/>
                </a:cubicBezTo>
                <a:cubicBezTo>
                  <a:pt x="30958" y="908"/>
                  <a:pt x="31583" y="502"/>
                  <a:pt x="32122" y="1"/>
                </a:cubicBezTo>
                <a:close/>
              </a:path>
            </a:pathLst>
          </a:custGeom>
          <a:solidFill>
            <a:srgbClr val="9485BA">
              <a:alpha val="246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7">
  <p:cSld name="TITLE_ONLY_1_1_1_1_1_1_1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/>
          <p:nvPr/>
        </p:nvSpPr>
        <p:spPr>
          <a:xfrm rot="10633865">
            <a:off x="169188" y="-3339077"/>
            <a:ext cx="5258266" cy="3691498"/>
          </a:xfrm>
          <a:custGeom>
            <a:rect b="b" l="l" r="r" t="t"/>
            <a:pathLst>
              <a:path extrusionOk="0" h="31327" w="44623">
                <a:moveTo>
                  <a:pt x="30181" y="0"/>
                </a:moveTo>
                <a:cubicBezTo>
                  <a:pt x="29391" y="0"/>
                  <a:pt x="28601" y="88"/>
                  <a:pt x="27830" y="267"/>
                </a:cubicBezTo>
                <a:cubicBezTo>
                  <a:pt x="25849" y="728"/>
                  <a:pt x="23986" y="1759"/>
                  <a:pt x="21953" y="1843"/>
                </a:cubicBezTo>
                <a:cubicBezTo>
                  <a:pt x="21861" y="1847"/>
                  <a:pt x="21770" y="1848"/>
                  <a:pt x="21678" y="1848"/>
                </a:cubicBezTo>
                <a:cubicBezTo>
                  <a:pt x="19691" y="1848"/>
                  <a:pt x="17792" y="990"/>
                  <a:pt x="15827" y="629"/>
                </a:cubicBezTo>
                <a:cubicBezTo>
                  <a:pt x="15152" y="505"/>
                  <a:pt x="14470" y="445"/>
                  <a:pt x="13789" y="445"/>
                </a:cubicBezTo>
                <a:cubicBezTo>
                  <a:pt x="9549" y="445"/>
                  <a:pt x="5342" y="2762"/>
                  <a:pt x="2989" y="6330"/>
                </a:cubicBezTo>
                <a:cubicBezTo>
                  <a:pt x="260" y="10471"/>
                  <a:pt x="1" y="16027"/>
                  <a:pt x="1998" y="20566"/>
                </a:cubicBezTo>
                <a:cubicBezTo>
                  <a:pt x="3996" y="25107"/>
                  <a:pt x="8092" y="28590"/>
                  <a:pt x="12783" y="30201"/>
                </a:cubicBezTo>
                <a:cubicBezTo>
                  <a:pt x="15007" y="30966"/>
                  <a:pt x="17350" y="31326"/>
                  <a:pt x="19701" y="31326"/>
                </a:cubicBezTo>
                <a:cubicBezTo>
                  <a:pt x="22309" y="31326"/>
                  <a:pt x="24925" y="30883"/>
                  <a:pt x="27400" y="30058"/>
                </a:cubicBezTo>
                <a:cubicBezTo>
                  <a:pt x="29707" y="29289"/>
                  <a:pt x="31904" y="28201"/>
                  <a:pt x="34244" y="27537"/>
                </a:cubicBezTo>
                <a:cubicBezTo>
                  <a:pt x="35447" y="27197"/>
                  <a:pt x="36715" y="26976"/>
                  <a:pt x="37965" y="26976"/>
                </a:cubicBezTo>
                <a:cubicBezTo>
                  <a:pt x="39146" y="26976"/>
                  <a:pt x="40312" y="27173"/>
                  <a:pt x="41392" y="27652"/>
                </a:cubicBezTo>
                <a:lnTo>
                  <a:pt x="44623" y="25946"/>
                </a:lnTo>
                <a:cubicBezTo>
                  <a:pt x="42654" y="25892"/>
                  <a:pt x="40990" y="24267"/>
                  <a:pt x="40341" y="22406"/>
                </a:cubicBezTo>
                <a:cubicBezTo>
                  <a:pt x="39693" y="20546"/>
                  <a:pt x="39871" y="18504"/>
                  <a:pt x="40215" y="16564"/>
                </a:cubicBezTo>
                <a:cubicBezTo>
                  <a:pt x="40557" y="14624"/>
                  <a:pt x="41058" y="12692"/>
                  <a:pt x="41031" y="10722"/>
                </a:cubicBezTo>
                <a:cubicBezTo>
                  <a:pt x="40988" y="7504"/>
                  <a:pt x="39446" y="4334"/>
                  <a:pt x="36929" y="2331"/>
                </a:cubicBezTo>
                <a:cubicBezTo>
                  <a:pt x="35030" y="821"/>
                  <a:pt x="32604" y="0"/>
                  <a:pt x="30181" y="0"/>
                </a:cubicBezTo>
                <a:close/>
              </a:path>
            </a:pathLst>
          </a:custGeom>
          <a:solidFill>
            <a:srgbClr val="9485BA">
              <a:alpha val="12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0"/>
          <p:cNvSpPr/>
          <p:nvPr/>
        </p:nvSpPr>
        <p:spPr>
          <a:xfrm flipH="1" rot="10800000">
            <a:off x="-7" y="4250952"/>
            <a:ext cx="2322948" cy="892558"/>
          </a:xfrm>
          <a:custGeom>
            <a:rect b="b" l="l" r="r" t="t"/>
            <a:pathLst>
              <a:path extrusionOk="0" h="16393" w="42664">
                <a:moveTo>
                  <a:pt x="0" y="1"/>
                </a:moveTo>
                <a:lnTo>
                  <a:pt x="0" y="8820"/>
                </a:lnTo>
                <a:cubicBezTo>
                  <a:pt x="478" y="9615"/>
                  <a:pt x="960" y="10406"/>
                  <a:pt x="1504" y="11153"/>
                </a:cubicBezTo>
                <a:cubicBezTo>
                  <a:pt x="3080" y="13313"/>
                  <a:pt x="5235" y="15114"/>
                  <a:pt x="7780" y="15934"/>
                </a:cubicBezTo>
                <a:cubicBezTo>
                  <a:pt x="8719" y="16236"/>
                  <a:pt x="9713" y="16393"/>
                  <a:pt x="10703" y="16393"/>
                </a:cubicBezTo>
                <a:cubicBezTo>
                  <a:pt x="12396" y="16393"/>
                  <a:pt x="14078" y="15935"/>
                  <a:pt x="15459" y="14965"/>
                </a:cubicBezTo>
                <a:cubicBezTo>
                  <a:pt x="17132" y="13791"/>
                  <a:pt x="18317" y="11939"/>
                  <a:pt x="20169" y="11076"/>
                </a:cubicBezTo>
                <a:cubicBezTo>
                  <a:pt x="21079" y="10653"/>
                  <a:pt x="22041" y="10509"/>
                  <a:pt x="23029" y="10509"/>
                </a:cubicBezTo>
                <a:cubicBezTo>
                  <a:pt x="24412" y="10509"/>
                  <a:pt x="25847" y="10791"/>
                  <a:pt x="27266" y="10981"/>
                </a:cubicBezTo>
                <a:cubicBezTo>
                  <a:pt x="27732" y="11043"/>
                  <a:pt x="28195" y="11096"/>
                  <a:pt x="28655" y="11125"/>
                </a:cubicBezTo>
                <a:cubicBezTo>
                  <a:pt x="28925" y="11143"/>
                  <a:pt x="29196" y="11151"/>
                  <a:pt x="29466" y="11151"/>
                </a:cubicBezTo>
                <a:cubicBezTo>
                  <a:pt x="33532" y="11151"/>
                  <a:pt x="37571" y="9203"/>
                  <a:pt x="40069" y="5989"/>
                </a:cubicBezTo>
                <a:cubicBezTo>
                  <a:pt x="41419" y="4250"/>
                  <a:pt x="42297" y="2169"/>
                  <a:pt x="42663" y="1"/>
                </a:cubicBezTo>
                <a:close/>
              </a:path>
            </a:pathLst>
          </a:custGeom>
          <a:solidFill>
            <a:srgbClr val="9485BA">
              <a:alpha val="12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0"/>
          <p:cNvSpPr/>
          <p:nvPr/>
        </p:nvSpPr>
        <p:spPr>
          <a:xfrm flipH="1" rot="10800000">
            <a:off x="7880480" y="3902021"/>
            <a:ext cx="2540126" cy="1241478"/>
          </a:xfrm>
          <a:custGeom>
            <a:rect b="b" l="l" r="r" t="t"/>
            <a:pathLst>
              <a:path extrusionOk="0" h="15700" w="32123">
                <a:moveTo>
                  <a:pt x="1" y="1"/>
                </a:moveTo>
                <a:cubicBezTo>
                  <a:pt x="256" y="226"/>
                  <a:pt x="496" y="465"/>
                  <a:pt x="718" y="716"/>
                </a:cubicBezTo>
                <a:cubicBezTo>
                  <a:pt x="2564" y="2792"/>
                  <a:pt x="3551" y="5469"/>
                  <a:pt x="4897" y="7900"/>
                </a:cubicBezTo>
                <a:cubicBezTo>
                  <a:pt x="5493" y="8975"/>
                  <a:pt x="6182" y="10021"/>
                  <a:pt x="6967" y="10981"/>
                </a:cubicBezTo>
                <a:cubicBezTo>
                  <a:pt x="8532" y="12895"/>
                  <a:pt x="10473" y="14467"/>
                  <a:pt x="12797" y="15247"/>
                </a:cubicBezTo>
                <a:cubicBezTo>
                  <a:pt x="13701" y="15550"/>
                  <a:pt x="14666" y="15700"/>
                  <a:pt x="15631" y="15700"/>
                </a:cubicBezTo>
                <a:cubicBezTo>
                  <a:pt x="18392" y="15700"/>
                  <a:pt x="21150" y="14471"/>
                  <a:pt x="22462" y="12079"/>
                </a:cubicBezTo>
                <a:cubicBezTo>
                  <a:pt x="23317" y="10523"/>
                  <a:pt x="23489" y="8701"/>
                  <a:pt x="23866" y="6966"/>
                </a:cubicBezTo>
                <a:cubicBezTo>
                  <a:pt x="24245" y="5233"/>
                  <a:pt x="24943" y="3417"/>
                  <a:pt x="26447" y="2473"/>
                </a:cubicBezTo>
                <a:cubicBezTo>
                  <a:pt x="27588" y="1757"/>
                  <a:pt x="29005" y="1663"/>
                  <a:pt x="30262" y="1177"/>
                </a:cubicBezTo>
                <a:cubicBezTo>
                  <a:pt x="30958" y="908"/>
                  <a:pt x="31583" y="502"/>
                  <a:pt x="32122" y="1"/>
                </a:cubicBezTo>
                <a:close/>
              </a:path>
            </a:pathLst>
          </a:custGeom>
          <a:solidFill>
            <a:srgbClr val="9485BA">
              <a:alpha val="246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5" name="Google Shape;165;p20"/>
          <p:cNvGrpSpPr/>
          <p:nvPr/>
        </p:nvGrpSpPr>
        <p:grpSpPr>
          <a:xfrm>
            <a:off x="8020748" y="315454"/>
            <a:ext cx="626282" cy="702282"/>
            <a:chOff x="7783773" y="-4896"/>
            <a:chExt cx="626282" cy="702282"/>
          </a:xfrm>
        </p:grpSpPr>
        <p:grpSp>
          <p:nvGrpSpPr>
            <p:cNvPr id="166" name="Google Shape;166;p20"/>
            <p:cNvGrpSpPr/>
            <p:nvPr/>
          </p:nvGrpSpPr>
          <p:grpSpPr>
            <a:xfrm>
              <a:off x="8039167" y="402585"/>
              <a:ext cx="273770" cy="294801"/>
              <a:chOff x="5937634" y="3212099"/>
              <a:chExt cx="281975" cy="303637"/>
            </a:xfrm>
          </p:grpSpPr>
          <p:sp>
            <p:nvSpPr>
              <p:cNvPr id="167" name="Google Shape;167;p20"/>
              <p:cNvSpPr/>
              <p:nvPr/>
            </p:nvSpPr>
            <p:spPr>
              <a:xfrm>
                <a:off x="5937634" y="3212099"/>
                <a:ext cx="281975" cy="303637"/>
              </a:xfrm>
              <a:custGeom>
                <a:rect b="b" l="l" r="r" t="t"/>
                <a:pathLst>
                  <a:path extrusionOk="0" h="7261" w="6743">
                    <a:moveTo>
                      <a:pt x="3951" y="0"/>
                    </a:moveTo>
                    <a:cubicBezTo>
                      <a:pt x="3856" y="0"/>
                      <a:pt x="3789" y="10"/>
                      <a:pt x="3762" y="27"/>
                    </a:cubicBezTo>
                    <a:cubicBezTo>
                      <a:pt x="3549" y="150"/>
                      <a:pt x="3421" y="1002"/>
                      <a:pt x="3421" y="1002"/>
                    </a:cubicBezTo>
                    <a:cubicBezTo>
                      <a:pt x="3421" y="1002"/>
                      <a:pt x="3282" y="27"/>
                      <a:pt x="2892" y="27"/>
                    </a:cubicBezTo>
                    <a:cubicBezTo>
                      <a:pt x="2502" y="27"/>
                      <a:pt x="426" y="80"/>
                      <a:pt x="213" y="3202"/>
                    </a:cubicBezTo>
                    <a:cubicBezTo>
                      <a:pt x="0" y="6324"/>
                      <a:pt x="1952" y="7123"/>
                      <a:pt x="2449" y="7212"/>
                    </a:cubicBezTo>
                    <a:cubicBezTo>
                      <a:pt x="2562" y="7232"/>
                      <a:pt x="2672" y="7242"/>
                      <a:pt x="2776" y="7242"/>
                    </a:cubicBezTo>
                    <a:cubicBezTo>
                      <a:pt x="3126" y="7242"/>
                      <a:pt x="3397" y="7125"/>
                      <a:pt x="3425" y="6893"/>
                    </a:cubicBezTo>
                    <a:cubicBezTo>
                      <a:pt x="3460" y="6591"/>
                      <a:pt x="3495" y="5810"/>
                      <a:pt x="3549" y="5810"/>
                    </a:cubicBezTo>
                    <a:cubicBezTo>
                      <a:pt x="3602" y="5810"/>
                      <a:pt x="3564" y="6813"/>
                      <a:pt x="3619" y="6964"/>
                    </a:cubicBezTo>
                    <a:cubicBezTo>
                      <a:pt x="3686" y="7142"/>
                      <a:pt x="3993" y="7260"/>
                      <a:pt x="4402" y="7260"/>
                    </a:cubicBezTo>
                    <a:cubicBezTo>
                      <a:pt x="4652" y="7260"/>
                      <a:pt x="4939" y="7216"/>
                      <a:pt x="5232" y="7114"/>
                    </a:cubicBezTo>
                    <a:cubicBezTo>
                      <a:pt x="6031" y="6835"/>
                      <a:pt x="6743" y="5650"/>
                      <a:pt x="6636" y="2883"/>
                    </a:cubicBezTo>
                    <a:cubicBezTo>
                      <a:pt x="6543" y="472"/>
                      <a:pt x="4594" y="0"/>
                      <a:pt x="395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20"/>
              <p:cNvSpPr/>
              <p:nvPr/>
            </p:nvSpPr>
            <p:spPr>
              <a:xfrm>
                <a:off x="6078057" y="3277251"/>
                <a:ext cx="12796" cy="153010"/>
              </a:xfrm>
              <a:custGeom>
                <a:rect b="b" l="l" r="r" t="t"/>
                <a:pathLst>
                  <a:path extrusionOk="0" h="3659" w="306">
                    <a:moveTo>
                      <a:pt x="30" y="1"/>
                    </a:moveTo>
                    <a:cubicBezTo>
                      <a:pt x="30" y="1"/>
                      <a:pt x="29" y="1"/>
                      <a:pt x="28" y="1"/>
                    </a:cubicBezTo>
                    <a:cubicBezTo>
                      <a:pt x="12" y="3"/>
                      <a:pt x="0" y="17"/>
                      <a:pt x="1" y="33"/>
                    </a:cubicBezTo>
                    <a:cubicBezTo>
                      <a:pt x="109" y="1214"/>
                      <a:pt x="235" y="2446"/>
                      <a:pt x="161" y="3628"/>
                    </a:cubicBezTo>
                    <a:cubicBezTo>
                      <a:pt x="160" y="3648"/>
                      <a:pt x="175" y="3659"/>
                      <a:pt x="191" y="3659"/>
                    </a:cubicBezTo>
                    <a:cubicBezTo>
                      <a:pt x="205" y="3659"/>
                      <a:pt x="218" y="3651"/>
                      <a:pt x="220" y="3635"/>
                    </a:cubicBezTo>
                    <a:cubicBezTo>
                      <a:pt x="266" y="3335"/>
                      <a:pt x="286" y="3032"/>
                      <a:pt x="293" y="2730"/>
                    </a:cubicBezTo>
                    <a:cubicBezTo>
                      <a:pt x="306" y="2125"/>
                      <a:pt x="263" y="1521"/>
                      <a:pt x="192" y="921"/>
                    </a:cubicBezTo>
                    <a:cubicBezTo>
                      <a:pt x="157" y="622"/>
                      <a:pt x="111" y="323"/>
                      <a:pt x="61" y="26"/>
                    </a:cubicBezTo>
                    <a:cubicBezTo>
                      <a:pt x="58" y="11"/>
                      <a:pt x="45" y="1"/>
                      <a:pt x="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20"/>
              <p:cNvSpPr/>
              <p:nvPr/>
            </p:nvSpPr>
            <p:spPr>
              <a:xfrm>
                <a:off x="5989571" y="3235810"/>
                <a:ext cx="82255" cy="37259"/>
              </a:xfrm>
              <a:custGeom>
                <a:rect b="b" l="l" r="r" t="t"/>
                <a:pathLst>
                  <a:path extrusionOk="0" h="891" w="1967">
                    <a:moveTo>
                      <a:pt x="634" y="0"/>
                    </a:moveTo>
                    <a:cubicBezTo>
                      <a:pt x="296" y="0"/>
                      <a:pt x="1" y="487"/>
                      <a:pt x="250" y="766"/>
                    </a:cubicBezTo>
                    <a:cubicBezTo>
                      <a:pt x="342" y="855"/>
                      <a:pt x="434" y="890"/>
                      <a:pt x="526" y="890"/>
                    </a:cubicBezTo>
                    <a:cubicBezTo>
                      <a:pt x="883" y="890"/>
                      <a:pt x="1230" y="351"/>
                      <a:pt x="1524" y="351"/>
                    </a:cubicBezTo>
                    <a:cubicBezTo>
                      <a:pt x="1664" y="351"/>
                      <a:pt x="1793" y="473"/>
                      <a:pt x="1905" y="833"/>
                    </a:cubicBezTo>
                    <a:cubicBezTo>
                      <a:pt x="1910" y="846"/>
                      <a:pt x="1921" y="854"/>
                      <a:pt x="1933" y="854"/>
                    </a:cubicBezTo>
                    <a:cubicBezTo>
                      <a:pt x="1936" y="854"/>
                      <a:pt x="1938" y="854"/>
                      <a:pt x="1940" y="853"/>
                    </a:cubicBezTo>
                    <a:cubicBezTo>
                      <a:pt x="1957" y="850"/>
                      <a:pt x="1966" y="834"/>
                      <a:pt x="1963" y="818"/>
                    </a:cubicBezTo>
                    <a:cubicBezTo>
                      <a:pt x="1930" y="678"/>
                      <a:pt x="1889" y="537"/>
                      <a:pt x="1802" y="409"/>
                    </a:cubicBezTo>
                    <a:cubicBezTo>
                      <a:pt x="1725" y="292"/>
                      <a:pt x="1627" y="248"/>
                      <a:pt x="1524" y="248"/>
                    </a:cubicBezTo>
                    <a:cubicBezTo>
                      <a:pt x="1339" y="248"/>
                      <a:pt x="1135" y="389"/>
                      <a:pt x="995" y="504"/>
                    </a:cubicBezTo>
                    <a:cubicBezTo>
                      <a:pt x="857" y="603"/>
                      <a:pt x="685" y="769"/>
                      <a:pt x="521" y="769"/>
                    </a:cubicBezTo>
                    <a:cubicBezTo>
                      <a:pt x="458" y="769"/>
                      <a:pt x="396" y="745"/>
                      <a:pt x="338" y="685"/>
                    </a:cubicBezTo>
                    <a:cubicBezTo>
                      <a:pt x="170" y="500"/>
                      <a:pt x="358" y="153"/>
                      <a:pt x="579" y="96"/>
                    </a:cubicBezTo>
                    <a:cubicBezTo>
                      <a:pt x="603" y="88"/>
                      <a:pt x="628" y="84"/>
                      <a:pt x="653" y="84"/>
                    </a:cubicBezTo>
                    <a:cubicBezTo>
                      <a:pt x="751" y="84"/>
                      <a:pt x="847" y="141"/>
                      <a:pt x="918" y="224"/>
                    </a:cubicBezTo>
                    <a:cubicBezTo>
                      <a:pt x="923" y="230"/>
                      <a:pt x="931" y="234"/>
                      <a:pt x="940" y="234"/>
                    </a:cubicBezTo>
                    <a:cubicBezTo>
                      <a:pt x="946" y="234"/>
                      <a:pt x="952" y="232"/>
                      <a:pt x="958" y="227"/>
                    </a:cubicBezTo>
                    <a:cubicBezTo>
                      <a:pt x="971" y="217"/>
                      <a:pt x="973" y="199"/>
                      <a:pt x="964" y="186"/>
                    </a:cubicBezTo>
                    <a:cubicBezTo>
                      <a:pt x="918" y="127"/>
                      <a:pt x="863" y="72"/>
                      <a:pt x="792" y="38"/>
                    </a:cubicBezTo>
                    <a:cubicBezTo>
                      <a:pt x="739" y="12"/>
                      <a:pt x="686" y="0"/>
                      <a:pt x="6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20"/>
              <p:cNvSpPr/>
              <p:nvPr/>
            </p:nvSpPr>
            <p:spPr>
              <a:xfrm>
                <a:off x="5959546" y="3290381"/>
                <a:ext cx="121229" cy="53317"/>
              </a:xfrm>
              <a:custGeom>
                <a:rect b="b" l="l" r="r" t="t"/>
                <a:pathLst>
                  <a:path extrusionOk="0" h="1275" w="2899">
                    <a:moveTo>
                      <a:pt x="601" y="0"/>
                    </a:moveTo>
                    <a:cubicBezTo>
                      <a:pt x="428" y="0"/>
                      <a:pt x="238" y="103"/>
                      <a:pt x="19" y="371"/>
                    </a:cubicBezTo>
                    <a:cubicBezTo>
                      <a:pt x="0" y="392"/>
                      <a:pt x="22" y="419"/>
                      <a:pt x="44" y="419"/>
                    </a:cubicBezTo>
                    <a:cubicBezTo>
                      <a:pt x="51" y="419"/>
                      <a:pt x="59" y="416"/>
                      <a:pt x="65" y="409"/>
                    </a:cubicBezTo>
                    <a:cubicBezTo>
                      <a:pt x="190" y="279"/>
                      <a:pt x="336" y="140"/>
                      <a:pt x="515" y="105"/>
                    </a:cubicBezTo>
                    <a:cubicBezTo>
                      <a:pt x="540" y="100"/>
                      <a:pt x="564" y="97"/>
                      <a:pt x="588" y="97"/>
                    </a:cubicBezTo>
                    <a:cubicBezTo>
                      <a:pt x="735" y="97"/>
                      <a:pt x="871" y="191"/>
                      <a:pt x="982" y="304"/>
                    </a:cubicBezTo>
                    <a:cubicBezTo>
                      <a:pt x="1322" y="632"/>
                      <a:pt x="1554" y="1172"/>
                      <a:pt x="2067" y="1272"/>
                    </a:cubicBezTo>
                    <a:cubicBezTo>
                      <a:pt x="2096" y="1274"/>
                      <a:pt x="2124" y="1275"/>
                      <a:pt x="2153" y="1275"/>
                    </a:cubicBezTo>
                    <a:cubicBezTo>
                      <a:pt x="2340" y="1275"/>
                      <a:pt x="2524" y="1228"/>
                      <a:pt x="2653" y="1078"/>
                    </a:cubicBezTo>
                    <a:cubicBezTo>
                      <a:pt x="2899" y="770"/>
                      <a:pt x="2393" y="246"/>
                      <a:pt x="2103" y="246"/>
                    </a:cubicBezTo>
                    <a:cubicBezTo>
                      <a:pt x="1977" y="246"/>
                      <a:pt x="1892" y="346"/>
                      <a:pt x="1929" y="607"/>
                    </a:cubicBezTo>
                    <a:cubicBezTo>
                      <a:pt x="1931" y="624"/>
                      <a:pt x="1944" y="632"/>
                      <a:pt x="1958" y="632"/>
                    </a:cubicBezTo>
                    <a:cubicBezTo>
                      <a:pt x="1974" y="632"/>
                      <a:pt x="1991" y="620"/>
                      <a:pt x="1987" y="598"/>
                    </a:cubicBezTo>
                    <a:cubicBezTo>
                      <a:pt x="1962" y="404"/>
                      <a:pt x="2017" y="329"/>
                      <a:pt x="2105" y="329"/>
                    </a:cubicBezTo>
                    <a:cubicBezTo>
                      <a:pt x="2323" y="329"/>
                      <a:pt x="2738" y="795"/>
                      <a:pt x="2560" y="1008"/>
                    </a:cubicBezTo>
                    <a:cubicBezTo>
                      <a:pt x="2419" y="1116"/>
                      <a:pt x="2291" y="1161"/>
                      <a:pt x="2171" y="1161"/>
                    </a:cubicBezTo>
                    <a:cubicBezTo>
                      <a:pt x="1562" y="1161"/>
                      <a:pt x="1180" y="0"/>
                      <a:pt x="6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20"/>
              <p:cNvSpPr/>
              <p:nvPr/>
            </p:nvSpPr>
            <p:spPr>
              <a:xfrm>
                <a:off x="5972343" y="3360467"/>
                <a:ext cx="99902" cy="101240"/>
              </a:xfrm>
              <a:custGeom>
                <a:rect b="b" l="l" r="r" t="t"/>
                <a:pathLst>
                  <a:path extrusionOk="0" h="2421" w="2389">
                    <a:moveTo>
                      <a:pt x="1342" y="0"/>
                    </a:moveTo>
                    <a:cubicBezTo>
                      <a:pt x="1025" y="0"/>
                      <a:pt x="755" y="101"/>
                      <a:pt x="718" y="395"/>
                    </a:cubicBezTo>
                    <a:cubicBezTo>
                      <a:pt x="739" y="883"/>
                      <a:pt x="1157" y="1199"/>
                      <a:pt x="1472" y="1510"/>
                    </a:cubicBezTo>
                    <a:cubicBezTo>
                      <a:pt x="1572" y="1612"/>
                      <a:pt x="1652" y="1726"/>
                      <a:pt x="1634" y="1847"/>
                    </a:cubicBezTo>
                    <a:cubicBezTo>
                      <a:pt x="1620" y="1910"/>
                      <a:pt x="1593" y="1971"/>
                      <a:pt x="1559" y="2026"/>
                    </a:cubicBezTo>
                    <a:cubicBezTo>
                      <a:pt x="1460" y="2217"/>
                      <a:pt x="1241" y="2300"/>
                      <a:pt x="1004" y="2300"/>
                    </a:cubicBezTo>
                    <a:cubicBezTo>
                      <a:pt x="585" y="2300"/>
                      <a:pt x="108" y="2041"/>
                      <a:pt x="124" y="1662"/>
                    </a:cubicBezTo>
                    <a:cubicBezTo>
                      <a:pt x="128" y="1423"/>
                      <a:pt x="308" y="1311"/>
                      <a:pt x="479" y="1311"/>
                    </a:cubicBezTo>
                    <a:cubicBezTo>
                      <a:pt x="679" y="1311"/>
                      <a:pt x="867" y="1466"/>
                      <a:pt x="740" y="1752"/>
                    </a:cubicBezTo>
                    <a:cubicBezTo>
                      <a:pt x="731" y="1768"/>
                      <a:pt x="738" y="1789"/>
                      <a:pt x="755" y="1796"/>
                    </a:cubicBezTo>
                    <a:cubicBezTo>
                      <a:pt x="758" y="1797"/>
                      <a:pt x="761" y="1797"/>
                      <a:pt x="764" y="1797"/>
                    </a:cubicBezTo>
                    <a:cubicBezTo>
                      <a:pt x="807" y="1797"/>
                      <a:pt x="819" y="1701"/>
                      <a:pt x="835" y="1668"/>
                    </a:cubicBezTo>
                    <a:cubicBezTo>
                      <a:pt x="868" y="1550"/>
                      <a:pt x="841" y="1412"/>
                      <a:pt x="743" y="1329"/>
                    </a:cubicBezTo>
                    <a:cubicBezTo>
                      <a:pt x="660" y="1255"/>
                      <a:pt x="563" y="1222"/>
                      <a:pt x="467" y="1222"/>
                    </a:cubicBezTo>
                    <a:cubicBezTo>
                      <a:pt x="244" y="1222"/>
                      <a:pt x="29" y="1401"/>
                      <a:pt x="23" y="1655"/>
                    </a:cubicBezTo>
                    <a:cubicBezTo>
                      <a:pt x="0" y="2117"/>
                      <a:pt x="528" y="2420"/>
                      <a:pt x="1005" y="2420"/>
                    </a:cubicBezTo>
                    <a:cubicBezTo>
                      <a:pt x="1279" y="2420"/>
                      <a:pt x="1536" y="2321"/>
                      <a:pt x="1663" y="2094"/>
                    </a:cubicBezTo>
                    <a:cubicBezTo>
                      <a:pt x="2045" y="1529"/>
                      <a:pt x="1174" y="1230"/>
                      <a:pt x="965" y="784"/>
                    </a:cubicBezTo>
                    <a:cubicBezTo>
                      <a:pt x="633" y="266"/>
                      <a:pt x="962" y="98"/>
                      <a:pt x="1394" y="98"/>
                    </a:cubicBezTo>
                    <a:cubicBezTo>
                      <a:pt x="1732" y="98"/>
                      <a:pt x="2134" y="201"/>
                      <a:pt x="2331" y="319"/>
                    </a:cubicBezTo>
                    <a:cubicBezTo>
                      <a:pt x="2336" y="322"/>
                      <a:pt x="2341" y="323"/>
                      <a:pt x="2346" y="323"/>
                    </a:cubicBezTo>
                    <a:cubicBezTo>
                      <a:pt x="2372" y="323"/>
                      <a:pt x="2389" y="284"/>
                      <a:pt x="2361" y="267"/>
                    </a:cubicBezTo>
                    <a:cubicBezTo>
                      <a:pt x="2160" y="142"/>
                      <a:pt x="1718" y="0"/>
                      <a:pt x="13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20"/>
              <p:cNvSpPr/>
              <p:nvPr/>
            </p:nvSpPr>
            <p:spPr>
              <a:xfrm>
                <a:off x="6097921" y="3235851"/>
                <a:ext cx="82046" cy="37218"/>
              </a:xfrm>
              <a:custGeom>
                <a:rect b="b" l="l" r="r" t="t"/>
                <a:pathLst>
                  <a:path extrusionOk="0" h="890" w="1962">
                    <a:moveTo>
                      <a:pt x="1314" y="0"/>
                    </a:moveTo>
                    <a:cubicBezTo>
                      <a:pt x="1202" y="0"/>
                      <a:pt x="1088" y="54"/>
                      <a:pt x="998" y="185"/>
                    </a:cubicBezTo>
                    <a:cubicBezTo>
                      <a:pt x="981" y="206"/>
                      <a:pt x="1002" y="233"/>
                      <a:pt x="1023" y="233"/>
                    </a:cubicBezTo>
                    <a:cubicBezTo>
                      <a:pt x="1031" y="233"/>
                      <a:pt x="1038" y="230"/>
                      <a:pt x="1045" y="223"/>
                    </a:cubicBezTo>
                    <a:cubicBezTo>
                      <a:pt x="1113" y="140"/>
                      <a:pt x="1210" y="83"/>
                      <a:pt x="1307" y="83"/>
                    </a:cubicBezTo>
                    <a:cubicBezTo>
                      <a:pt x="1332" y="83"/>
                      <a:pt x="1356" y="87"/>
                      <a:pt x="1381" y="95"/>
                    </a:cubicBezTo>
                    <a:cubicBezTo>
                      <a:pt x="1601" y="154"/>
                      <a:pt x="1784" y="499"/>
                      <a:pt x="1620" y="684"/>
                    </a:cubicBezTo>
                    <a:cubicBezTo>
                      <a:pt x="1562" y="744"/>
                      <a:pt x="1501" y="768"/>
                      <a:pt x="1439" y="768"/>
                    </a:cubicBezTo>
                    <a:cubicBezTo>
                      <a:pt x="1275" y="768"/>
                      <a:pt x="1104" y="602"/>
                      <a:pt x="967" y="503"/>
                    </a:cubicBezTo>
                    <a:cubicBezTo>
                      <a:pt x="768" y="335"/>
                      <a:pt x="595" y="248"/>
                      <a:pt x="451" y="248"/>
                    </a:cubicBezTo>
                    <a:cubicBezTo>
                      <a:pt x="239" y="248"/>
                      <a:pt x="88" y="434"/>
                      <a:pt x="6" y="817"/>
                    </a:cubicBezTo>
                    <a:cubicBezTo>
                      <a:pt x="1" y="839"/>
                      <a:pt x="19" y="853"/>
                      <a:pt x="36" y="853"/>
                    </a:cubicBezTo>
                    <a:cubicBezTo>
                      <a:pt x="48" y="853"/>
                      <a:pt x="59" y="846"/>
                      <a:pt x="63" y="832"/>
                    </a:cubicBezTo>
                    <a:cubicBezTo>
                      <a:pt x="175" y="472"/>
                      <a:pt x="302" y="350"/>
                      <a:pt x="441" y="350"/>
                    </a:cubicBezTo>
                    <a:cubicBezTo>
                      <a:pt x="734" y="350"/>
                      <a:pt x="1078" y="889"/>
                      <a:pt x="1433" y="889"/>
                    </a:cubicBezTo>
                    <a:cubicBezTo>
                      <a:pt x="1524" y="889"/>
                      <a:pt x="1616" y="854"/>
                      <a:pt x="1708" y="764"/>
                    </a:cubicBezTo>
                    <a:cubicBezTo>
                      <a:pt x="1962" y="447"/>
                      <a:pt x="1640" y="0"/>
                      <a:pt x="13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20"/>
              <p:cNvSpPr/>
              <p:nvPr/>
            </p:nvSpPr>
            <p:spPr>
              <a:xfrm>
                <a:off x="6088177" y="3290716"/>
                <a:ext cx="121313" cy="53108"/>
              </a:xfrm>
              <a:custGeom>
                <a:rect b="b" l="l" r="r" t="t"/>
                <a:pathLst>
                  <a:path extrusionOk="0" h="1270" w="2901">
                    <a:moveTo>
                      <a:pt x="2318" y="0"/>
                    </a:moveTo>
                    <a:cubicBezTo>
                      <a:pt x="1657" y="0"/>
                      <a:pt x="1408" y="1147"/>
                      <a:pt x="750" y="1147"/>
                    </a:cubicBezTo>
                    <a:cubicBezTo>
                      <a:pt x="694" y="1147"/>
                      <a:pt x="634" y="1139"/>
                      <a:pt x="571" y="1120"/>
                    </a:cubicBezTo>
                    <a:cubicBezTo>
                      <a:pt x="1" y="997"/>
                      <a:pt x="548" y="321"/>
                      <a:pt x="811" y="321"/>
                    </a:cubicBezTo>
                    <a:cubicBezTo>
                      <a:pt x="899" y="321"/>
                      <a:pt x="955" y="396"/>
                      <a:pt x="928" y="590"/>
                    </a:cubicBezTo>
                    <a:cubicBezTo>
                      <a:pt x="925" y="612"/>
                      <a:pt x="942" y="624"/>
                      <a:pt x="958" y="624"/>
                    </a:cubicBezTo>
                    <a:cubicBezTo>
                      <a:pt x="972" y="624"/>
                      <a:pt x="985" y="616"/>
                      <a:pt x="987" y="599"/>
                    </a:cubicBezTo>
                    <a:cubicBezTo>
                      <a:pt x="1023" y="337"/>
                      <a:pt x="939" y="237"/>
                      <a:pt x="813" y="237"/>
                    </a:cubicBezTo>
                    <a:cubicBezTo>
                      <a:pt x="526" y="237"/>
                      <a:pt x="25" y="760"/>
                      <a:pt x="266" y="1068"/>
                    </a:cubicBezTo>
                    <a:cubicBezTo>
                      <a:pt x="385" y="1204"/>
                      <a:pt x="562" y="1269"/>
                      <a:pt x="740" y="1269"/>
                    </a:cubicBezTo>
                    <a:cubicBezTo>
                      <a:pt x="882" y="1269"/>
                      <a:pt x="1025" y="1228"/>
                      <a:pt x="1140" y="1149"/>
                    </a:cubicBezTo>
                    <a:cubicBezTo>
                      <a:pt x="1579" y="870"/>
                      <a:pt x="1883" y="92"/>
                      <a:pt x="2330" y="92"/>
                    </a:cubicBezTo>
                    <a:cubicBezTo>
                      <a:pt x="2480" y="92"/>
                      <a:pt x="2645" y="179"/>
                      <a:pt x="2837" y="401"/>
                    </a:cubicBezTo>
                    <a:cubicBezTo>
                      <a:pt x="2843" y="408"/>
                      <a:pt x="2851" y="412"/>
                      <a:pt x="2858" y="412"/>
                    </a:cubicBezTo>
                    <a:cubicBezTo>
                      <a:pt x="2880" y="412"/>
                      <a:pt x="2901" y="384"/>
                      <a:pt x="2882" y="363"/>
                    </a:cubicBezTo>
                    <a:cubicBezTo>
                      <a:pt x="2754" y="211"/>
                      <a:pt x="2611" y="60"/>
                      <a:pt x="2409" y="7"/>
                    </a:cubicBezTo>
                    <a:cubicBezTo>
                      <a:pt x="2378" y="2"/>
                      <a:pt x="2347" y="0"/>
                      <a:pt x="23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20"/>
              <p:cNvSpPr/>
              <p:nvPr/>
            </p:nvSpPr>
            <p:spPr>
              <a:xfrm>
                <a:off x="6097544" y="3360760"/>
                <a:ext cx="107429" cy="100947"/>
              </a:xfrm>
              <a:custGeom>
                <a:rect b="b" l="l" r="r" t="t"/>
                <a:pathLst>
                  <a:path extrusionOk="0" h="2414" w="2569">
                    <a:moveTo>
                      <a:pt x="1015" y="0"/>
                    </a:moveTo>
                    <a:cubicBezTo>
                      <a:pt x="665" y="0"/>
                      <a:pt x="260" y="110"/>
                      <a:pt x="29" y="261"/>
                    </a:cubicBezTo>
                    <a:cubicBezTo>
                      <a:pt x="0" y="276"/>
                      <a:pt x="18" y="317"/>
                      <a:pt x="43" y="317"/>
                    </a:cubicBezTo>
                    <a:cubicBezTo>
                      <a:pt x="48" y="317"/>
                      <a:pt x="53" y="315"/>
                      <a:pt x="57" y="312"/>
                    </a:cubicBezTo>
                    <a:cubicBezTo>
                      <a:pt x="284" y="195"/>
                      <a:pt x="646" y="87"/>
                      <a:pt x="971" y="87"/>
                    </a:cubicBezTo>
                    <a:cubicBezTo>
                      <a:pt x="1169" y="87"/>
                      <a:pt x="1354" y="127"/>
                      <a:pt x="1485" y="231"/>
                    </a:cubicBezTo>
                    <a:cubicBezTo>
                      <a:pt x="1697" y="484"/>
                      <a:pt x="1331" y="922"/>
                      <a:pt x="1146" y="1112"/>
                    </a:cubicBezTo>
                    <a:cubicBezTo>
                      <a:pt x="747" y="1483"/>
                      <a:pt x="350" y="1763"/>
                      <a:pt x="879" y="2268"/>
                    </a:cubicBezTo>
                    <a:cubicBezTo>
                      <a:pt x="1010" y="2369"/>
                      <a:pt x="1184" y="2414"/>
                      <a:pt x="1366" y="2414"/>
                    </a:cubicBezTo>
                    <a:cubicBezTo>
                      <a:pt x="1928" y="2414"/>
                      <a:pt x="2569" y="1986"/>
                      <a:pt x="2279" y="1415"/>
                    </a:cubicBezTo>
                    <a:cubicBezTo>
                      <a:pt x="2207" y="1283"/>
                      <a:pt x="2061" y="1219"/>
                      <a:pt x="1917" y="1219"/>
                    </a:cubicBezTo>
                    <a:cubicBezTo>
                      <a:pt x="1728" y="1219"/>
                      <a:pt x="1543" y="1329"/>
                      <a:pt x="1532" y="1542"/>
                    </a:cubicBezTo>
                    <a:cubicBezTo>
                      <a:pt x="1523" y="1623"/>
                      <a:pt x="1556" y="1700"/>
                      <a:pt x="1586" y="1774"/>
                    </a:cubicBezTo>
                    <a:cubicBezTo>
                      <a:pt x="1591" y="1785"/>
                      <a:pt x="1602" y="1791"/>
                      <a:pt x="1613" y="1791"/>
                    </a:cubicBezTo>
                    <a:cubicBezTo>
                      <a:pt x="1617" y="1791"/>
                      <a:pt x="1622" y="1790"/>
                      <a:pt x="1626" y="1788"/>
                    </a:cubicBezTo>
                    <a:cubicBezTo>
                      <a:pt x="1641" y="1780"/>
                      <a:pt x="1647" y="1760"/>
                      <a:pt x="1639" y="1745"/>
                    </a:cubicBezTo>
                    <a:cubicBezTo>
                      <a:pt x="1513" y="1460"/>
                      <a:pt x="1699" y="1304"/>
                      <a:pt x="1898" y="1304"/>
                    </a:cubicBezTo>
                    <a:cubicBezTo>
                      <a:pt x="2067" y="1304"/>
                      <a:pt x="2245" y="1416"/>
                      <a:pt x="2250" y="1654"/>
                    </a:cubicBezTo>
                    <a:cubicBezTo>
                      <a:pt x="2267" y="2033"/>
                      <a:pt x="1792" y="2293"/>
                      <a:pt x="1376" y="2293"/>
                    </a:cubicBezTo>
                    <a:cubicBezTo>
                      <a:pt x="1141" y="2293"/>
                      <a:pt x="925" y="2211"/>
                      <a:pt x="826" y="2019"/>
                    </a:cubicBezTo>
                    <a:cubicBezTo>
                      <a:pt x="792" y="1963"/>
                      <a:pt x="766" y="1903"/>
                      <a:pt x="752" y="1840"/>
                    </a:cubicBezTo>
                    <a:cubicBezTo>
                      <a:pt x="734" y="1720"/>
                      <a:pt x="812" y="1605"/>
                      <a:pt x="911" y="1503"/>
                    </a:cubicBezTo>
                    <a:cubicBezTo>
                      <a:pt x="1118" y="1296"/>
                      <a:pt x="1365" y="1102"/>
                      <a:pt x="1515" y="838"/>
                    </a:cubicBezTo>
                    <a:cubicBezTo>
                      <a:pt x="1885" y="216"/>
                      <a:pt x="1505" y="0"/>
                      <a:pt x="10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20"/>
              <p:cNvSpPr/>
              <p:nvPr/>
            </p:nvSpPr>
            <p:spPr>
              <a:xfrm>
                <a:off x="6108919" y="3486505"/>
                <a:ext cx="68246" cy="21578"/>
              </a:xfrm>
              <a:custGeom>
                <a:rect b="b" l="l" r="r" t="t"/>
                <a:pathLst>
                  <a:path extrusionOk="0" h="516" w="1632">
                    <a:moveTo>
                      <a:pt x="1589" y="1"/>
                    </a:moveTo>
                    <a:cubicBezTo>
                      <a:pt x="1583" y="1"/>
                      <a:pt x="1577" y="3"/>
                      <a:pt x="1572" y="7"/>
                    </a:cubicBezTo>
                    <a:cubicBezTo>
                      <a:pt x="1220" y="260"/>
                      <a:pt x="796" y="405"/>
                      <a:pt x="366" y="405"/>
                    </a:cubicBezTo>
                    <a:cubicBezTo>
                      <a:pt x="260" y="405"/>
                      <a:pt x="153" y="396"/>
                      <a:pt x="47" y="378"/>
                    </a:cubicBezTo>
                    <a:cubicBezTo>
                      <a:pt x="45" y="378"/>
                      <a:pt x="43" y="377"/>
                      <a:pt x="41" y="377"/>
                    </a:cubicBezTo>
                    <a:cubicBezTo>
                      <a:pt x="12" y="377"/>
                      <a:pt x="1" y="423"/>
                      <a:pt x="32" y="435"/>
                    </a:cubicBezTo>
                    <a:cubicBezTo>
                      <a:pt x="181" y="489"/>
                      <a:pt x="340" y="515"/>
                      <a:pt x="499" y="515"/>
                    </a:cubicBezTo>
                    <a:cubicBezTo>
                      <a:pt x="910" y="515"/>
                      <a:pt x="1327" y="343"/>
                      <a:pt x="1611" y="51"/>
                    </a:cubicBezTo>
                    <a:cubicBezTo>
                      <a:pt x="1631" y="31"/>
                      <a:pt x="1612" y="1"/>
                      <a:pt x="15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20"/>
              <p:cNvSpPr/>
              <p:nvPr/>
            </p:nvSpPr>
            <p:spPr>
              <a:xfrm>
                <a:off x="6028420" y="3218121"/>
                <a:ext cx="32827" cy="7485"/>
              </a:xfrm>
              <a:custGeom>
                <a:rect b="b" l="l" r="r" t="t"/>
                <a:pathLst>
                  <a:path extrusionOk="0" h="179" w="785">
                    <a:moveTo>
                      <a:pt x="476" y="0"/>
                    </a:moveTo>
                    <a:cubicBezTo>
                      <a:pt x="319" y="0"/>
                      <a:pt x="160" y="42"/>
                      <a:pt x="26" y="123"/>
                    </a:cubicBezTo>
                    <a:cubicBezTo>
                      <a:pt x="1" y="138"/>
                      <a:pt x="13" y="179"/>
                      <a:pt x="41" y="179"/>
                    </a:cubicBezTo>
                    <a:cubicBezTo>
                      <a:pt x="43" y="179"/>
                      <a:pt x="44" y="179"/>
                      <a:pt x="46" y="179"/>
                    </a:cubicBezTo>
                    <a:cubicBezTo>
                      <a:pt x="282" y="142"/>
                      <a:pt x="505" y="115"/>
                      <a:pt x="746" y="105"/>
                    </a:cubicBezTo>
                    <a:cubicBezTo>
                      <a:pt x="777" y="104"/>
                      <a:pt x="785" y="56"/>
                      <a:pt x="754" y="47"/>
                    </a:cubicBezTo>
                    <a:cubicBezTo>
                      <a:pt x="666" y="16"/>
                      <a:pt x="571" y="0"/>
                      <a:pt x="47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20"/>
              <p:cNvSpPr/>
              <p:nvPr/>
            </p:nvSpPr>
            <p:spPr>
              <a:xfrm>
                <a:off x="6044018" y="3427794"/>
                <a:ext cx="32618" cy="59381"/>
              </a:xfrm>
              <a:custGeom>
                <a:rect b="b" l="l" r="r" t="t"/>
                <a:pathLst>
                  <a:path extrusionOk="0" h="1420" w="780">
                    <a:moveTo>
                      <a:pt x="399" y="0"/>
                    </a:moveTo>
                    <a:cubicBezTo>
                      <a:pt x="379" y="0"/>
                      <a:pt x="359" y="22"/>
                      <a:pt x="371" y="44"/>
                    </a:cubicBezTo>
                    <a:cubicBezTo>
                      <a:pt x="612" y="500"/>
                      <a:pt x="492" y="1109"/>
                      <a:pt x="28" y="1364"/>
                    </a:cubicBezTo>
                    <a:cubicBezTo>
                      <a:pt x="0" y="1379"/>
                      <a:pt x="15" y="1420"/>
                      <a:pt x="41" y="1420"/>
                    </a:cubicBezTo>
                    <a:cubicBezTo>
                      <a:pt x="44" y="1420"/>
                      <a:pt x="48" y="1419"/>
                      <a:pt x="51" y="1418"/>
                    </a:cubicBezTo>
                    <a:cubicBezTo>
                      <a:pt x="618" y="1237"/>
                      <a:pt x="779" y="452"/>
                      <a:pt x="421" y="12"/>
                    </a:cubicBezTo>
                    <a:cubicBezTo>
                      <a:pt x="415" y="4"/>
                      <a:pt x="407" y="0"/>
                      <a:pt x="3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20"/>
              <p:cNvSpPr/>
              <p:nvPr/>
            </p:nvSpPr>
            <p:spPr>
              <a:xfrm>
                <a:off x="6099426" y="3424323"/>
                <a:ext cx="26847" cy="57583"/>
              </a:xfrm>
              <a:custGeom>
                <a:rect b="b" l="l" r="r" t="t"/>
                <a:pathLst>
                  <a:path extrusionOk="0" h="1377" w="642">
                    <a:moveTo>
                      <a:pt x="223" y="1"/>
                    </a:moveTo>
                    <a:cubicBezTo>
                      <a:pt x="212" y="1"/>
                      <a:pt x="202" y="6"/>
                      <a:pt x="197" y="18"/>
                    </a:cubicBezTo>
                    <a:cubicBezTo>
                      <a:pt x="0" y="475"/>
                      <a:pt x="86" y="1157"/>
                      <a:pt x="588" y="1374"/>
                    </a:cubicBezTo>
                    <a:cubicBezTo>
                      <a:pt x="592" y="1376"/>
                      <a:pt x="596" y="1377"/>
                      <a:pt x="599" y="1377"/>
                    </a:cubicBezTo>
                    <a:cubicBezTo>
                      <a:pt x="625" y="1377"/>
                      <a:pt x="642" y="1339"/>
                      <a:pt x="616" y="1322"/>
                    </a:cubicBezTo>
                    <a:cubicBezTo>
                      <a:pt x="207" y="1042"/>
                      <a:pt x="167" y="485"/>
                      <a:pt x="253" y="36"/>
                    </a:cubicBezTo>
                    <a:cubicBezTo>
                      <a:pt x="257" y="15"/>
                      <a:pt x="240" y="1"/>
                      <a:pt x="2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9" name="Google Shape;179;p20"/>
            <p:cNvGrpSpPr/>
            <p:nvPr/>
          </p:nvGrpSpPr>
          <p:grpSpPr>
            <a:xfrm>
              <a:off x="7847325" y="343081"/>
              <a:ext cx="136575" cy="134183"/>
              <a:chOff x="5397687" y="2595834"/>
              <a:chExt cx="157527" cy="154767"/>
            </a:xfrm>
          </p:grpSpPr>
          <p:sp>
            <p:nvSpPr>
              <p:cNvPr id="180" name="Google Shape;180;p20"/>
              <p:cNvSpPr/>
              <p:nvPr/>
            </p:nvSpPr>
            <p:spPr>
              <a:xfrm>
                <a:off x="5426122" y="2595834"/>
                <a:ext cx="100237" cy="154767"/>
              </a:xfrm>
              <a:custGeom>
                <a:rect b="b" l="l" r="r" t="t"/>
                <a:pathLst>
                  <a:path extrusionOk="0" h="3701" w="2397">
                    <a:moveTo>
                      <a:pt x="1430" y="0"/>
                    </a:moveTo>
                    <a:cubicBezTo>
                      <a:pt x="1422" y="0"/>
                      <a:pt x="1416" y="1"/>
                      <a:pt x="1412" y="3"/>
                    </a:cubicBezTo>
                    <a:cubicBezTo>
                      <a:pt x="1412" y="3"/>
                      <a:pt x="1" y="3234"/>
                      <a:pt x="26" y="3295"/>
                    </a:cubicBezTo>
                    <a:cubicBezTo>
                      <a:pt x="50" y="3354"/>
                      <a:pt x="840" y="3701"/>
                      <a:pt x="972" y="3701"/>
                    </a:cubicBezTo>
                    <a:cubicBezTo>
                      <a:pt x="978" y="3701"/>
                      <a:pt x="982" y="3700"/>
                      <a:pt x="986" y="3699"/>
                    </a:cubicBezTo>
                    <a:cubicBezTo>
                      <a:pt x="1063" y="3668"/>
                      <a:pt x="2396" y="469"/>
                      <a:pt x="2371" y="407"/>
                    </a:cubicBezTo>
                    <a:cubicBezTo>
                      <a:pt x="2347" y="348"/>
                      <a:pt x="1584" y="0"/>
                      <a:pt x="143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20"/>
              <p:cNvSpPr/>
              <p:nvPr/>
            </p:nvSpPr>
            <p:spPr>
              <a:xfrm>
                <a:off x="5397687" y="2624647"/>
                <a:ext cx="157527" cy="98104"/>
              </a:xfrm>
              <a:custGeom>
                <a:rect b="b" l="l" r="r" t="t"/>
                <a:pathLst>
                  <a:path extrusionOk="0" h="2346" w="3767">
                    <a:moveTo>
                      <a:pt x="445" y="0"/>
                    </a:moveTo>
                    <a:cubicBezTo>
                      <a:pt x="444" y="0"/>
                      <a:pt x="443" y="0"/>
                      <a:pt x="442" y="0"/>
                    </a:cubicBezTo>
                    <a:cubicBezTo>
                      <a:pt x="380" y="26"/>
                      <a:pt x="0" y="867"/>
                      <a:pt x="39" y="960"/>
                    </a:cubicBezTo>
                    <a:cubicBezTo>
                      <a:pt x="39" y="960"/>
                      <a:pt x="3212" y="2346"/>
                      <a:pt x="3329" y="2346"/>
                    </a:cubicBezTo>
                    <a:cubicBezTo>
                      <a:pt x="3330" y="2346"/>
                      <a:pt x="3331" y="2346"/>
                      <a:pt x="3331" y="2346"/>
                    </a:cubicBezTo>
                    <a:cubicBezTo>
                      <a:pt x="3393" y="2320"/>
                      <a:pt x="3766" y="1464"/>
                      <a:pt x="3735" y="1386"/>
                    </a:cubicBezTo>
                    <a:cubicBezTo>
                      <a:pt x="3704" y="1310"/>
                      <a:pt x="564" y="0"/>
                      <a:pt x="44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2" name="Google Shape;182;p20"/>
            <p:cNvGrpSpPr/>
            <p:nvPr/>
          </p:nvGrpSpPr>
          <p:grpSpPr>
            <a:xfrm rot="-2290952">
              <a:off x="7924384" y="93813"/>
              <a:ext cx="185942" cy="206452"/>
              <a:chOff x="5071176" y="2522737"/>
              <a:chExt cx="356745" cy="396095"/>
            </a:xfrm>
          </p:grpSpPr>
          <p:sp>
            <p:nvSpPr>
              <p:cNvPr id="183" name="Google Shape;183;p20"/>
              <p:cNvSpPr/>
              <p:nvPr/>
            </p:nvSpPr>
            <p:spPr>
              <a:xfrm>
                <a:off x="5071176" y="2522737"/>
                <a:ext cx="356745" cy="396095"/>
              </a:xfrm>
              <a:custGeom>
                <a:rect b="b" l="l" r="r" t="t"/>
                <a:pathLst>
                  <a:path extrusionOk="0" h="9472" w="8531">
                    <a:moveTo>
                      <a:pt x="2207" y="1"/>
                    </a:moveTo>
                    <a:cubicBezTo>
                      <a:pt x="2091" y="1"/>
                      <a:pt x="1965" y="19"/>
                      <a:pt x="1829" y="60"/>
                    </a:cubicBezTo>
                    <a:cubicBezTo>
                      <a:pt x="0" y="603"/>
                      <a:pt x="3040" y="9450"/>
                      <a:pt x="3217" y="9471"/>
                    </a:cubicBezTo>
                    <a:cubicBezTo>
                      <a:pt x="3217" y="9471"/>
                      <a:pt x="3218" y="9472"/>
                      <a:pt x="3219" y="9472"/>
                    </a:cubicBezTo>
                    <a:cubicBezTo>
                      <a:pt x="3530" y="9472"/>
                      <a:pt x="8531" y="1499"/>
                      <a:pt x="6410" y="400"/>
                    </a:cubicBezTo>
                    <a:cubicBezTo>
                      <a:pt x="6260" y="323"/>
                      <a:pt x="6116" y="288"/>
                      <a:pt x="5977" y="288"/>
                    </a:cubicBezTo>
                    <a:cubicBezTo>
                      <a:pt x="4764" y="288"/>
                      <a:pt x="3964" y="2934"/>
                      <a:pt x="3789" y="2934"/>
                    </a:cubicBezTo>
                    <a:cubicBezTo>
                      <a:pt x="3788" y="2934"/>
                      <a:pt x="3786" y="2934"/>
                      <a:pt x="3785" y="2933"/>
                    </a:cubicBezTo>
                    <a:cubicBezTo>
                      <a:pt x="3614" y="2888"/>
                      <a:pt x="3650" y="1"/>
                      <a:pt x="220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20"/>
              <p:cNvSpPr/>
              <p:nvPr/>
            </p:nvSpPr>
            <p:spPr>
              <a:xfrm>
                <a:off x="5212811" y="2708867"/>
                <a:ext cx="100989" cy="185628"/>
              </a:xfrm>
              <a:custGeom>
                <a:rect b="b" l="l" r="r" t="t"/>
                <a:pathLst>
                  <a:path extrusionOk="0" h="4439" w="2415">
                    <a:moveTo>
                      <a:pt x="2381" y="0"/>
                    </a:moveTo>
                    <a:cubicBezTo>
                      <a:pt x="2370" y="0"/>
                      <a:pt x="2360" y="7"/>
                      <a:pt x="2354" y="17"/>
                    </a:cubicBezTo>
                    <a:cubicBezTo>
                      <a:pt x="2177" y="391"/>
                      <a:pt x="1987" y="758"/>
                      <a:pt x="1792" y="1122"/>
                    </a:cubicBezTo>
                    <a:cubicBezTo>
                      <a:pt x="1205" y="2217"/>
                      <a:pt x="546" y="3274"/>
                      <a:pt x="12" y="4397"/>
                    </a:cubicBezTo>
                    <a:cubicBezTo>
                      <a:pt x="0" y="4420"/>
                      <a:pt x="21" y="4439"/>
                      <a:pt x="40" y="4439"/>
                    </a:cubicBezTo>
                    <a:cubicBezTo>
                      <a:pt x="50" y="4439"/>
                      <a:pt x="59" y="4435"/>
                      <a:pt x="65" y="4424"/>
                    </a:cubicBezTo>
                    <a:cubicBezTo>
                      <a:pt x="264" y="4062"/>
                      <a:pt x="471" y="3704"/>
                      <a:pt x="677" y="3345"/>
                    </a:cubicBezTo>
                    <a:cubicBezTo>
                      <a:pt x="1042" y="2712"/>
                      <a:pt x="1565" y="1817"/>
                      <a:pt x="1889" y="1173"/>
                    </a:cubicBezTo>
                    <a:cubicBezTo>
                      <a:pt x="2078" y="803"/>
                      <a:pt x="2253" y="426"/>
                      <a:pt x="2409" y="41"/>
                    </a:cubicBezTo>
                    <a:cubicBezTo>
                      <a:pt x="2414" y="26"/>
                      <a:pt x="2408" y="9"/>
                      <a:pt x="2394" y="3"/>
                    </a:cubicBezTo>
                    <a:cubicBezTo>
                      <a:pt x="2390" y="1"/>
                      <a:pt x="2386" y="0"/>
                      <a:pt x="23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5" name="Google Shape;185;p20"/>
            <p:cNvGrpSpPr/>
            <p:nvPr/>
          </p:nvGrpSpPr>
          <p:grpSpPr>
            <a:xfrm rot="2483769">
              <a:off x="8254402" y="136458"/>
              <a:ext cx="94567" cy="220479"/>
              <a:chOff x="2523825" y="-685025"/>
              <a:chExt cx="214450" cy="429700"/>
            </a:xfrm>
          </p:grpSpPr>
          <p:sp>
            <p:nvSpPr>
              <p:cNvPr id="186" name="Google Shape;186;p20"/>
              <p:cNvSpPr/>
              <p:nvPr/>
            </p:nvSpPr>
            <p:spPr>
              <a:xfrm>
                <a:off x="2523825" y="-685025"/>
                <a:ext cx="214450" cy="429700"/>
              </a:xfrm>
              <a:custGeom>
                <a:rect b="b" l="l" r="r" t="t"/>
                <a:pathLst>
                  <a:path extrusionOk="0" h="17188" w="8578">
                    <a:moveTo>
                      <a:pt x="5865" y="1"/>
                    </a:moveTo>
                    <a:cubicBezTo>
                      <a:pt x="3874" y="1"/>
                      <a:pt x="1160" y="3325"/>
                      <a:pt x="683" y="6656"/>
                    </a:cubicBezTo>
                    <a:cubicBezTo>
                      <a:pt x="1" y="11412"/>
                      <a:pt x="4331" y="17188"/>
                      <a:pt x="4921" y="17188"/>
                    </a:cubicBezTo>
                    <a:cubicBezTo>
                      <a:pt x="4929" y="17188"/>
                      <a:pt x="4936" y="17187"/>
                      <a:pt x="4943" y="17185"/>
                    </a:cubicBezTo>
                    <a:cubicBezTo>
                      <a:pt x="4943" y="17185"/>
                      <a:pt x="2597" y="11715"/>
                      <a:pt x="3742" y="7505"/>
                    </a:cubicBezTo>
                    <a:cubicBezTo>
                      <a:pt x="4341" y="5296"/>
                      <a:pt x="8577" y="1210"/>
                      <a:pt x="6596" y="175"/>
                    </a:cubicBezTo>
                    <a:cubicBezTo>
                      <a:pt x="6369" y="57"/>
                      <a:pt x="6123" y="1"/>
                      <a:pt x="586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20"/>
              <p:cNvSpPr/>
              <p:nvPr/>
            </p:nvSpPr>
            <p:spPr>
              <a:xfrm>
                <a:off x="2644975" y="-677100"/>
                <a:ext cx="45350" cy="106150"/>
              </a:xfrm>
              <a:custGeom>
                <a:rect b="b" l="l" r="r" t="t"/>
                <a:pathLst>
                  <a:path extrusionOk="0" h="4246" w="1814">
                    <a:moveTo>
                      <a:pt x="1347" y="0"/>
                    </a:moveTo>
                    <a:lnTo>
                      <a:pt x="1259" y="62"/>
                    </a:lnTo>
                    <a:cubicBezTo>
                      <a:pt x="1259" y="62"/>
                      <a:pt x="1299" y="124"/>
                      <a:pt x="1367" y="234"/>
                    </a:cubicBezTo>
                    <a:cubicBezTo>
                      <a:pt x="1405" y="289"/>
                      <a:pt x="1447" y="356"/>
                      <a:pt x="1473" y="435"/>
                    </a:cubicBezTo>
                    <a:cubicBezTo>
                      <a:pt x="1504" y="515"/>
                      <a:pt x="1547" y="598"/>
                      <a:pt x="1563" y="704"/>
                    </a:cubicBezTo>
                    <a:cubicBezTo>
                      <a:pt x="1574" y="755"/>
                      <a:pt x="1588" y="808"/>
                      <a:pt x="1598" y="863"/>
                    </a:cubicBezTo>
                    <a:cubicBezTo>
                      <a:pt x="1600" y="920"/>
                      <a:pt x="1602" y="978"/>
                      <a:pt x="1604" y="1038"/>
                    </a:cubicBezTo>
                    <a:cubicBezTo>
                      <a:pt x="1610" y="1097"/>
                      <a:pt x="1602" y="1159"/>
                      <a:pt x="1593" y="1222"/>
                    </a:cubicBezTo>
                    <a:cubicBezTo>
                      <a:pt x="1582" y="1284"/>
                      <a:pt x="1585" y="1349"/>
                      <a:pt x="1566" y="1413"/>
                    </a:cubicBezTo>
                    <a:cubicBezTo>
                      <a:pt x="1536" y="1542"/>
                      <a:pt x="1501" y="1674"/>
                      <a:pt x="1445" y="1804"/>
                    </a:cubicBezTo>
                    <a:cubicBezTo>
                      <a:pt x="1400" y="1937"/>
                      <a:pt x="1328" y="2065"/>
                      <a:pt x="1265" y="2194"/>
                    </a:cubicBezTo>
                    <a:cubicBezTo>
                      <a:pt x="1132" y="2451"/>
                      <a:pt x="972" y="2697"/>
                      <a:pt x="817" y="2925"/>
                    </a:cubicBezTo>
                    <a:cubicBezTo>
                      <a:pt x="661" y="3155"/>
                      <a:pt x="515" y="3369"/>
                      <a:pt x="390" y="3553"/>
                    </a:cubicBezTo>
                    <a:cubicBezTo>
                      <a:pt x="139" y="3923"/>
                      <a:pt x="0" y="4191"/>
                      <a:pt x="0" y="4191"/>
                    </a:cubicBezTo>
                    <a:lnTo>
                      <a:pt x="91" y="4246"/>
                    </a:lnTo>
                    <a:cubicBezTo>
                      <a:pt x="91" y="4246"/>
                      <a:pt x="259" y="4004"/>
                      <a:pt x="532" y="3655"/>
                    </a:cubicBezTo>
                    <a:cubicBezTo>
                      <a:pt x="802" y="3303"/>
                      <a:pt x="1173" y="2833"/>
                      <a:pt x="1464" y="2299"/>
                    </a:cubicBezTo>
                    <a:cubicBezTo>
                      <a:pt x="1531" y="2162"/>
                      <a:pt x="1602" y="2027"/>
                      <a:pt x="1650" y="1883"/>
                    </a:cubicBezTo>
                    <a:cubicBezTo>
                      <a:pt x="1707" y="1742"/>
                      <a:pt x="1743" y="1596"/>
                      <a:pt x="1773" y="1453"/>
                    </a:cubicBezTo>
                    <a:cubicBezTo>
                      <a:pt x="1794" y="1309"/>
                      <a:pt x="1814" y="1166"/>
                      <a:pt x="1799" y="1032"/>
                    </a:cubicBezTo>
                    <a:cubicBezTo>
                      <a:pt x="1792" y="964"/>
                      <a:pt x="1786" y="899"/>
                      <a:pt x="1780" y="835"/>
                    </a:cubicBezTo>
                    <a:cubicBezTo>
                      <a:pt x="1766" y="773"/>
                      <a:pt x="1747" y="715"/>
                      <a:pt x="1732" y="658"/>
                    </a:cubicBezTo>
                    <a:cubicBezTo>
                      <a:pt x="1708" y="543"/>
                      <a:pt x="1650" y="447"/>
                      <a:pt x="1605" y="361"/>
                    </a:cubicBezTo>
                    <a:cubicBezTo>
                      <a:pt x="1564" y="272"/>
                      <a:pt x="1516" y="210"/>
                      <a:pt x="1475" y="160"/>
                    </a:cubicBezTo>
                    <a:cubicBezTo>
                      <a:pt x="1394" y="58"/>
                      <a:pt x="1347" y="0"/>
                      <a:pt x="13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20"/>
              <p:cNvSpPr/>
              <p:nvPr/>
            </p:nvSpPr>
            <p:spPr>
              <a:xfrm>
                <a:off x="2594325" y="-518425"/>
                <a:ext cx="18675" cy="136625"/>
              </a:xfrm>
              <a:custGeom>
                <a:rect b="b" l="l" r="r" t="t"/>
                <a:pathLst>
                  <a:path extrusionOk="0" h="5465" w="747">
                    <a:moveTo>
                      <a:pt x="647" y="0"/>
                    </a:moveTo>
                    <a:cubicBezTo>
                      <a:pt x="647" y="0"/>
                      <a:pt x="612" y="80"/>
                      <a:pt x="550" y="218"/>
                    </a:cubicBezTo>
                    <a:cubicBezTo>
                      <a:pt x="518" y="287"/>
                      <a:pt x="481" y="371"/>
                      <a:pt x="438" y="467"/>
                    </a:cubicBezTo>
                    <a:cubicBezTo>
                      <a:pt x="390" y="561"/>
                      <a:pt x="352" y="675"/>
                      <a:pt x="317" y="804"/>
                    </a:cubicBezTo>
                    <a:cubicBezTo>
                      <a:pt x="281" y="931"/>
                      <a:pt x="241" y="1069"/>
                      <a:pt x="198" y="1216"/>
                    </a:cubicBezTo>
                    <a:cubicBezTo>
                      <a:pt x="159" y="1362"/>
                      <a:pt x="138" y="1519"/>
                      <a:pt x="109" y="1681"/>
                    </a:cubicBezTo>
                    <a:cubicBezTo>
                      <a:pt x="80" y="1844"/>
                      <a:pt x="50" y="2011"/>
                      <a:pt x="42" y="2183"/>
                    </a:cubicBezTo>
                    <a:cubicBezTo>
                      <a:pt x="28" y="2355"/>
                      <a:pt x="14" y="2530"/>
                      <a:pt x="0" y="2704"/>
                    </a:cubicBezTo>
                    <a:cubicBezTo>
                      <a:pt x="2" y="2879"/>
                      <a:pt x="5" y="3055"/>
                      <a:pt x="7" y="3227"/>
                    </a:cubicBezTo>
                    <a:cubicBezTo>
                      <a:pt x="3" y="3399"/>
                      <a:pt x="21" y="3568"/>
                      <a:pt x="35" y="3731"/>
                    </a:cubicBezTo>
                    <a:cubicBezTo>
                      <a:pt x="54" y="4059"/>
                      <a:pt x="110" y="4360"/>
                      <a:pt x="156" y="4618"/>
                    </a:cubicBezTo>
                    <a:cubicBezTo>
                      <a:pt x="193" y="4878"/>
                      <a:pt x="270" y="5085"/>
                      <a:pt x="305" y="5233"/>
                    </a:cubicBezTo>
                    <a:cubicBezTo>
                      <a:pt x="345" y="5380"/>
                      <a:pt x="368" y="5464"/>
                      <a:pt x="368" y="5464"/>
                    </a:cubicBezTo>
                    <a:lnTo>
                      <a:pt x="471" y="5436"/>
                    </a:lnTo>
                    <a:cubicBezTo>
                      <a:pt x="471" y="5436"/>
                      <a:pt x="455" y="5351"/>
                      <a:pt x="428" y="5203"/>
                    </a:cubicBezTo>
                    <a:cubicBezTo>
                      <a:pt x="404" y="5054"/>
                      <a:pt x="352" y="4846"/>
                      <a:pt x="328" y="4590"/>
                    </a:cubicBezTo>
                    <a:cubicBezTo>
                      <a:pt x="311" y="4462"/>
                      <a:pt x="294" y="4324"/>
                      <a:pt x="276" y="4178"/>
                    </a:cubicBezTo>
                    <a:cubicBezTo>
                      <a:pt x="259" y="4032"/>
                      <a:pt x="259" y="3876"/>
                      <a:pt x="244" y="3716"/>
                    </a:cubicBezTo>
                    <a:cubicBezTo>
                      <a:pt x="233" y="3556"/>
                      <a:pt x="219" y="3391"/>
                      <a:pt x="225" y="3222"/>
                    </a:cubicBezTo>
                    <a:cubicBezTo>
                      <a:pt x="225" y="3054"/>
                      <a:pt x="226" y="2883"/>
                      <a:pt x="227" y="2712"/>
                    </a:cubicBezTo>
                    <a:cubicBezTo>
                      <a:pt x="238" y="2541"/>
                      <a:pt x="249" y="2371"/>
                      <a:pt x="260" y="2203"/>
                    </a:cubicBezTo>
                    <a:cubicBezTo>
                      <a:pt x="265" y="2035"/>
                      <a:pt x="291" y="1871"/>
                      <a:pt x="317" y="1713"/>
                    </a:cubicBezTo>
                    <a:cubicBezTo>
                      <a:pt x="345" y="1556"/>
                      <a:pt x="358" y="1401"/>
                      <a:pt x="387" y="1259"/>
                    </a:cubicBezTo>
                    <a:cubicBezTo>
                      <a:pt x="421" y="1117"/>
                      <a:pt x="454" y="983"/>
                      <a:pt x="483" y="860"/>
                    </a:cubicBezTo>
                    <a:cubicBezTo>
                      <a:pt x="511" y="736"/>
                      <a:pt x="537" y="622"/>
                      <a:pt x="578" y="523"/>
                    </a:cubicBezTo>
                    <a:cubicBezTo>
                      <a:pt x="613" y="423"/>
                      <a:pt x="643" y="336"/>
                      <a:pt x="668" y="265"/>
                    </a:cubicBezTo>
                    <a:cubicBezTo>
                      <a:pt x="717" y="122"/>
                      <a:pt x="746" y="40"/>
                      <a:pt x="746" y="40"/>
                    </a:cubicBezTo>
                    <a:lnTo>
                      <a:pt x="64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20"/>
            <p:cNvGrpSpPr/>
            <p:nvPr/>
          </p:nvGrpSpPr>
          <p:grpSpPr>
            <a:xfrm rot="-8168941">
              <a:off x="8221932" y="-16089"/>
              <a:ext cx="76345" cy="269823"/>
              <a:chOff x="1825350" y="-685725"/>
              <a:chExt cx="102125" cy="361075"/>
            </a:xfrm>
          </p:grpSpPr>
          <p:sp>
            <p:nvSpPr>
              <p:cNvPr id="190" name="Google Shape;190;p20"/>
              <p:cNvSpPr/>
              <p:nvPr/>
            </p:nvSpPr>
            <p:spPr>
              <a:xfrm>
                <a:off x="1825350" y="-685725"/>
                <a:ext cx="102125" cy="361075"/>
              </a:xfrm>
              <a:custGeom>
                <a:rect b="b" l="l" r="r" t="t"/>
                <a:pathLst>
                  <a:path extrusionOk="0" h="14443" w="4085">
                    <a:moveTo>
                      <a:pt x="352" y="0"/>
                    </a:moveTo>
                    <a:cubicBezTo>
                      <a:pt x="350" y="0"/>
                      <a:pt x="348" y="0"/>
                      <a:pt x="346" y="1"/>
                    </a:cubicBezTo>
                    <a:cubicBezTo>
                      <a:pt x="1" y="49"/>
                      <a:pt x="1684" y="4346"/>
                      <a:pt x="1967" y="7674"/>
                    </a:cubicBezTo>
                    <a:cubicBezTo>
                      <a:pt x="2250" y="10993"/>
                      <a:pt x="556" y="14442"/>
                      <a:pt x="826" y="14442"/>
                    </a:cubicBezTo>
                    <a:cubicBezTo>
                      <a:pt x="826" y="14442"/>
                      <a:pt x="827" y="14442"/>
                      <a:pt x="828" y="14442"/>
                    </a:cubicBezTo>
                    <a:cubicBezTo>
                      <a:pt x="1106" y="14426"/>
                      <a:pt x="4013" y="10965"/>
                      <a:pt x="4049" y="7421"/>
                    </a:cubicBezTo>
                    <a:cubicBezTo>
                      <a:pt x="4084" y="3898"/>
                      <a:pt x="715" y="0"/>
                      <a:pt x="35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20"/>
              <p:cNvSpPr/>
              <p:nvPr/>
            </p:nvSpPr>
            <p:spPr>
              <a:xfrm>
                <a:off x="1875075" y="-548750"/>
                <a:ext cx="11550" cy="112475"/>
              </a:xfrm>
              <a:custGeom>
                <a:rect b="b" l="l" r="r" t="t"/>
                <a:pathLst>
                  <a:path extrusionOk="0" h="4499" w="462">
                    <a:moveTo>
                      <a:pt x="101" y="1"/>
                    </a:moveTo>
                    <a:lnTo>
                      <a:pt x="1" y="24"/>
                    </a:lnTo>
                    <a:cubicBezTo>
                      <a:pt x="1" y="24"/>
                      <a:pt x="13" y="94"/>
                      <a:pt x="35" y="215"/>
                    </a:cubicBezTo>
                    <a:cubicBezTo>
                      <a:pt x="55" y="337"/>
                      <a:pt x="99" y="510"/>
                      <a:pt x="122" y="717"/>
                    </a:cubicBezTo>
                    <a:cubicBezTo>
                      <a:pt x="136" y="820"/>
                      <a:pt x="151" y="932"/>
                      <a:pt x="168" y="1051"/>
                    </a:cubicBezTo>
                    <a:cubicBezTo>
                      <a:pt x="186" y="1168"/>
                      <a:pt x="187" y="1296"/>
                      <a:pt x="202" y="1426"/>
                    </a:cubicBezTo>
                    <a:cubicBezTo>
                      <a:pt x="233" y="1686"/>
                      <a:pt x="232" y="1966"/>
                      <a:pt x="244" y="2244"/>
                    </a:cubicBezTo>
                    <a:cubicBezTo>
                      <a:pt x="243" y="2524"/>
                      <a:pt x="250" y="2804"/>
                      <a:pt x="233" y="3066"/>
                    </a:cubicBezTo>
                    <a:cubicBezTo>
                      <a:pt x="225" y="3328"/>
                      <a:pt x="210" y="3573"/>
                      <a:pt x="195" y="3784"/>
                    </a:cubicBezTo>
                    <a:cubicBezTo>
                      <a:pt x="165" y="4205"/>
                      <a:pt x="145" y="4485"/>
                      <a:pt x="145" y="4485"/>
                    </a:cubicBezTo>
                    <a:lnTo>
                      <a:pt x="246" y="4499"/>
                    </a:lnTo>
                    <a:cubicBezTo>
                      <a:pt x="246" y="4499"/>
                      <a:pt x="259" y="4429"/>
                      <a:pt x="281" y="4308"/>
                    </a:cubicBezTo>
                    <a:cubicBezTo>
                      <a:pt x="299" y="4185"/>
                      <a:pt x="340" y="4012"/>
                      <a:pt x="362" y="3800"/>
                    </a:cubicBezTo>
                    <a:cubicBezTo>
                      <a:pt x="386" y="3589"/>
                      <a:pt x="422" y="3343"/>
                      <a:pt x="435" y="3077"/>
                    </a:cubicBezTo>
                    <a:cubicBezTo>
                      <a:pt x="457" y="2811"/>
                      <a:pt x="455" y="2526"/>
                      <a:pt x="462" y="2241"/>
                    </a:cubicBezTo>
                    <a:cubicBezTo>
                      <a:pt x="446" y="1956"/>
                      <a:pt x="440" y="1672"/>
                      <a:pt x="404" y="1406"/>
                    </a:cubicBezTo>
                    <a:cubicBezTo>
                      <a:pt x="388" y="1274"/>
                      <a:pt x="379" y="1145"/>
                      <a:pt x="353" y="1024"/>
                    </a:cubicBezTo>
                    <a:cubicBezTo>
                      <a:pt x="329" y="902"/>
                      <a:pt x="307" y="789"/>
                      <a:pt x="286" y="682"/>
                    </a:cubicBezTo>
                    <a:cubicBezTo>
                      <a:pt x="251" y="470"/>
                      <a:pt x="186" y="307"/>
                      <a:pt x="157" y="187"/>
                    </a:cubicBezTo>
                    <a:cubicBezTo>
                      <a:pt x="121" y="68"/>
                      <a:pt x="101" y="1"/>
                      <a:pt x="1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2" name="Google Shape;192;p20"/>
            <p:cNvGrpSpPr/>
            <p:nvPr/>
          </p:nvGrpSpPr>
          <p:grpSpPr>
            <a:xfrm rot="4135069">
              <a:off x="7796205" y="241033"/>
              <a:ext cx="89951" cy="88375"/>
              <a:chOff x="5397687" y="2595834"/>
              <a:chExt cx="157527" cy="154767"/>
            </a:xfrm>
          </p:grpSpPr>
          <p:sp>
            <p:nvSpPr>
              <p:cNvPr id="193" name="Google Shape;193;p20"/>
              <p:cNvSpPr/>
              <p:nvPr/>
            </p:nvSpPr>
            <p:spPr>
              <a:xfrm>
                <a:off x="5426122" y="2595834"/>
                <a:ext cx="100237" cy="154767"/>
              </a:xfrm>
              <a:custGeom>
                <a:rect b="b" l="l" r="r" t="t"/>
                <a:pathLst>
                  <a:path extrusionOk="0" h="3701" w="2397">
                    <a:moveTo>
                      <a:pt x="1430" y="0"/>
                    </a:moveTo>
                    <a:cubicBezTo>
                      <a:pt x="1422" y="0"/>
                      <a:pt x="1416" y="1"/>
                      <a:pt x="1412" y="3"/>
                    </a:cubicBezTo>
                    <a:cubicBezTo>
                      <a:pt x="1412" y="3"/>
                      <a:pt x="1" y="3234"/>
                      <a:pt x="26" y="3295"/>
                    </a:cubicBezTo>
                    <a:cubicBezTo>
                      <a:pt x="50" y="3354"/>
                      <a:pt x="840" y="3701"/>
                      <a:pt x="972" y="3701"/>
                    </a:cubicBezTo>
                    <a:cubicBezTo>
                      <a:pt x="978" y="3701"/>
                      <a:pt x="982" y="3700"/>
                      <a:pt x="986" y="3699"/>
                    </a:cubicBezTo>
                    <a:cubicBezTo>
                      <a:pt x="1063" y="3668"/>
                      <a:pt x="2396" y="469"/>
                      <a:pt x="2371" y="407"/>
                    </a:cubicBezTo>
                    <a:cubicBezTo>
                      <a:pt x="2347" y="348"/>
                      <a:pt x="1584" y="0"/>
                      <a:pt x="14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20"/>
              <p:cNvSpPr/>
              <p:nvPr/>
            </p:nvSpPr>
            <p:spPr>
              <a:xfrm>
                <a:off x="5397687" y="2624647"/>
                <a:ext cx="157527" cy="98104"/>
              </a:xfrm>
              <a:custGeom>
                <a:rect b="b" l="l" r="r" t="t"/>
                <a:pathLst>
                  <a:path extrusionOk="0" h="2346" w="3767">
                    <a:moveTo>
                      <a:pt x="445" y="0"/>
                    </a:moveTo>
                    <a:cubicBezTo>
                      <a:pt x="444" y="0"/>
                      <a:pt x="443" y="0"/>
                      <a:pt x="442" y="0"/>
                    </a:cubicBezTo>
                    <a:cubicBezTo>
                      <a:pt x="380" y="26"/>
                      <a:pt x="0" y="867"/>
                      <a:pt x="39" y="960"/>
                    </a:cubicBezTo>
                    <a:cubicBezTo>
                      <a:pt x="39" y="960"/>
                      <a:pt x="3212" y="2346"/>
                      <a:pt x="3329" y="2346"/>
                    </a:cubicBezTo>
                    <a:cubicBezTo>
                      <a:pt x="3330" y="2346"/>
                      <a:pt x="3331" y="2346"/>
                      <a:pt x="3331" y="2346"/>
                    </a:cubicBezTo>
                    <a:cubicBezTo>
                      <a:pt x="3393" y="2320"/>
                      <a:pt x="3766" y="1464"/>
                      <a:pt x="3735" y="1386"/>
                    </a:cubicBezTo>
                    <a:cubicBezTo>
                      <a:pt x="3704" y="1310"/>
                      <a:pt x="564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5" name="Google Shape;195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8">
  <p:cSld name="TITLE_ONLY_1_1_1_1_1_1_1_1_1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"/>
          <p:cNvSpPr/>
          <p:nvPr/>
        </p:nvSpPr>
        <p:spPr>
          <a:xfrm rot="5899289">
            <a:off x="-690594" y="2631876"/>
            <a:ext cx="3108700" cy="2198675"/>
          </a:xfrm>
          <a:custGeom>
            <a:rect b="b" l="l" r="r" t="t"/>
            <a:pathLst>
              <a:path extrusionOk="0" h="22264" w="31479">
                <a:moveTo>
                  <a:pt x="28893" y="0"/>
                </a:moveTo>
                <a:cubicBezTo>
                  <a:pt x="28697" y="0"/>
                  <a:pt x="28500" y="7"/>
                  <a:pt x="28304" y="21"/>
                </a:cubicBezTo>
                <a:cubicBezTo>
                  <a:pt x="24588" y="285"/>
                  <a:pt x="21237" y="2790"/>
                  <a:pt x="19458" y="6063"/>
                </a:cubicBezTo>
                <a:cubicBezTo>
                  <a:pt x="18833" y="7214"/>
                  <a:pt x="18345" y="8499"/>
                  <a:pt x="17343" y="9340"/>
                </a:cubicBezTo>
                <a:cubicBezTo>
                  <a:pt x="15676" y="10738"/>
                  <a:pt x="13239" y="10447"/>
                  <a:pt x="11077" y="10688"/>
                </a:cubicBezTo>
                <a:cubicBezTo>
                  <a:pt x="9416" y="10874"/>
                  <a:pt x="7829" y="11440"/>
                  <a:pt x="6403" y="12292"/>
                </a:cubicBezTo>
                <a:cubicBezTo>
                  <a:pt x="3702" y="13903"/>
                  <a:pt x="1573" y="16536"/>
                  <a:pt x="591" y="19541"/>
                </a:cubicBezTo>
                <a:cubicBezTo>
                  <a:pt x="300" y="20429"/>
                  <a:pt x="107" y="21341"/>
                  <a:pt x="1" y="22264"/>
                </a:cubicBezTo>
                <a:lnTo>
                  <a:pt x="31478" y="22264"/>
                </a:lnTo>
                <a:lnTo>
                  <a:pt x="31478" y="391"/>
                </a:lnTo>
                <a:cubicBezTo>
                  <a:pt x="30640" y="136"/>
                  <a:pt x="29766" y="0"/>
                  <a:pt x="28893" y="0"/>
                </a:cubicBezTo>
                <a:close/>
              </a:path>
            </a:pathLst>
          </a:custGeom>
          <a:solidFill>
            <a:srgbClr val="7968AF">
              <a:alpha val="8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1"/>
          <p:cNvSpPr/>
          <p:nvPr/>
        </p:nvSpPr>
        <p:spPr>
          <a:xfrm rot="5400000">
            <a:off x="7338220" y="898992"/>
            <a:ext cx="2919924" cy="1121937"/>
          </a:xfrm>
          <a:custGeom>
            <a:rect b="b" l="l" r="r" t="t"/>
            <a:pathLst>
              <a:path extrusionOk="0" h="16393" w="42664">
                <a:moveTo>
                  <a:pt x="0" y="1"/>
                </a:moveTo>
                <a:lnTo>
                  <a:pt x="0" y="8820"/>
                </a:lnTo>
                <a:cubicBezTo>
                  <a:pt x="478" y="9615"/>
                  <a:pt x="960" y="10406"/>
                  <a:pt x="1504" y="11153"/>
                </a:cubicBezTo>
                <a:cubicBezTo>
                  <a:pt x="3080" y="13313"/>
                  <a:pt x="5235" y="15114"/>
                  <a:pt x="7780" y="15934"/>
                </a:cubicBezTo>
                <a:cubicBezTo>
                  <a:pt x="8719" y="16236"/>
                  <a:pt x="9713" y="16393"/>
                  <a:pt x="10703" y="16393"/>
                </a:cubicBezTo>
                <a:cubicBezTo>
                  <a:pt x="12396" y="16393"/>
                  <a:pt x="14078" y="15935"/>
                  <a:pt x="15459" y="14965"/>
                </a:cubicBezTo>
                <a:cubicBezTo>
                  <a:pt x="17132" y="13791"/>
                  <a:pt x="18317" y="11939"/>
                  <a:pt x="20169" y="11076"/>
                </a:cubicBezTo>
                <a:cubicBezTo>
                  <a:pt x="21079" y="10653"/>
                  <a:pt x="22041" y="10509"/>
                  <a:pt x="23029" y="10509"/>
                </a:cubicBezTo>
                <a:cubicBezTo>
                  <a:pt x="24412" y="10509"/>
                  <a:pt x="25847" y="10791"/>
                  <a:pt x="27266" y="10981"/>
                </a:cubicBezTo>
                <a:cubicBezTo>
                  <a:pt x="27732" y="11043"/>
                  <a:pt x="28195" y="11096"/>
                  <a:pt x="28655" y="11125"/>
                </a:cubicBezTo>
                <a:cubicBezTo>
                  <a:pt x="28925" y="11143"/>
                  <a:pt x="29196" y="11151"/>
                  <a:pt x="29466" y="11151"/>
                </a:cubicBezTo>
                <a:cubicBezTo>
                  <a:pt x="33532" y="11151"/>
                  <a:pt x="37571" y="9203"/>
                  <a:pt x="40069" y="5989"/>
                </a:cubicBezTo>
                <a:cubicBezTo>
                  <a:pt x="41419" y="4250"/>
                  <a:pt x="42297" y="2169"/>
                  <a:pt x="42663" y="1"/>
                </a:cubicBezTo>
                <a:close/>
              </a:path>
            </a:pathLst>
          </a:custGeom>
          <a:solidFill>
            <a:srgbClr val="9485BA">
              <a:alpha val="246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1"/>
          <p:cNvSpPr txBox="1"/>
          <p:nvPr>
            <p:ph type="title"/>
          </p:nvPr>
        </p:nvSpPr>
        <p:spPr>
          <a:xfrm>
            <a:off x="717750" y="445025"/>
            <a:ext cx="7708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2"/>
          <p:cNvSpPr/>
          <p:nvPr/>
        </p:nvSpPr>
        <p:spPr>
          <a:xfrm rot="727006">
            <a:off x="-49562" y="4668511"/>
            <a:ext cx="3528411" cy="2477075"/>
          </a:xfrm>
          <a:custGeom>
            <a:rect b="b" l="l" r="r" t="t"/>
            <a:pathLst>
              <a:path extrusionOk="0" h="31327" w="44623">
                <a:moveTo>
                  <a:pt x="30181" y="0"/>
                </a:moveTo>
                <a:cubicBezTo>
                  <a:pt x="29391" y="0"/>
                  <a:pt x="28601" y="88"/>
                  <a:pt x="27830" y="267"/>
                </a:cubicBezTo>
                <a:cubicBezTo>
                  <a:pt x="25849" y="728"/>
                  <a:pt x="23986" y="1759"/>
                  <a:pt x="21953" y="1843"/>
                </a:cubicBezTo>
                <a:cubicBezTo>
                  <a:pt x="21861" y="1847"/>
                  <a:pt x="21770" y="1848"/>
                  <a:pt x="21678" y="1848"/>
                </a:cubicBezTo>
                <a:cubicBezTo>
                  <a:pt x="19691" y="1848"/>
                  <a:pt x="17792" y="990"/>
                  <a:pt x="15827" y="629"/>
                </a:cubicBezTo>
                <a:cubicBezTo>
                  <a:pt x="15152" y="505"/>
                  <a:pt x="14470" y="445"/>
                  <a:pt x="13789" y="445"/>
                </a:cubicBezTo>
                <a:cubicBezTo>
                  <a:pt x="9549" y="445"/>
                  <a:pt x="5342" y="2762"/>
                  <a:pt x="2989" y="6330"/>
                </a:cubicBezTo>
                <a:cubicBezTo>
                  <a:pt x="260" y="10471"/>
                  <a:pt x="1" y="16027"/>
                  <a:pt x="1998" y="20566"/>
                </a:cubicBezTo>
                <a:cubicBezTo>
                  <a:pt x="3996" y="25107"/>
                  <a:pt x="8092" y="28590"/>
                  <a:pt x="12783" y="30201"/>
                </a:cubicBezTo>
                <a:cubicBezTo>
                  <a:pt x="15007" y="30966"/>
                  <a:pt x="17350" y="31326"/>
                  <a:pt x="19701" y="31326"/>
                </a:cubicBezTo>
                <a:cubicBezTo>
                  <a:pt x="22309" y="31326"/>
                  <a:pt x="24925" y="30883"/>
                  <a:pt x="27400" y="30058"/>
                </a:cubicBezTo>
                <a:cubicBezTo>
                  <a:pt x="29707" y="29289"/>
                  <a:pt x="31904" y="28201"/>
                  <a:pt x="34244" y="27537"/>
                </a:cubicBezTo>
                <a:cubicBezTo>
                  <a:pt x="35447" y="27197"/>
                  <a:pt x="36715" y="26976"/>
                  <a:pt x="37965" y="26976"/>
                </a:cubicBezTo>
                <a:cubicBezTo>
                  <a:pt x="39146" y="26976"/>
                  <a:pt x="40312" y="27173"/>
                  <a:pt x="41392" y="27652"/>
                </a:cubicBezTo>
                <a:lnTo>
                  <a:pt x="44623" y="25946"/>
                </a:lnTo>
                <a:cubicBezTo>
                  <a:pt x="42654" y="25892"/>
                  <a:pt x="40990" y="24267"/>
                  <a:pt x="40341" y="22406"/>
                </a:cubicBezTo>
                <a:cubicBezTo>
                  <a:pt x="39693" y="20546"/>
                  <a:pt x="39871" y="18504"/>
                  <a:pt x="40215" y="16564"/>
                </a:cubicBezTo>
                <a:cubicBezTo>
                  <a:pt x="40557" y="14624"/>
                  <a:pt x="41058" y="12692"/>
                  <a:pt x="41031" y="10722"/>
                </a:cubicBezTo>
                <a:cubicBezTo>
                  <a:pt x="40988" y="7504"/>
                  <a:pt x="39446" y="4334"/>
                  <a:pt x="36929" y="2331"/>
                </a:cubicBezTo>
                <a:cubicBezTo>
                  <a:pt x="35030" y="821"/>
                  <a:pt x="32604" y="0"/>
                  <a:pt x="30181" y="0"/>
                </a:cubicBezTo>
                <a:close/>
              </a:path>
            </a:pathLst>
          </a:custGeom>
          <a:solidFill>
            <a:srgbClr val="9485BA">
              <a:alpha val="246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2"/>
          <p:cNvSpPr/>
          <p:nvPr/>
        </p:nvSpPr>
        <p:spPr>
          <a:xfrm flipH="1">
            <a:off x="6667865" y="-1"/>
            <a:ext cx="3089087" cy="1186935"/>
          </a:xfrm>
          <a:custGeom>
            <a:rect b="b" l="l" r="r" t="t"/>
            <a:pathLst>
              <a:path extrusionOk="0" h="16393" w="42664">
                <a:moveTo>
                  <a:pt x="0" y="1"/>
                </a:moveTo>
                <a:lnTo>
                  <a:pt x="0" y="8820"/>
                </a:lnTo>
                <a:cubicBezTo>
                  <a:pt x="478" y="9615"/>
                  <a:pt x="960" y="10406"/>
                  <a:pt x="1504" y="11153"/>
                </a:cubicBezTo>
                <a:cubicBezTo>
                  <a:pt x="3080" y="13313"/>
                  <a:pt x="5235" y="15114"/>
                  <a:pt x="7780" y="15934"/>
                </a:cubicBezTo>
                <a:cubicBezTo>
                  <a:pt x="8719" y="16236"/>
                  <a:pt x="9713" y="16393"/>
                  <a:pt x="10703" y="16393"/>
                </a:cubicBezTo>
                <a:cubicBezTo>
                  <a:pt x="12396" y="16393"/>
                  <a:pt x="14078" y="15935"/>
                  <a:pt x="15459" y="14965"/>
                </a:cubicBezTo>
                <a:cubicBezTo>
                  <a:pt x="17132" y="13791"/>
                  <a:pt x="18317" y="11939"/>
                  <a:pt x="20169" y="11076"/>
                </a:cubicBezTo>
                <a:cubicBezTo>
                  <a:pt x="21079" y="10653"/>
                  <a:pt x="22041" y="10509"/>
                  <a:pt x="23029" y="10509"/>
                </a:cubicBezTo>
                <a:cubicBezTo>
                  <a:pt x="24412" y="10509"/>
                  <a:pt x="25847" y="10791"/>
                  <a:pt x="27266" y="10981"/>
                </a:cubicBezTo>
                <a:cubicBezTo>
                  <a:pt x="27732" y="11043"/>
                  <a:pt x="28195" y="11096"/>
                  <a:pt x="28655" y="11125"/>
                </a:cubicBezTo>
                <a:cubicBezTo>
                  <a:pt x="28925" y="11143"/>
                  <a:pt x="29196" y="11151"/>
                  <a:pt x="29466" y="11151"/>
                </a:cubicBezTo>
                <a:cubicBezTo>
                  <a:pt x="33532" y="11151"/>
                  <a:pt x="37571" y="9203"/>
                  <a:pt x="40069" y="5989"/>
                </a:cubicBezTo>
                <a:cubicBezTo>
                  <a:pt x="41419" y="4250"/>
                  <a:pt x="42297" y="2169"/>
                  <a:pt x="42663" y="1"/>
                </a:cubicBezTo>
                <a:close/>
              </a:path>
            </a:pathLst>
          </a:custGeom>
          <a:solidFill>
            <a:srgbClr val="9485BA">
              <a:alpha val="12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2"/>
          <p:cNvSpPr txBox="1"/>
          <p:nvPr>
            <p:ph type="title"/>
          </p:nvPr>
        </p:nvSpPr>
        <p:spPr>
          <a:xfrm>
            <a:off x="715100" y="3392700"/>
            <a:ext cx="45639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04" name="Google Shape;204;p22"/>
          <p:cNvSpPr txBox="1"/>
          <p:nvPr>
            <p:ph idx="1" type="subTitle"/>
          </p:nvPr>
        </p:nvSpPr>
        <p:spPr>
          <a:xfrm>
            <a:off x="1094150" y="1061650"/>
            <a:ext cx="4563900" cy="174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 txBox="1"/>
          <p:nvPr>
            <p:ph idx="1" type="subTitle"/>
          </p:nvPr>
        </p:nvSpPr>
        <p:spPr>
          <a:xfrm>
            <a:off x="1312325" y="1625600"/>
            <a:ext cx="3259800" cy="23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7" name="Google Shape;207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8" name="Google Shape;208;p23"/>
          <p:cNvSpPr/>
          <p:nvPr/>
        </p:nvSpPr>
        <p:spPr>
          <a:xfrm>
            <a:off x="438700" y="4303072"/>
            <a:ext cx="4239629" cy="1271056"/>
          </a:xfrm>
          <a:custGeom>
            <a:rect b="b" l="l" r="r" t="t"/>
            <a:pathLst>
              <a:path extrusionOk="0" h="12536" w="41813">
                <a:moveTo>
                  <a:pt x="41813" y="12536"/>
                </a:moveTo>
                <a:lnTo>
                  <a:pt x="0" y="12536"/>
                </a:lnTo>
                <a:cubicBezTo>
                  <a:pt x="126" y="11357"/>
                  <a:pt x="423" y="10191"/>
                  <a:pt x="854" y="9088"/>
                </a:cubicBezTo>
                <a:cubicBezTo>
                  <a:pt x="1863" y="6514"/>
                  <a:pt x="3879" y="4060"/>
                  <a:pt x="6617" y="3669"/>
                </a:cubicBezTo>
                <a:cubicBezTo>
                  <a:pt x="7797" y="3500"/>
                  <a:pt x="8957" y="3729"/>
                  <a:pt x="10080" y="4146"/>
                </a:cubicBezTo>
                <a:cubicBezTo>
                  <a:pt x="11689" y="4742"/>
                  <a:pt x="13492" y="4257"/>
                  <a:pt x="14595" y="2942"/>
                </a:cubicBezTo>
                <a:cubicBezTo>
                  <a:pt x="15375" y="2015"/>
                  <a:pt x="16378" y="1274"/>
                  <a:pt x="17504" y="828"/>
                </a:cubicBezTo>
                <a:cubicBezTo>
                  <a:pt x="19590" y="1"/>
                  <a:pt x="22055" y="203"/>
                  <a:pt x="23979" y="1357"/>
                </a:cubicBezTo>
                <a:cubicBezTo>
                  <a:pt x="24549" y="1700"/>
                  <a:pt x="25072" y="2119"/>
                  <a:pt x="25578" y="2564"/>
                </a:cubicBezTo>
                <a:cubicBezTo>
                  <a:pt x="27015" y="3831"/>
                  <a:pt x="28306" y="5313"/>
                  <a:pt x="30115" y="5863"/>
                </a:cubicBezTo>
                <a:cubicBezTo>
                  <a:pt x="31998" y="6435"/>
                  <a:pt x="34054" y="5860"/>
                  <a:pt x="35982" y="6246"/>
                </a:cubicBezTo>
                <a:cubicBezTo>
                  <a:pt x="38809" y="6811"/>
                  <a:pt x="40886" y="9391"/>
                  <a:pt x="41707" y="12153"/>
                </a:cubicBezTo>
                <a:cubicBezTo>
                  <a:pt x="41745" y="12280"/>
                  <a:pt x="41780" y="12407"/>
                  <a:pt x="41813" y="12536"/>
                </a:cubicBezTo>
              </a:path>
            </a:pathLst>
          </a:custGeom>
          <a:solidFill>
            <a:srgbClr val="7968AF">
              <a:alpha val="8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3"/>
          <p:cNvSpPr/>
          <p:nvPr/>
        </p:nvSpPr>
        <p:spPr>
          <a:xfrm flipH="1" rot="10800000">
            <a:off x="7042037" y="-413616"/>
            <a:ext cx="2567270" cy="1815741"/>
          </a:xfrm>
          <a:custGeom>
            <a:rect b="b" l="l" r="r" t="t"/>
            <a:pathLst>
              <a:path extrusionOk="0" h="22264" w="31479">
                <a:moveTo>
                  <a:pt x="28893" y="0"/>
                </a:moveTo>
                <a:cubicBezTo>
                  <a:pt x="28697" y="0"/>
                  <a:pt x="28500" y="7"/>
                  <a:pt x="28304" y="21"/>
                </a:cubicBezTo>
                <a:cubicBezTo>
                  <a:pt x="24588" y="285"/>
                  <a:pt x="21237" y="2790"/>
                  <a:pt x="19458" y="6063"/>
                </a:cubicBezTo>
                <a:cubicBezTo>
                  <a:pt x="18833" y="7214"/>
                  <a:pt x="18345" y="8499"/>
                  <a:pt x="17343" y="9340"/>
                </a:cubicBezTo>
                <a:cubicBezTo>
                  <a:pt x="15676" y="10738"/>
                  <a:pt x="13239" y="10447"/>
                  <a:pt x="11077" y="10688"/>
                </a:cubicBezTo>
                <a:cubicBezTo>
                  <a:pt x="9416" y="10874"/>
                  <a:pt x="7829" y="11440"/>
                  <a:pt x="6403" y="12292"/>
                </a:cubicBezTo>
                <a:cubicBezTo>
                  <a:pt x="3702" y="13903"/>
                  <a:pt x="1573" y="16536"/>
                  <a:pt x="591" y="19541"/>
                </a:cubicBezTo>
                <a:cubicBezTo>
                  <a:pt x="300" y="20429"/>
                  <a:pt x="107" y="21341"/>
                  <a:pt x="1" y="22264"/>
                </a:cubicBezTo>
                <a:lnTo>
                  <a:pt x="31478" y="22264"/>
                </a:lnTo>
                <a:lnTo>
                  <a:pt x="31478" y="391"/>
                </a:lnTo>
                <a:cubicBezTo>
                  <a:pt x="30640" y="136"/>
                  <a:pt x="29766" y="0"/>
                  <a:pt x="28893" y="0"/>
                </a:cubicBezTo>
                <a:close/>
              </a:path>
            </a:pathLst>
          </a:custGeom>
          <a:solidFill>
            <a:srgbClr val="7968AF">
              <a:alpha val="8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3"/>
          <p:cNvSpPr/>
          <p:nvPr/>
        </p:nvSpPr>
        <p:spPr>
          <a:xfrm rot="6115352">
            <a:off x="-2691592" y="-241449"/>
            <a:ext cx="3799962" cy="2667791"/>
          </a:xfrm>
          <a:custGeom>
            <a:rect b="b" l="l" r="r" t="t"/>
            <a:pathLst>
              <a:path extrusionOk="0" h="31327" w="44623">
                <a:moveTo>
                  <a:pt x="30183" y="1"/>
                </a:moveTo>
                <a:cubicBezTo>
                  <a:pt x="29393" y="1"/>
                  <a:pt x="28602" y="88"/>
                  <a:pt x="27831" y="268"/>
                </a:cubicBezTo>
                <a:cubicBezTo>
                  <a:pt x="25849" y="729"/>
                  <a:pt x="23986" y="1760"/>
                  <a:pt x="21953" y="1843"/>
                </a:cubicBezTo>
                <a:cubicBezTo>
                  <a:pt x="21860" y="1847"/>
                  <a:pt x="21768" y="1848"/>
                  <a:pt x="21676" y="1848"/>
                </a:cubicBezTo>
                <a:cubicBezTo>
                  <a:pt x="19689" y="1848"/>
                  <a:pt x="17791" y="990"/>
                  <a:pt x="15828" y="630"/>
                </a:cubicBezTo>
                <a:cubicBezTo>
                  <a:pt x="15153" y="506"/>
                  <a:pt x="14470" y="446"/>
                  <a:pt x="13789" y="446"/>
                </a:cubicBezTo>
                <a:cubicBezTo>
                  <a:pt x="9549" y="446"/>
                  <a:pt x="5342" y="2763"/>
                  <a:pt x="2990" y="6331"/>
                </a:cubicBezTo>
                <a:cubicBezTo>
                  <a:pt x="260" y="10472"/>
                  <a:pt x="1" y="16027"/>
                  <a:pt x="1998" y="20567"/>
                </a:cubicBezTo>
                <a:cubicBezTo>
                  <a:pt x="3996" y="25107"/>
                  <a:pt x="8093" y="28590"/>
                  <a:pt x="12783" y="30202"/>
                </a:cubicBezTo>
                <a:cubicBezTo>
                  <a:pt x="15007" y="30967"/>
                  <a:pt x="17351" y="31327"/>
                  <a:pt x="19701" y="31327"/>
                </a:cubicBezTo>
                <a:cubicBezTo>
                  <a:pt x="22309" y="31327"/>
                  <a:pt x="24925" y="30884"/>
                  <a:pt x="27400" y="30059"/>
                </a:cubicBezTo>
                <a:cubicBezTo>
                  <a:pt x="29707" y="29290"/>
                  <a:pt x="31904" y="28201"/>
                  <a:pt x="34244" y="27538"/>
                </a:cubicBezTo>
                <a:cubicBezTo>
                  <a:pt x="35447" y="27197"/>
                  <a:pt x="36715" y="26977"/>
                  <a:pt x="37966" y="26977"/>
                </a:cubicBezTo>
                <a:cubicBezTo>
                  <a:pt x="39147" y="26977"/>
                  <a:pt x="40312" y="27174"/>
                  <a:pt x="41392" y="27652"/>
                </a:cubicBezTo>
                <a:lnTo>
                  <a:pt x="44623" y="25946"/>
                </a:lnTo>
                <a:cubicBezTo>
                  <a:pt x="42654" y="25893"/>
                  <a:pt x="40990" y="24267"/>
                  <a:pt x="40342" y="22407"/>
                </a:cubicBezTo>
                <a:cubicBezTo>
                  <a:pt x="39693" y="20547"/>
                  <a:pt x="39871" y="18504"/>
                  <a:pt x="40215" y="16565"/>
                </a:cubicBezTo>
                <a:cubicBezTo>
                  <a:pt x="40557" y="14625"/>
                  <a:pt x="41058" y="12691"/>
                  <a:pt x="41032" y="10722"/>
                </a:cubicBezTo>
                <a:cubicBezTo>
                  <a:pt x="40988" y="7505"/>
                  <a:pt x="39446" y="4335"/>
                  <a:pt x="36929" y="2332"/>
                </a:cubicBezTo>
                <a:cubicBezTo>
                  <a:pt x="35031" y="821"/>
                  <a:pt x="32605" y="1"/>
                  <a:pt x="30183" y="1"/>
                </a:cubicBezTo>
                <a:close/>
              </a:path>
            </a:pathLst>
          </a:custGeom>
          <a:solidFill>
            <a:srgbClr val="9485BA">
              <a:alpha val="246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"/>
          <p:cNvSpPr/>
          <p:nvPr/>
        </p:nvSpPr>
        <p:spPr>
          <a:xfrm rot="-9733263">
            <a:off x="-386358" y="-1058483"/>
            <a:ext cx="2770071" cy="1944669"/>
          </a:xfrm>
          <a:custGeom>
            <a:rect b="b" l="l" r="r" t="t"/>
            <a:pathLst>
              <a:path extrusionOk="0" h="31327" w="44623">
                <a:moveTo>
                  <a:pt x="30183" y="1"/>
                </a:moveTo>
                <a:cubicBezTo>
                  <a:pt x="29393" y="1"/>
                  <a:pt x="28602" y="88"/>
                  <a:pt x="27831" y="268"/>
                </a:cubicBezTo>
                <a:cubicBezTo>
                  <a:pt x="25849" y="729"/>
                  <a:pt x="23986" y="1760"/>
                  <a:pt x="21953" y="1843"/>
                </a:cubicBezTo>
                <a:cubicBezTo>
                  <a:pt x="21860" y="1847"/>
                  <a:pt x="21768" y="1848"/>
                  <a:pt x="21676" y="1848"/>
                </a:cubicBezTo>
                <a:cubicBezTo>
                  <a:pt x="19689" y="1848"/>
                  <a:pt x="17791" y="990"/>
                  <a:pt x="15828" y="630"/>
                </a:cubicBezTo>
                <a:cubicBezTo>
                  <a:pt x="15153" y="506"/>
                  <a:pt x="14470" y="446"/>
                  <a:pt x="13789" y="446"/>
                </a:cubicBezTo>
                <a:cubicBezTo>
                  <a:pt x="9549" y="446"/>
                  <a:pt x="5342" y="2763"/>
                  <a:pt x="2990" y="6331"/>
                </a:cubicBezTo>
                <a:cubicBezTo>
                  <a:pt x="260" y="10472"/>
                  <a:pt x="1" y="16027"/>
                  <a:pt x="1998" y="20567"/>
                </a:cubicBezTo>
                <a:cubicBezTo>
                  <a:pt x="3996" y="25107"/>
                  <a:pt x="8093" y="28590"/>
                  <a:pt x="12783" y="30202"/>
                </a:cubicBezTo>
                <a:cubicBezTo>
                  <a:pt x="15007" y="30967"/>
                  <a:pt x="17351" y="31327"/>
                  <a:pt x="19701" y="31327"/>
                </a:cubicBezTo>
                <a:cubicBezTo>
                  <a:pt x="22309" y="31327"/>
                  <a:pt x="24925" y="30884"/>
                  <a:pt x="27400" y="30059"/>
                </a:cubicBezTo>
                <a:cubicBezTo>
                  <a:pt x="29707" y="29290"/>
                  <a:pt x="31904" y="28201"/>
                  <a:pt x="34244" y="27538"/>
                </a:cubicBezTo>
                <a:cubicBezTo>
                  <a:pt x="35447" y="27197"/>
                  <a:pt x="36715" y="26977"/>
                  <a:pt x="37966" y="26977"/>
                </a:cubicBezTo>
                <a:cubicBezTo>
                  <a:pt x="39147" y="26977"/>
                  <a:pt x="40312" y="27174"/>
                  <a:pt x="41392" y="27652"/>
                </a:cubicBezTo>
                <a:lnTo>
                  <a:pt x="44623" y="25946"/>
                </a:lnTo>
                <a:cubicBezTo>
                  <a:pt x="42654" y="25893"/>
                  <a:pt x="40990" y="24267"/>
                  <a:pt x="40342" y="22407"/>
                </a:cubicBezTo>
                <a:cubicBezTo>
                  <a:pt x="39693" y="20547"/>
                  <a:pt x="39871" y="18504"/>
                  <a:pt x="40215" y="16565"/>
                </a:cubicBezTo>
                <a:cubicBezTo>
                  <a:pt x="40557" y="14625"/>
                  <a:pt x="41058" y="12691"/>
                  <a:pt x="41032" y="10722"/>
                </a:cubicBezTo>
                <a:cubicBezTo>
                  <a:pt x="40988" y="7505"/>
                  <a:pt x="39446" y="4335"/>
                  <a:pt x="36929" y="2332"/>
                </a:cubicBezTo>
                <a:cubicBezTo>
                  <a:pt x="35031" y="821"/>
                  <a:pt x="32605" y="1"/>
                  <a:pt x="30183" y="1"/>
                </a:cubicBezTo>
                <a:close/>
              </a:path>
            </a:pathLst>
          </a:custGeom>
          <a:solidFill>
            <a:srgbClr val="9485BA">
              <a:alpha val="12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4"/>
          <p:cNvSpPr/>
          <p:nvPr/>
        </p:nvSpPr>
        <p:spPr>
          <a:xfrm rot="-6521171">
            <a:off x="8038558" y="-94400"/>
            <a:ext cx="3041168" cy="2135013"/>
          </a:xfrm>
          <a:custGeom>
            <a:rect b="b" l="l" r="r" t="t"/>
            <a:pathLst>
              <a:path extrusionOk="0" h="31327" w="44623">
                <a:moveTo>
                  <a:pt x="30183" y="1"/>
                </a:moveTo>
                <a:cubicBezTo>
                  <a:pt x="29393" y="1"/>
                  <a:pt x="28602" y="88"/>
                  <a:pt x="27831" y="268"/>
                </a:cubicBezTo>
                <a:cubicBezTo>
                  <a:pt x="25849" y="729"/>
                  <a:pt x="23986" y="1760"/>
                  <a:pt x="21953" y="1843"/>
                </a:cubicBezTo>
                <a:cubicBezTo>
                  <a:pt x="21860" y="1847"/>
                  <a:pt x="21768" y="1848"/>
                  <a:pt x="21676" y="1848"/>
                </a:cubicBezTo>
                <a:cubicBezTo>
                  <a:pt x="19689" y="1848"/>
                  <a:pt x="17791" y="990"/>
                  <a:pt x="15828" y="630"/>
                </a:cubicBezTo>
                <a:cubicBezTo>
                  <a:pt x="15153" y="506"/>
                  <a:pt x="14470" y="446"/>
                  <a:pt x="13789" y="446"/>
                </a:cubicBezTo>
                <a:cubicBezTo>
                  <a:pt x="9549" y="446"/>
                  <a:pt x="5342" y="2763"/>
                  <a:pt x="2990" y="6331"/>
                </a:cubicBezTo>
                <a:cubicBezTo>
                  <a:pt x="260" y="10472"/>
                  <a:pt x="1" y="16027"/>
                  <a:pt x="1998" y="20567"/>
                </a:cubicBezTo>
                <a:cubicBezTo>
                  <a:pt x="3996" y="25107"/>
                  <a:pt x="8093" y="28590"/>
                  <a:pt x="12783" y="30202"/>
                </a:cubicBezTo>
                <a:cubicBezTo>
                  <a:pt x="15007" y="30967"/>
                  <a:pt x="17351" y="31327"/>
                  <a:pt x="19701" y="31327"/>
                </a:cubicBezTo>
                <a:cubicBezTo>
                  <a:pt x="22309" y="31327"/>
                  <a:pt x="24925" y="30884"/>
                  <a:pt x="27400" y="30059"/>
                </a:cubicBezTo>
                <a:cubicBezTo>
                  <a:pt x="29707" y="29290"/>
                  <a:pt x="31904" y="28201"/>
                  <a:pt x="34244" y="27538"/>
                </a:cubicBezTo>
                <a:cubicBezTo>
                  <a:pt x="35447" y="27197"/>
                  <a:pt x="36715" y="26977"/>
                  <a:pt x="37966" y="26977"/>
                </a:cubicBezTo>
                <a:cubicBezTo>
                  <a:pt x="39147" y="26977"/>
                  <a:pt x="40312" y="27174"/>
                  <a:pt x="41392" y="27652"/>
                </a:cubicBezTo>
                <a:lnTo>
                  <a:pt x="44623" y="25946"/>
                </a:lnTo>
                <a:cubicBezTo>
                  <a:pt x="42654" y="25893"/>
                  <a:pt x="40990" y="24267"/>
                  <a:pt x="40342" y="22407"/>
                </a:cubicBezTo>
                <a:cubicBezTo>
                  <a:pt x="39693" y="20547"/>
                  <a:pt x="39871" y="18504"/>
                  <a:pt x="40215" y="16565"/>
                </a:cubicBezTo>
                <a:cubicBezTo>
                  <a:pt x="40557" y="14625"/>
                  <a:pt x="41058" y="12691"/>
                  <a:pt x="41032" y="10722"/>
                </a:cubicBezTo>
                <a:cubicBezTo>
                  <a:pt x="40988" y="7505"/>
                  <a:pt x="39446" y="4335"/>
                  <a:pt x="36929" y="2332"/>
                </a:cubicBezTo>
                <a:cubicBezTo>
                  <a:pt x="35031" y="821"/>
                  <a:pt x="32605" y="1"/>
                  <a:pt x="30183" y="1"/>
                </a:cubicBezTo>
                <a:close/>
              </a:path>
            </a:pathLst>
          </a:custGeom>
          <a:solidFill>
            <a:srgbClr val="9485BA">
              <a:alpha val="246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4"/>
          <p:cNvSpPr/>
          <p:nvPr/>
        </p:nvSpPr>
        <p:spPr>
          <a:xfrm flipH="1" rot="10800000">
            <a:off x="3" y="3826645"/>
            <a:ext cx="3427199" cy="1316850"/>
          </a:xfrm>
          <a:custGeom>
            <a:rect b="b" l="l" r="r" t="t"/>
            <a:pathLst>
              <a:path extrusionOk="0" h="16393" w="42664">
                <a:moveTo>
                  <a:pt x="0" y="1"/>
                </a:moveTo>
                <a:lnTo>
                  <a:pt x="0" y="8820"/>
                </a:lnTo>
                <a:cubicBezTo>
                  <a:pt x="478" y="9615"/>
                  <a:pt x="960" y="10406"/>
                  <a:pt x="1504" y="11153"/>
                </a:cubicBezTo>
                <a:cubicBezTo>
                  <a:pt x="3080" y="13313"/>
                  <a:pt x="5235" y="15114"/>
                  <a:pt x="7780" y="15934"/>
                </a:cubicBezTo>
                <a:cubicBezTo>
                  <a:pt x="8719" y="16236"/>
                  <a:pt x="9713" y="16393"/>
                  <a:pt x="10703" y="16393"/>
                </a:cubicBezTo>
                <a:cubicBezTo>
                  <a:pt x="12396" y="16393"/>
                  <a:pt x="14078" y="15935"/>
                  <a:pt x="15459" y="14965"/>
                </a:cubicBezTo>
                <a:cubicBezTo>
                  <a:pt x="17132" y="13791"/>
                  <a:pt x="18317" y="11939"/>
                  <a:pt x="20169" y="11076"/>
                </a:cubicBezTo>
                <a:cubicBezTo>
                  <a:pt x="21079" y="10653"/>
                  <a:pt x="22041" y="10509"/>
                  <a:pt x="23029" y="10509"/>
                </a:cubicBezTo>
                <a:cubicBezTo>
                  <a:pt x="24412" y="10509"/>
                  <a:pt x="25847" y="10791"/>
                  <a:pt x="27266" y="10981"/>
                </a:cubicBezTo>
                <a:cubicBezTo>
                  <a:pt x="27732" y="11043"/>
                  <a:pt x="28195" y="11096"/>
                  <a:pt x="28655" y="11125"/>
                </a:cubicBezTo>
                <a:cubicBezTo>
                  <a:pt x="28925" y="11143"/>
                  <a:pt x="29196" y="11151"/>
                  <a:pt x="29466" y="11151"/>
                </a:cubicBezTo>
                <a:cubicBezTo>
                  <a:pt x="33532" y="11151"/>
                  <a:pt x="37571" y="9203"/>
                  <a:pt x="40069" y="5989"/>
                </a:cubicBezTo>
                <a:cubicBezTo>
                  <a:pt x="41419" y="4250"/>
                  <a:pt x="42297" y="2169"/>
                  <a:pt x="42663" y="1"/>
                </a:cubicBezTo>
                <a:close/>
              </a:path>
            </a:pathLst>
          </a:custGeom>
          <a:solidFill>
            <a:srgbClr val="9485BA">
              <a:alpha val="12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4"/>
          <p:cNvSpPr txBox="1"/>
          <p:nvPr>
            <p:ph idx="1" type="subTitle"/>
          </p:nvPr>
        </p:nvSpPr>
        <p:spPr>
          <a:xfrm>
            <a:off x="1576625" y="1948800"/>
            <a:ext cx="2311800" cy="12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6" name="Google Shape;216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5"/>
          <p:cNvSpPr/>
          <p:nvPr/>
        </p:nvSpPr>
        <p:spPr>
          <a:xfrm rot="-226399">
            <a:off x="1179563" y="4667862"/>
            <a:ext cx="5090583" cy="3573778"/>
          </a:xfrm>
          <a:custGeom>
            <a:rect b="b" l="l" r="r" t="t"/>
            <a:pathLst>
              <a:path extrusionOk="0" h="31327" w="44623">
                <a:moveTo>
                  <a:pt x="30181" y="0"/>
                </a:moveTo>
                <a:cubicBezTo>
                  <a:pt x="29391" y="0"/>
                  <a:pt x="28601" y="88"/>
                  <a:pt x="27830" y="267"/>
                </a:cubicBezTo>
                <a:cubicBezTo>
                  <a:pt x="25849" y="728"/>
                  <a:pt x="23986" y="1759"/>
                  <a:pt x="21953" y="1843"/>
                </a:cubicBezTo>
                <a:cubicBezTo>
                  <a:pt x="21861" y="1847"/>
                  <a:pt x="21770" y="1848"/>
                  <a:pt x="21678" y="1848"/>
                </a:cubicBezTo>
                <a:cubicBezTo>
                  <a:pt x="19691" y="1848"/>
                  <a:pt x="17792" y="990"/>
                  <a:pt x="15827" y="629"/>
                </a:cubicBezTo>
                <a:cubicBezTo>
                  <a:pt x="15152" y="505"/>
                  <a:pt x="14470" y="445"/>
                  <a:pt x="13789" y="445"/>
                </a:cubicBezTo>
                <a:cubicBezTo>
                  <a:pt x="9549" y="445"/>
                  <a:pt x="5342" y="2762"/>
                  <a:pt x="2989" y="6330"/>
                </a:cubicBezTo>
                <a:cubicBezTo>
                  <a:pt x="260" y="10471"/>
                  <a:pt x="1" y="16027"/>
                  <a:pt x="1998" y="20566"/>
                </a:cubicBezTo>
                <a:cubicBezTo>
                  <a:pt x="3996" y="25107"/>
                  <a:pt x="8092" y="28590"/>
                  <a:pt x="12783" y="30201"/>
                </a:cubicBezTo>
                <a:cubicBezTo>
                  <a:pt x="15007" y="30966"/>
                  <a:pt x="17350" y="31326"/>
                  <a:pt x="19701" y="31326"/>
                </a:cubicBezTo>
                <a:cubicBezTo>
                  <a:pt x="22309" y="31326"/>
                  <a:pt x="24925" y="30883"/>
                  <a:pt x="27400" y="30058"/>
                </a:cubicBezTo>
                <a:cubicBezTo>
                  <a:pt x="29707" y="29289"/>
                  <a:pt x="31904" y="28201"/>
                  <a:pt x="34244" y="27537"/>
                </a:cubicBezTo>
                <a:cubicBezTo>
                  <a:pt x="35447" y="27197"/>
                  <a:pt x="36715" y="26976"/>
                  <a:pt x="37965" y="26976"/>
                </a:cubicBezTo>
                <a:cubicBezTo>
                  <a:pt x="39146" y="26976"/>
                  <a:pt x="40312" y="27173"/>
                  <a:pt x="41392" y="27652"/>
                </a:cubicBezTo>
                <a:lnTo>
                  <a:pt x="44623" y="25946"/>
                </a:lnTo>
                <a:cubicBezTo>
                  <a:pt x="42654" y="25892"/>
                  <a:pt x="40990" y="24267"/>
                  <a:pt x="40341" y="22406"/>
                </a:cubicBezTo>
                <a:cubicBezTo>
                  <a:pt x="39693" y="20546"/>
                  <a:pt x="39871" y="18504"/>
                  <a:pt x="40215" y="16564"/>
                </a:cubicBezTo>
                <a:cubicBezTo>
                  <a:pt x="40557" y="14624"/>
                  <a:pt x="41058" y="12692"/>
                  <a:pt x="41031" y="10722"/>
                </a:cubicBezTo>
                <a:cubicBezTo>
                  <a:pt x="40988" y="7504"/>
                  <a:pt x="39446" y="4334"/>
                  <a:pt x="36929" y="2331"/>
                </a:cubicBezTo>
                <a:cubicBezTo>
                  <a:pt x="35030" y="821"/>
                  <a:pt x="32604" y="0"/>
                  <a:pt x="30181" y="0"/>
                </a:cubicBezTo>
                <a:close/>
              </a:path>
            </a:pathLst>
          </a:custGeom>
          <a:solidFill>
            <a:srgbClr val="9485BA">
              <a:alpha val="12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5"/>
          <p:cNvSpPr/>
          <p:nvPr/>
        </p:nvSpPr>
        <p:spPr>
          <a:xfrm rot="-6647681">
            <a:off x="7543791" y="-324493"/>
            <a:ext cx="2430395" cy="1718986"/>
          </a:xfrm>
          <a:custGeom>
            <a:rect b="b" l="l" r="r" t="t"/>
            <a:pathLst>
              <a:path extrusionOk="0" h="22264" w="31479">
                <a:moveTo>
                  <a:pt x="28893" y="0"/>
                </a:moveTo>
                <a:cubicBezTo>
                  <a:pt x="28697" y="0"/>
                  <a:pt x="28500" y="7"/>
                  <a:pt x="28304" y="21"/>
                </a:cubicBezTo>
                <a:cubicBezTo>
                  <a:pt x="24588" y="285"/>
                  <a:pt x="21237" y="2790"/>
                  <a:pt x="19458" y="6063"/>
                </a:cubicBezTo>
                <a:cubicBezTo>
                  <a:pt x="18833" y="7214"/>
                  <a:pt x="18345" y="8499"/>
                  <a:pt x="17343" y="9340"/>
                </a:cubicBezTo>
                <a:cubicBezTo>
                  <a:pt x="15676" y="10738"/>
                  <a:pt x="13239" y="10447"/>
                  <a:pt x="11077" y="10688"/>
                </a:cubicBezTo>
                <a:cubicBezTo>
                  <a:pt x="9416" y="10874"/>
                  <a:pt x="7829" y="11440"/>
                  <a:pt x="6403" y="12292"/>
                </a:cubicBezTo>
                <a:cubicBezTo>
                  <a:pt x="3702" y="13903"/>
                  <a:pt x="1573" y="16536"/>
                  <a:pt x="591" y="19541"/>
                </a:cubicBezTo>
                <a:cubicBezTo>
                  <a:pt x="300" y="20429"/>
                  <a:pt x="107" y="21341"/>
                  <a:pt x="1" y="22264"/>
                </a:cubicBezTo>
                <a:lnTo>
                  <a:pt x="31478" y="22264"/>
                </a:lnTo>
                <a:lnTo>
                  <a:pt x="31478" y="391"/>
                </a:lnTo>
                <a:cubicBezTo>
                  <a:pt x="30640" y="136"/>
                  <a:pt x="29766" y="0"/>
                  <a:pt x="28893" y="0"/>
                </a:cubicBezTo>
                <a:close/>
              </a:path>
            </a:pathLst>
          </a:custGeom>
          <a:solidFill>
            <a:srgbClr val="9485BA">
              <a:alpha val="246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5"/>
          <p:cNvSpPr txBox="1"/>
          <p:nvPr>
            <p:ph idx="1" type="subTitle"/>
          </p:nvPr>
        </p:nvSpPr>
        <p:spPr>
          <a:xfrm>
            <a:off x="720000" y="1287975"/>
            <a:ext cx="7704000" cy="12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1" name="Google Shape;221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6"/>
          <p:cNvSpPr txBox="1"/>
          <p:nvPr>
            <p:ph idx="1" type="subTitle"/>
          </p:nvPr>
        </p:nvSpPr>
        <p:spPr>
          <a:xfrm>
            <a:off x="720000" y="1287975"/>
            <a:ext cx="7704000" cy="33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4" name="Google Shape;224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5" name="Google Shape;225;p26"/>
          <p:cNvSpPr/>
          <p:nvPr/>
        </p:nvSpPr>
        <p:spPr>
          <a:xfrm rot="-3149412">
            <a:off x="5643841" y="2434835"/>
            <a:ext cx="4632893" cy="3252462"/>
          </a:xfrm>
          <a:custGeom>
            <a:rect b="b" l="l" r="r" t="t"/>
            <a:pathLst>
              <a:path extrusionOk="0" h="31327" w="44623">
                <a:moveTo>
                  <a:pt x="30183" y="1"/>
                </a:moveTo>
                <a:cubicBezTo>
                  <a:pt x="29393" y="1"/>
                  <a:pt x="28602" y="88"/>
                  <a:pt x="27831" y="268"/>
                </a:cubicBezTo>
                <a:cubicBezTo>
                  <a:pt x="25849" y="729"/>
                  <a:pt x="23986" y="1760"/>
                  <a:pt x="21953" y="1843"/>
                </a:cubicBezTo>
                <a:cubicBezTo>
                  <a:pt x="21860" y="1847"/>
                  <a:pt x="21768" y="1848"/>
                  <a:pt x="21676" y="1848"/>
                </a:cubicBezTo>
                <a:cubicBezTo>
                  <a:pt x="19689" y="1848"/>
                  <a:pt x="17791" y="990"/>
                  <a:pt x="15828" y="630"/>
                </a:cubicBezTo>
                <a:cubicBezTo>
                  <a:pt x="15153" y="506"/>
                  <a:pt x="14470" y="446"/>
                  <a:pt x="13789" y="446"/>
                </a:cubicBezTo>
                <a:cubicBezTo>
                  <a:pt x="9549" y="446"/>
                  <a:pt x="5342" y="2763"/>
                  <a:pt x="2990" y="6331"/>
                </a:cubicBezTo>
                <a:cubicBezTo>
                  <a:pt x="260" y="10472"/>
                  <a:pt x="1" y="16027"/>
                  <a:pt x="1998" y="20567"/>
                </a:cubicBezTo>
                <a:cubicBezTo>
                  <a:pt x="3996" y="25107"/>
                  <a:pt x="8093" y="28590"/>
                  <a:pt x="12783" y="30202"/>
                </a:cubicBezTo>
                <a:cubicBezTo>
                  <a:pt x="15007" y="30967"/>
                  <a:pt x="17351" y="31327"/>
                  <a:pt x="19701" y="31327"/>
                </a:cubicBezTo>
                <a:cubicBezTo>
                  <a:pt x="22309" y="31327"/>
                  <a:pt x="24925" y="30884"/>
                  <a:pt x="27400" y="30059"/>
                </a:cubicBezTo>
                <a:cubicBezTo>
                  <a:pt x="29707" y="29290"/>
                  <a:pt x="31904" y="28201"/>
                  <a:pt x="34244" y="27538"/>
                </a:cubicBezTo>
                <a:cubicBezTo>
                  <a:pt x="35447" y="27197"/>
                  <a:pt x="36715" y="26977"/>
                  <a:pt x="37966" y="26977"/>
                </a:cubicBezTo>
                <a:cubicBezTo>
                  <a:pt x="39147" y="26977"/>
                  <a:pt x="40312" y="27174"/>
                  <a:pt x="41392" y="27652"/>
                </a:cubicBezTo>
                <a:lnTo>
                  <a:pt x="44623" y="25946"/>
                </a:lnTo>
                <a:cubicBezTo>
                  <a:pt x="42654" y="25893"/>
                  <a:pt x="40990" y="24267"/>
                  <a:pt x="40342" y="22407"/>
                </a:cubicBezTo>
                <a:cubicBezTo>
                  <a:pt x="39693" y="20547"/>
                  <a:pt x="39871" y="18504"/>
                  <a:pt x="40215" y="16565"/>
                </a:cubicBezTo>
                <a:cubicBezTo>
                  <a:pt x="40557" y="14625"/>
                  <a:pt x="41058" y="12691"/>
                  <a:pt x="41032" y="10722"/>
                </a:cubicBezTo>
                <a:cubicBezTo>
                  <a:pt x="40988" y="7505"/>
                  <a:pt x="39446" y="4335"/>
                  <a:pt x="36929" y="2332"/>
                </a:cubicBezTo>
                <a:cubicBezTo>
                  <a:pt x="35031" y="821"/>
                  <a:pt x="32605" y="1"/>
                  <a:pt x="30183" y="1"/>
                </a:cubicBezTo>
                <a:close/>
              </a:path>
            </a:pathLst>
          </a:custGeom>
          <a:solidFill>
            <a:srgbClr val="9485BA">
              <a:alpha val="246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6"/>
          <p:cNvSpPr/>
          <p:nvPr/>
        </p:nvSpPr>
        <p:spPr>
          <a:xfrm rot="10424085">
            <a:off x="20" y="-1779107"/>
            <a:ext cx="3136206" cy="2201733"/>
          </a:xfrm>
          <a:custGeom>
            <a:rect b="b" l="l" r="r" t="t"/>
            <a:pathLst>
              <a:path extrusionOk="0" h="31327" w="44623">
                <a:moveTo>
                  <a:pt x="30183" y="1"/>
                </a:moveTo>
                <a:cubicBezTo>
                  <a:pt x="29393" y="1"/>
                  <a:pt x="28602" y="88"/>
                  <a:pt x="27831" y="268"/>
                </a:cubicBezTo>
                <a:cubicBezTo>
                  <a:pt x="25849" y="729"/>
                  <a:pt x="23986" y="1760"/>
                  <a:pt x="21953" y="1843"/>
                </a:cubicBezTo>
                <a:cubicBezTo>
                  <a:pt x="21860" y="1847"/>
                  <a:pt x="21768" y="1848"/>
                  <a:pt x="21676" y="1848"/>
                </a:cubicBezTo>
                <a:cubicBezTo>
                  <a:pt x="19689" y="1848"/>
                  <a:pt x="17791" y="990"/>
                  <a:pt x="15828" y="630"/>
                </a:cubicBezTo>
                <a:cubicBezTo>
                  <a:pt x="15153" y="506"/>
                  <a:pt x="14470" y="446"/>
                  <a:pt x="13789" y="446"/>
                </a:cubicBezTo>
                <a:cubicBezTo>
                  <a:pt x="9549" y="446"/>
                  <a:pt x="5342" y="2763"/>
                  <a:pt x="2990" y="6331"/>
                </a:cubicBezTo>
                <a:cubicBezTo>
                  <a:pt x="260" y="10472"/>
                  <a:pt x="1" y="16027"/>
                  <a:pt x="1998" y="20567"/>
                </a:cubicBezTo>
                <a:cubicBezTo>
                  <a:pt x="3996" y="25107"/>
                  <a:pt x="8093" y="28590"/>
                  <a:pt x="12783" y="30202"/>
                </a:cubicBezTo>
                <a:cubicBezTo>
                  <a:pt x="15007" y="30967"/>
                  <a:pt x="17351" y="31327"/>
                  <a:pt x="19701" y="31327"/>
                </a:cubicBezTo>
                <a:cubicBezTo>
                  <a:pt x="22309" y="31327"/>
                  <a:pt x="24925" y="30884"/>
                  <a:pt x="27400" y="30059"/>
                </a:cubicBezTo>
                <a:cubicBezTo>
                  <a:pt x="29707" y="29290"/>
                  <a:pt x="31904" y="28201"/>
                  <a:pt x="34244" y="27538"/>
                </a:cubicBezTo>
                <a:cubicBezTo>
                  <a:pt x="35447" y="27197"/>
                  <a:pt x="36715" y="26977"/>
                  <a:pt x="37966" y="26977"/>
                </a:cubicBezTo>
                <a:cubicBezTo>
                  <a:pt x="39147" y="26977"/>
                  <a:pt x="40312" y="27174"/>
                  <a:pt x="41392" y="27652"/>
                </a:cubicBezTo>
                <a:lnTo>
                  <a:pt x="44623" y="25946"/>
                </a:lnTo>
                <a:cubicBezTo>
                  <a:pt x="42654" y="25893"/>
                  <a:pt x="40990" y="24267"/>
                  <a:pt x="40342" y="22407"/>
                </a:cubicBezTo>
                <a:cubicBezTo>
                  <a:pt x="39693" y="20547"/>
                  <a:pt x="39871" y="18504"/>
                  <a:pt x="40215" y="16565"/>
                </a:cubicBezTo>
                <a:cubicBezTo>
                  <a:pt x="40557" y="14625"/>
                  <a:pt x="41058" y="12691"/>
                  <a:pt x="41032" y="10722"/>
                </a:cubicBezTo>
                <a:cubicBezTo>
                  <a:pt x="40988" y="7505"/>
                  <a:pt x="39446" y="4335"/>
                  <a:pt x="36929" y="2332"/>
                </a:cubicBezTo>
                <a:cubicBezTo>
                  <a:pt x="35031" y="821"/>
                  <a:pt x="32605" y="1"/>
                  <a:pt x="30183" y="1"/>
                </a:cubicBezTo>
                <a:close/>
              </a:path>
            </a:pathLst>
          </a:custGeom>
          <a:solidFill>
            <a:srgbClr val="9485BA">
              <a:alpha val="246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7"/>
          <p:cNvSpPr/>
          <p:nvPr/>
        </p:nvSpPr>
        <p:spPr>
          <a:xfrm rot="8779539">
            <a:off x="-1036084" y="-794496"/>
            <a:ext cx="3609455" cy="2533971"/>
          </a:xfrm>
          <a:custGeom>
            <a:rect b="b" l="l" r="r" t="t"/>
            <a:pathLst>
              <a:path extrusionOk="0" h="31327" w="44623">
                <a:moveTo>
                  <a:pt x="30181" y="0"/>
                </a:moveTo>
                <a:cubicBezTo>
                  <a:pt x="29391" y="0"/>
                  <a:pt x="28601" y="88"/>
                  <a:pt x="27830" y="267"/>
                </a:cubicBezTo>
                <a:cubicBezTo>
                  <a:pt x="25849" y="728"/>
                  <a:pt x="23986" y="1759"/>
                  <a:pt x="21953" y="1843"/>
                </a:cubicBezTo>
                <a:cubicBezTo>
                  <a:pt x="21861" y="1847"/>
                  <a:pt x="21770" y="1848"/>
                  <a:pt x="21678" y="1848"/>
                </a:cubicBezTo>
                <a:cubicBezTo>
                  <a:pt x="19691" y="1848"/>
                  <a:pt x="17792" y="990"/>
                  <a:pt x="15827" y="629"/>
                </a:cubicBezTo>
                <a:cubicBezTo>
                  <a:pt x="15152" y="505"/>
                  <a:pt x="14470" y="445"/>
                  <a:pt x="13789" y="445"/>
                </a:cubicBezTo>
                <a:cubicBezTo>
                  <a:pt x="9549" y="445"/>
                  <a:pt x="5342" y="2762"/>
                  <a:pt x="2989" y="6330"/>
                </a:cubicBezTo>
                <a:cubicBezTo>
                  <a:pt x="260" y="10471"/>
                  <a:pt x="1" y="16027"/>
                  <a:pt x="1998" y="20566"/>
                </a:cubicBezTo>
                <a:cubicBezTo>
                  <a:pt x="3996" y="25107"/>
                  <a:pt x="8092" y="28590"/>
                  <a:pt x="12783" y="30201"/>
                </a:cubicBezTo>
                <a:cubicBezTo>
                  <a:pt x="15007" y="30966"/>
                  <a:pt x="17350" y="31326"/>
                  <a:pt x="19701" y="31326"/>
                </a:cubicBezTo>
                <a:cubicBezTo>
                  <a:pt x="22309" y="31326"/>
                  <a:pt x="24925" y="30883"/>
                  <a:pt x="27400" y="30058"/>
                </a:cubicBezTo>
                <a:cubicBezTo>
                  <a:pt x="29707" y="29289"/>
                  <a:pt x="31904" y="28201"/>
                  <a:pt x="34244" y="27537"/>
                </a:cubicBezTo>
                <a:cubicBezTo>
                  <a:pt x="35447" y="27197"/>
                  <a:pt x="36715" y="26976"/>
                  <a:pt x="37965" y="26976"/>
                </a:cubicBezTo>
                <a:cubicBezTo>
                  <a:pt x="39146" y="26976"/>
                  <a:pt x="40312" y="27173"/>
                  <a:pt x="41392" y="27652"/>
                </a:cubicBezTo>
                <a:lnTo>
                  <a:pt x="44623" y="25946"/>
                </a:lnTo>
                <a:cubicBezTo>
                  <a:pt x="42654" y="25892"/>
                  <a:pt x="40990" y="24267"/>
                  <a:pt x="40341" y="22406"/>
                </a:cubicBezTo>
                <a:cubicBezTo>
                  <a:pt x="39693" y="20546"/>
                  <a:pt x="39871" y="18504"/>
                  <a:pt x="40215" y="16564"/>
                </a:cubicBezTo>
                <a:cubicBezTo>
                  <a:pt x="40557" y="14624"/>
                  <a:pt x="41058" y="12692"/>
                  <a:pt x="41031" y="10722"/>
                </a:cubicBezTo>
                <a:cubicBezTo>
                  <a:pt x="40988" y="7504"/>
                  <a:pt x="39446" y="4334"/>
                  <a:pt x="36929" y="2331"/>
                </a:cubicBezTo>
                <a:cubicBezTo>
                  <a:pt x="35030" y="821"/>
                  <a:pt x="32604" y="0"/>
                  <a:pt x="30181" y="0"/>
                </a:cubicBezTo>
                <a:close/>
              </a:path>
            </a:pathLst>
          </a:custGeom>
          <a:solidFill>
            <a:srgbClr val="9485BA">
              <a:alpha val="12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7"/>
          <p:cNvSpPr/>
          <p:nvPr/>
        </p:nvSpPr>
        <p:spPr>
          <a:xfrm rot="-9800294">
            <a:off x="7315251" y="-154302"/>
            <a:ext cx="3609496" cy="2534000"/>
          </a:xfrm>
          <a:custGeom>
            <a:rect b="b" l="l" r="r" t="t"/>
            <a:pathLst>
              <a:path extrusionOk="0" h="31327" w="44623">
                <a:moveTo>
                  <a:pt x="30181" y="0"/>
                </a:moveTo>
                <a:cubicBezTo>
                  <a:pt x="29391" y="0"/>
                  <a:pt x="28601" y="88"/>
                  <a:pt x="27830" y="267"/>
                </a:cubicBezTo>
                <a:cubicBezTo>
                  <a:pt x="25849" y="728"/>
                  <a:pt x="23986" y="1759"/>
                  <a:pt x="21953" y="1843"/>
                </a:cubicBezTo>
                <a:cubicBezTo>
                  <a:pt x="21861" y="1847"/>
                  <a:pt x="21770" y="1848"/>
                  <a:pt x="21678" y="1848"/>
                </a:cubicBezTo>
                <a:cubicBezTo>
                  <a:pt x="19691" y="1848"/>
                  <a:pt x="17792" y="990"/>
                  <a:pt x="15827" y="629"/>
                </a:cubicBezTo>
                <a:cubicBezTo>
                  <a:pt x="15152" y="505"/>
                  <a:pt x="14470" y="445"/>
                  <a:pt x="13789" y="445"/>
                </a:cubicBezTo>
                <a:cubicBezTo>
                  <a:pt x="9549" y="445"/>
                  <a:pt x="5342" y="2762"/>
                  <a:pt x="2989" y="6330"/>
                </a:cubicBezTo>
                <a:cubicBezTo>
                  <a:pt x="260" y="10471"/>
                  <a:pt x="1" y="16027"/>
                  <a:pt x="1998" y="20566"/>
                </a:cubicBezTo>
                <a:cubicBezTo>
                  <a:pt x="3996" y="25107"/>
                  <a:pt x="8092" y="28590"/>
                  <a:pt x="12783" y="30201"/>
                </a:cubicBezTo>
                <a:cubicBezTo>
                  <a:pt x="15007" y="30966"/>
                  <a:pt x="17350" y="31326"/>
                  <a:pt x="19701" y="31326"/>
                </a:cubicBezTo>
                <a:cubicBezTo>
                  <a:pt x="22309" y="31326"/>
                  <a:pt x="24925" y="30883"/>
                  <a:pt x="27400" y="30058"/>
                </a:cubicBezTo>
                <a:cubicBezTo>
                  <a:pt x="29707" y="29289"/>
                  <a:pt x="31904" y="28201"/>
                  <a:pt x="34244" y="27537"/>
                </a:cubicBezTo>
                <a:cubicBezTo>
                  <a:pt x="35447" y="27197"/>
                  <a:pt x="36715" y="26976"/>
                  <a:pt x="37965" y="26976"/>
                </a:cubicBezTo>
                <a:cubicBezTo>
                  <a:pt x="39146" y="26976"/>
                  <a:pt x="40312" y="27173"/>
                  <a:pt x="41392" y="27652"/>
                </a:cubicBezTo>
                <a:lnTo>
                  <a:pt x="44623" y="25946"/>
                </a:lnTo>
                <a:cubicBezTo>
                  <a:pt x="42654" y="25892"/>
                  <a:pt x="40990" y="24267"/>
                  <a:pt x="40341" y="22406"/>
                </a:cubicBezTo>
                <a:cubicBezTo>
                  <a:pt x="39693" y="20546"/>
                  <a:pt x="39871" y="18504"/>
                  <a:pt x="40215" y="16564"/>
                </a:cubicBezTo>
                <a:cubicBezTo>
                  <a:pt x="40557" y="14624"/>
                  <a:pt x="41058" y="12692"/>
                  <a:pt x="41031" y="10722"/>
                </a:cubicBezTo>
                <a:cubicBezTo>
                  <a:pt x="40988" y="7504"/>
                  <a:pt x="39446" y="4334"/>
                  <a:pt x="36929" y="2331"/>
                </a:cubicBezTo>
                <a:cubicBezTo>
                  <a:pt x="35030" y="821"/>
                  <a:pt x="32604" y="0"/>
                  <a:pt x="30181" y="0"/>
                </a:cubicBezTo>
                <a:close/>
              </a:path>
            </a:pathLst>
          </a:custGeom>
          <a:solidFill>
            <a:srgbClr val="9485BA">
              <a:alpha val="12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7"/>
          <p:cNvSpPr/>
          <p:nvPr/>
        </p:nvSpPr>
        <p:spPr>
          <a:xfrm>
            <a:off x="275473" y="4560680"/>
            <a:ext cx="3609443" cy="2533963"/>
          </a:xfrm>
          <a:custGeom>
            <a:rect b="b" l="l" r="r" t="t"/>
            <a:pathLst>
              <a:path extrusionOk="0" h="31327" w="44623">
                <a:moveTo>
                  <a:pt x="30181" y="0"/>
                </a:moveTo>
                <a:cubicBezTo>
                  <a:pt x="29391" y="0"/>
                  <a:pt x="28601" y="88"/>
                  <a:pt x="27830" y="267"/>
                </a:cubicBezTo>
                <a:cubicBezTo>
                  <a:pt x="25849" y="728"/>
                  <a:pt x="23986" y="1759"/>
                  <a:pt x="21953" y="1843"/>
                </a:cubicBezTo>
                <a:cubicBezTo>
                  <a:pt x="21861" y="1847"/>
                  <a:pt x="21770" y="1848"/>
                  <a:pt x="21678" y="1848"/>
                </a:cubicBezTo>
                <a:cubicBezTo>
                  <a:pt x="19691" y="1848"/>
                  <a:pt x="17792" y="990"/>
                  <a:pt x="15827" y="629"/>
                </a:cubicBezTo>
                <a:cubicBezTo>
                  <a:pt x="15152" y="505"/>
                  <a:pt x="14470" y="445"/>
                  <a:pt x="13789" y="445"/>
                </a:cubicBezTo>
                <a:cubicBezTo>
                  <a:pt x="9549" y="445"/>
                  <a:pt x="5342" y="2762"/>
                  <a:pt x="2989" y="6330"/>
                </a:cubicBezTo>
                <a:cubicBezTo>
                  <a:pt x="260" y="10471"/>
                  <a:pt x="1" y="16027"/>
                  <a:pt x="1998" y="20566"/>
                </a:cubicBezTo>
                <a:cubicBezTo>
                  <a:pt x="3996" y="25107"/>
                  <a:pt x="8092" y="28590"/>
                  <a:pt x="12783" y="30201"/>
                </a:cubicBezTo>
                <a:cubicBezTo>
                  <a:pt x="15007" y="30966"/>
                  <a:pt x="17350" y="31326"/>
                  <a:pt x="19701" y="31326"/>
                </a:cubicBezTo>
                <a:cubicBezTo>
                  <a:pt x="22309" y="31326"/>
                  <a:pt x="24925" y="30883"/>
                  <a:pt x="27400" y="30058"/>
                </a:cubicBezTo>
                <a:cubicBezTo>
                  <a:pt x="29707" y="29289"/>
                  <a:pt x="31904" y="28201"/>
                  <a:pt x="34244" y="27537"/>
                </a:cubicBezTo>
                <a:cubicBezTo>
                  <a:pt x="35447" y="27197"/>
                  <a:pt x="36715" y="26976"/>
                  <a:pt x="37965" y="26976"/>
                </a:cubicBezTo>
                <a:cubicBezTo>
                  <a:pt x="39146" y="26976"/>
                  <a:pt x="40312" y="27173"/>
                  <a:pt x="41392" y="27652"/>
                </a:cubicBezTo>
                <a:lnTo>
                  <a:pt x="44623" y="25946"/>
                </a:lnTo>
                <a:cubicBezTo>
                  <a:pt x="42654" y="25892"/>
                  <a:pt x="40990" y="24267"/>
                  <a:pt x="40341" y="22406"/>
                </a:cubicBezTo>
                <a:cubicBezTo>
                  <a:pt x="39693" y="20546"/>
                  <a:pt x="39871" y="18504"/>
                  <a:pt x="40215" y="16564"/>
                </a:cubicBezTo>
                <a:cubicBezTo>
                  <a:pt x="40557" y="14624"/>
                  <a:pt x="41058" y="12692"/>
                  <a:pt x="41031" y="10722"/>
                </a:cubicBezTo>
                <a:cubicBezTo>
                  <a:pt x="40988" y="7504"/>
                  <a:pt x="39446" y="4334"/>
                  <a:pt x="36929" y="2331"/>
                </a:cubicBezTo>
                <a:cubicBezTo>
                  <a:pt x="35030" y="821"/>
                  <a:pt x="32604" y="0"/>
                  <a:pt x="30181" y="0"/>
                </a:cubicBezTo>
                <a:close/>
              </a:path>
            </a:pathLst>
          </a:custGeom>
          <a:solidFill>
            <a:srgbClr val="9485BA">
              <a:alpha val="12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7"/>
          <p:cNvSpPr txBox="1"/>
          <p:nvPr>
            <p:ph idx="1" type="subTitle"/>
          </p:nvPr>
        </p:nvSpPr>
        <p:spPr>
          <a:xfrm>
            <a:off x="2872793" y="1605163"/>
            <a:ext cx="2001300" cy="49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2000">
                <a:solidFill>
                  <a:schemeClr val="accent4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b="1" sz="2000">
                <a:solidFill>
                  <a:schemeClr val="accent4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b="1" sz="2000">
                <a:solidFill>
                  <a:schemeClr val="accent4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b="1" sz="2000">
                <a:solidFill>
                  <a:schemeClr val="accent4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b="1" sz="2000">
                <a:solidFill>
                  <a:schemeClr val="accent4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b="1" sz="2000">
                <a:solidFill>
                  <a:schemeClr val="accent4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b="1" sz="2000">
                <a:solidFill>
                  <a:schemeClr val="accent4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b="1" sz="2000">
                <a:solidFill>
                  <a:schemeClr val="accent4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b="1" sz="2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32" name="Google Shape;232;p27"/>
          <p:cNvSpPr txBox="1"/>
          <p:nvPr>
            <p:ph idx="2" type="subTitle"/>
          </p:nvPr>
        </p:nvSpPr>
        <p:spPr>
          <a:xfrm>
            <a:off x="4263925" y="3062563"/>
            <a:ext cx="2001300" cy="49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2000">
                <a:solidFill>
                  <a:schemeClr val="accent4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b="1" sz="2000">
                <a:solidFill>
                  <a:schemeClr val="accent4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b="1" sz="2000">
                <a:solidFill>
                  <a:schemeClr val="accent4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b="1" sz="2000">
                <a:solidFill>
                  <a:schemeClr val="accent4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b="1" sz="2000">
                <a:solidFill>
                  <a:schemeClr val="accent4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b="1" sz="2000">
                <a:solidFill>
                  <a:schemeClr val="accent4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b="1" sz="2000">
                <a:solidFill>
                  <a:schemeClr val="accent4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b="1" sz="2000">
                <a:solidFill>
                  <a:schemeClr val="accent4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b="1" sz="2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33" name="Google Shape;233;p27"/>
          <p:cNvSpPr txBox="1"/>
          <p:nvPr>
            <p:ph idx="3" type="subTitle"/>
          </p:nvPr>
        </p:nvSpPr>
        <p:spPr>
          <a:xfrm>
            <a:off x="2872793" y="2000788"/>
            <a:ext cx="3825900" cy="8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27"/>
          <p:cNvSpPr txBox="1"/>
          <p:nvPr>
            <p:ph idx="4" type="subTitle"/>
          </p:nvPr>
        </p:nvSpPr>
        <p:spPr>
          <a:xfrm>
            <a:off x="2439450" y="3458188"/>
            <a:ext cx="3825900" cy="8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8"/>
          <p:cNvSpPr/>
          <p:nvPr/>
        </p:nvSpPr>
        <p:spPr>
          <a:xfrm rot="10800000">
            <a:off x="24" y="8"/>
            <a:ext cx="3547624" cy="1063617"/>
          </a:xfrm>
          <a:custGeom>
            <a:rect b="b" l="l" r="r" t="t"/>
            <a:pathLst>
              <a:path extrusionOk="0" h="12536" w="41813">
                <a:moveTo>
                  <a:pt x="41813" y="12536"/>
                </a:moveTo>
                <a:lnTo>
                  <a:pt x="0" y="12536"/>
                </a:lnTo>
                <a:cubicBezTo>
                  <a:pt x="126" y="11357"/>
                  <a:pt x="423" y="10191"/>
                  <a:pt x="854" y="9088"/>
                </a:cubicBezTo>
                <a:cubicBezTo>
                  <a:pt x="1863" y="6514"/>
                  <a:pt x="3879" y="4060"/>
                  <a:pt x="6617" y="3669"/>
                </a:cubicBezTo>
                <a:cubicBezTo>
                  <a:pt x="7797" y="3500"/>
                  <a:pt x="8957" y="3729"/>
                  <a:pt x="10080" y="4146"/>
                </a:cubicBezTo>
                <a:cubicBezTo>
                  <a:pt x="11689" y="4742"/>
                  <a:pt x="13492" y="4257"/>
                  <a:pt x="14595" y="2942"/>
                </a:cubicBezTo>
                <a:cubicBezTo>
                  <a:pt x="15375" y="2015"/>
                  <a:pt x="16378" y="1274"/>
                  <a:pt x="17504" y="828"/>
                </a:cubicBezTo>
                <a:cubicBezTo>
                  <a:pt x="19590" y="1"/>
                  <a:pt x="22055" y="203"/>
                  <a:pt x="23979" y="1357"/>
                </a:cubicBezTo>
                <a:cubicBezTo>
                  <a:pt x="24549" y="1700"/>
                  <a:pt x="25072" y="2119"/>
                  <a:pt x="25578" y="2564"/>
                </a:cubicBezTo>
                <a:cubicBezTo>
                  <a:pt x="27015" y="3831"/>
                  <a:pt x="28306" y="5313"/>
                  <a:pt x="30115" y="5863"/>
                </a:cubicBezTo>
                <a:cubicBezTo>
                  <a:pt x="31998" y="6435"/>
                  <a:pt x="34054" y="5860"/>
                  <a:pt x="35982" y="6246"/>
                </a:cubicBezTo>
                <a:cubicBezTo>
                  <a:pt x="38809" y="6811"/>
                  <a:pt x="40886" y="9391"/>
                  <a:pt x="41707" y="12153"/>
                </a:cubicBezTo>
                <a:cubicBezTo>
                  <a:pt x="41745" y="12280"/>
                  <a:pt x="41780" y="12407"/>
                  <a:pt x="41813" y="12536"/>
                </a:cubicBezTo>
              </a:path>
            </a:pathLst>
          </a:custGeom>
          <a:solidFill>
            <a:srgbClr val="7968AF">
              <a:alpha val="8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8"/>
          <p:cNvSpPr/>
          <p:nvPr/>
        </p:nvSpPr>
        <p:spPr>
          <a:xfrm rot="-410113">
            <a:off x="5235641" y="4470585"/>
            <a:ext cx="4634238" cy="3253407"/>
          </a:xfrm>
          <a:custGeom>
            <a:rect b="b" l="l" r="r" t="t"/>
            <a:pathLst>
              <a:path extrusionOk="0" h="31327" w="44623">
                <a:moveTo>
                  <a:pt x="30181" y="0"/>
                </a:moveTo>
                <a:cubicBezTo>
                  <a:pt x="29391" y="0"/>
                  <a:pt x="28601" y="88"/>
                  <a:pt x="27830" y="267"/>
                </a:cubicBezTo>
                <a:cubicBezTo>
                  <a:pt x="25849" y="728"/>
                  <a:pt x="23986" y="1759"/>
                  <a:pt x="21953" y="1843"/>
                </a:cubicBezTo>
                <a:cubicBezTo>
                  <a:pt x="21861" y="1847"/>
                  <a:pt x="21770" y="1848"/>
                  <a:pt x="21678" y="1848"/>
                </a:cubicBezTo>
                <a:cubicBezTo>
                  <a:pt x="19691" y="1848"/>
                  <a:pt x="17792" y="990"/>
                  <a:pt x="15827" y="629"/>
                </a:cubicBezTo>
                <a:cubicBezTo>
                  <a:pt x="15152" y="505"/>
                  <a:pt x="14470" y="445"/>
                  <a:pt x="13789" y="445"/>
                </a:cubicBezTo>
                <a:cubicBezTo>
                  <a:pt x="9549" y="445"/>
                  <a:pt x="5342" y="2762"/>
                  <a:pt x="2989" y="6330"/>
                </a:cubicBezTo>
                <a:cubicBezTo>
                  <a:pt x="260" y="10471"/>
                  <a:pt x="1" y="16027"/>
                  <a:pt x="1998" y="20566"/>
                </a:cubicBezTo>
                <a:cubicBezTo>
                  <a:pt x="3996" y="25107"/>
                  <a:pt x="8092" y="28590"/>
                  <a:pt x="12783" y="30201"/>
                </a:cubicBezTo>
                <a:cubicBezTo>
                  <a:pt x="15007" y="30966"/>
                  <a:pt x="17350" y="31326"/>
                  <a:pt x="19701" y="31326"/>
                </a:cubicBezTo>
                <a:cubicBezTo>
                  <a:pt x="22309" y="31326"/>
                  <a:pt x="24925" y="30883"/>
                  <a:pt x="27400" y="30058"/>
                </a:cubicBezTo>
                <a:cubicBezTo>
                  <a:pt x="29707" y="29289"/>
                  <a:pt x="31904" y="28201"/>
                  <a:pt x="34244" y="27537"/>
                </a:cubicBezTo>
                <a:cubicBezTo>
                  <a:pt x="35447" y="27197"/>
                  <a:pt x="36715" y="26976"/>
                  <a:pt x="37965" y="26976"/>
                </a:cubicBezTo>
                <a:cubicBezTo>
                  <a:pt x="39146" y="26976"/>
                  <a:pt x="40312" y="27173"/>
                  <a:pt x="41392" y="27652"/>
                </a:cubicBezTo>
                <a:lnTo>
                  <a:pt x="44623" y="25946"/>
                </a:lnTo>
                <a:cubicBezTo>
                  <a:pt x="42654" y="25892"/>
                  <a:pt x="40990" y="24267"/>
                  <a:pt x="40341" y="22406"/>
                </a:cubicBezTo>
                <a:cubicBezTo>
                  <a:pt x="39693" y="20546"/>
                  <a:pt x="39871" y="18504"/>
                  <a:pt x="40215" y="16564"/>
                </a:cubicBezTo>
                <a:cubicBezTo>
                  <a:pt x="40557" y="14624"/>
                  <a:pt x="41058" y="12692"/>
                  <a:pt x="41031" y="10722"/>
                </a:cubicBezTo>
                <a:cubicBezTo>
                  <a:pt x="40988" y="7504"/>
                  <a:pt x="39446" y="4334"/>
                  <a:pt x="36929" y="2331"/>
                </a:cubicBezTo>
                <a:cubicBezTo>
                  <a:pt x="35030" y="821"/>
                  <a:pt x="32604" y="0"/>
                  <a:pt x="30181" y="0"/>
                </a:cubicBezTo>
                <a:close/>
              </a:path>
            </a:pathLst>
          </a:custGeom>
          <a:solidFill>
            <a:srgbClr val="9485BA">
              <a:alpha val="12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8"/>
          <p:cNvSpPr txBox="1"/>
          <p:nvPr>
            <p:ph idx="1" type="subTitle"/>
          </p:nvPr>
        </p:nvSpPr>
        <p:spPr>
          <a:xfrm>
            <a:off x="1100038" y="1649375"/>
            <a:ext cx="32985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2000">
                <a:solidFill>
                  <a:schemeClr val="accent4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b="1" sz="2000">
                <a:solidFill>
                  <a:schemeClr val="accent4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b="1" sz="2000">
                <a:solidFill>
                  <a:schemeClr val="accent4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b="1" sz="2000">
                <a:solidFill>
                  <a:schemeClr val="accent4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b="1" sz="2000">
                <a:solidFill>
                  <a:schemeClr val="accent4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b="1" sz="2000">
                <a:solidFill>
                  <a:schemeClr val="accent4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b="1" sz="2000">
                <a:solidFill>
                  <a:schemeClr val="accent4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b="1" sz="2000">
                <a:solidFill>
                  <a:schemeClr val="accent4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b="1" sz="2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40" name="Google Shape;240;p28"/>
          <p:cNvSpPr txBox="1"/>
          <p:nvPr>
            <p:ph idx="2" type="subTitle"/>
          </p:nvPr>
        </p:nvSpPr>
        <p:spPr>
          <a:xfrm>
            <a:off x="4783538" y="1649375"/>
            <a:ext cx="32985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b="1" sz="2000">
                <a:solidFill>
                  <a:schemeClr val="accent4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b="1" sz="2000">
                <a:solidFill>
                  <a:schemeClr val="accent4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b="1" sz="2000">
                <a:solidFill>
                  <a:schemeClr val="accent4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b="1" sz="2000">
                <a:solidFill>
                  <a:schemeClr val="accent4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b="1" sz="2000">
                <a:solidFill>
                  <a:schemeClr val="accent4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b="1" sz="2000">
                <a:solidFill>
                  <a:schemeClr val="accent4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b="1" sz="2000">
                <a:solidFill>
                  <a:schemeClr val="accent4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b="1" sz="2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41" name="Google Shape;241;p28"/>
          <p:cNvSpPr txBox="1"/>
          <p:nvPr>
            <p:ph idx="3" type="subTitle"/>
          </p:nvPr>
        </p:nvSpPr>
        <p:spPr>
          <a:xfrm>
            <a:off x="1100038" y="2165700"/>
            <a:ext cx="3298500" cy="190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2" name="Google Shape;242;p28"/>
          <p:cNvSpPr txBox="1"/>
          <p:nvPr>
            <p:ph idx="4" type="subTitle"/>
          </p:nvPr>
        </p:nvSpPr>
        <p:spPr>
          <a:xfrm>
            <a:off x="4783536" y="2165700"/>
            <a:ext cx="3298500" cy="190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3" name="Google Shape;243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 flipH="1" rot="-5155880">
            <a:off x="8158077" y="2846003"/>
            <a:ext cx="3224776" cy="2263912"/>
          </a:xfrm>
          <a:custGeom>
            <a:rect b="b" l="l" r="r" t="t"/>
            <a:pathLst>
              <a:path extrusionOk="0" h="31327" w="44623">
                <a:moveTo>
                  <a:pt x="30183" y="1"/>
                </a:moveTo>
                <a:cubicBezTo>
                  <a:pt x="29393" y="1"/>
                  <a:pt x="28602" y="88"/>
                  <a:pt x="27831" y="268"/>
                </a:cubicBezTo>
                <a:cubicBezTo>
                  <a:pt x="25849" y="729"/>
                  <a:pt x="23986" y="1760"/>
                  <a:pt x="21953" y="1843"/>
                </a:cubicBezTo>
                <a:cubicBezTo>
                  <a:pt x="21860" y="1847"/>
                  <a:pt x="21768" y="1848"/>
                  <a:pt x="21676" y="1848"/>
                </a:cubicBezTo>
                <a:cubicBezTo>
                  <a:pt x="19689" y="1848"/>
                  <a:pt x="17791" y="990"/>
                  <a:pt x="15828" y="630"/>
                </a:cubicBezTo>
                <a:cubicBezTo>
                  <a:pt x="15153" y="506"/>
                  <a:pt x="14470" y="446"/>
                  <a:pt x="13789" y="446"/>
                </a:cubicBezTo>
                <a:cubicBezTo>
                  <a:pt x="9549" y="446"/>
                  <a:pt x="5342" y="2763"/>
                  <a:pt x="2990" y="6331"/>
                </a:cubicBezTo>
                <a:cubicBezTo>
                  <a:pt x="260" y="10472"/>
                  <a:pt x="1" y="16027"/>
                  <a:pt x="1998" y="20567"/>
                </a:cubicBezTo>
                <a:cubicBezTo>
                  <a:pt x="3996" y="25107"/>
                  <a:pt x="8093" y="28590"/>
                  <a:pt x="12783" y="30202"/>
                </a:cubicBezTo>
                <a:cubicBezTo>
                  <a:pt x="15007" y="30967"/>
                  <a:pt x="17351" y="31327"/>
                  <a:pt x="19701" y="31327"/>
                </a:cubicBezTo>
                <a:cubicBezTo>
                  <a:pt x="22309" y="31327"/>
                  <a:pt x="24925" y="30884"/>
                  <a:pt x="27400" y="30059"/>
                </a:cubicBezTo>
                <a:cubicBezTo>
                  <a:pt x="29707" y="29290"/>
                  <a:pt x="31904" y="28201"/>
                  <a:pt x="34244" y="27538"/>
                </a:cubicBezTo>
                <a:cubicBezTo>
                  <a:pt x="35447" y="27197"/>
                  <a:pt x="36715" y="26977"/>
                  <a:pt x="37966" y="26977"/>
                </a:cubicBezTo>
                <a:cubicBezTo>
                  <a:pt x="39147" y="26977"/>
                  <a:pt x="40312" y="27174"/>
                  <a:pt x="41392" y="27652"/>
                </a:cubicBezTo>
                <a:lnTo>
                  <a:pt x="44623" y="25946"/>
                </a:lnTo>
                <a:cubicBezTo>
                  <a:pt x="42654" y="25893"/>
                  <a:pt x="40990" y="24267"/>
                  <a:pt x="40342" y="22407"/>
                </a:cubicBezTo>
                <a:cubicBezTo>
                  <a:pt x="39693" y="20547"/>
                  <a:pt x="39871" y="18504"/>
                  <a:pt x="40215" y="16565"/>
                </a:cubicBezTo>
                <a:cubicBezTo>
                  <a:pt x="40557" y="14625"/>
                  <a:pt x="41058" y="12691"/>
                  <a:pt x="41032" y="10722"/>
                </a:cubicBezTo>
                <a:cubicBezTo>
                  <a:pt x="40988" y="7505"/>
                  <a:pt x="39446" y="4335"/>
                  <a:pt x="36929" y="2332"/>
                </a:cubicBezTo>
                <a:cubicBezTo>
                  <a:pt x="35031" y="821"/>
                  <a:pt x="32605" y="1"/>
                  <a:pt x="30183" y="1"/>
                </a:cubicBezTo>
                <a:close/>
              </a:path>
            </a:pathLst>
          </a:custGeom>
          <a:solidFill>
            <a:srgbClr val="7968AF">
              <a:alpha val="8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9"/>
          <p:cNvSpPr/>
          <p:nvPr/>
        </p:nvSpPr>
        <p:spPr>
          <a:xfrm flipH="1" rot="-5400000">
            <a:off x="-752682" y="322557"/>
            <a:ext cx="2399990" cy="894625"/>
          </a:xfrm>
          <a:custGeom>
            <a:rect b="b" l="l" r="r" t="t"/>
            <a:pathLst>
              <a:path extrusionOk="0" h="15700" w="32123">
                <a:moveTo>
                  <a:pt x="1" y="1"/>
                </a:moveTo>
                <a:cubicBezTo>
                  <a:pt x="256" y="226"/>
                  <a:pt x="496" y="465"/>
                  <a:pt x="718" y="716"/>
                </a:cubicBezTo>
                <a:cubicBezTo>
                  <a:pt x="2564" y="2792"/>
                  <a:pt x="3551" y="5469"/>
                  <a:pt x="4897" y="7900"/>
                </a:cubicBezTo>
                <a:cubicBezTo>
                  <a:pt x="5493" y="8975"/>
                  <a:pt x="6182" y="10021"/>
                  <a:pt x="6967" y="10981"/>
                </a:cubicBezTo>
                <a:cubicBezTo>
                  <a:pt x="8532" y="12895"/>
                  <a:pt x="10473" y="14467"/>
                  <a:pt x="12797" y="15247"/>
                </a:cubicBezTo>
                <a:cubicBezTo>
                  <a:pt x="13701" y="15550"/>
                  <a:pt x="14666" y="15700"/>
                  <a:pt x="15631" y="15700"/>
                </a:cubicBezTo>
                <a:cubicBezTo>
                  <a:pt x="18392" y="15700"/>
                  <a:pt x="21150" y="14471"/>
                  <a:pt x="22462" y="12079"/>
                </a:cubicBezTo>
                <a:cubicBezTo>
                  <a:pt x="23317" y="10523"/>
                  <a:pt x="23489" y="8701"/>
                  <a:pt x="23866" y="6966"/>
                </a:cubicBezTo>
                <a:cubicBezTo>
                  <a:pt x="24245" y="5233"/>
                  <a:pt x="24943" y="3417"/>
                  <a:pt x="26447" y="2473"/>
                </a:cubicBezTo>
                <a:cubicBezTo>
                  <a:pt x="27588" y="1757"/>
                  <a:pt x="29005" y="1663"/>
                  <a:pt x="30262" y="1177"/>
                </a:cubicBezTo>
                <a:cubicBezTo>
                  <a:pt x="30958" y="908"/>
                  <a:pt x="31583" y="502"/>
                  <a:pt x="32122" y="1"/>
                </a:cubicBezTo>
                <a:close/>
              </a:path>
            </a:pathLst>
          </a:custGeom>
          <a:solidFill>
            <a:srgbClr val="7968AF">
              <a:alpha val="8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9"/>
          <p:cNvSpPr txBox="1"/>
          <p:nvPr>
            <p:ph idx="1" type="subTitle"/>
          </p:nvPr>
        </p:nvSpPr>
        <p:spPr>
          <a:xfrm>
            <a:off x="720000" y="2755025"/>
            <a:ext cx="2336400" cy="572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ource Sans Pro"/>
              <a:buNone/>
              <a:defRPr sz="2000">
                <a:solidFill>
                  <a:schemeClr val="accent4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ource Sans Pro"/>
              <a:buNone/>
              <a:defRPr sz="24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ource Sans Pro"/>
              <a:buNone/>
              <a:defRPr sz="24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ource Sans Pro"/>
              <a:buNone/>
              <a:defRPr sz="24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ource Sans Pro"/>
              <a:buNone/>
              <a:defRPr sz="24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ource Sans Pro"/>
              <a:buNone/>
              <a:defRPr sz="24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ource Sans Pro"/>
              <a:buNone/>
              <a:defRPr sz="24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ource Sans Pro"/>
              <a:buNone/>
              <a:defRPr sz="24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ource Sans Pro"/>
              <a:buNone/>
              <a:defRPr sz="24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248" name="Google Shape;248;p29"/>
          <p:cNvSpPr txBox="1"/>
          <p:nvPr>
            <p:ph idx="2" type="subTitle"/>
          </p:nvPr>
        </p:nvSpPr>
        <p:spPr>
          <a:xfrm>
            <a:off x="720000" y="3293724"/>
            <a:ext cx="2336400" cy="107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29"/>
          <p:cNvSpPr txBox="1"/>
          <p:nvPr>
            <p:ph idx="3" type="subTitle"/>
          </p:nvPr>
        </p:nvSpPr>
        <p:spPr>
          <a:xfrm>
            <a:off x="3403800" y="3293724"/>
            <a:ext cx="2336400" cy="107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29"/>
          <p:cNvSpPr txBox="1"/>
          <p:nvPr>
            <p:ph idx="4" type="subTitle"/>
          </p:nvPr>
        </p:nvSpPr>
        <p:spPr>
          <a:xfrm>
            <a:off x="6087600" y="3293724"/>
            <a:ext cx="2336400" cy="107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2" name="Google Shape;252;p29"/>
          <p:cNvSpPr txBox="1"/>
          <p:nvPr>
            <p:ph idx="5" type="subTitle"/>
          </p:nvPr>
        </p:nvSpPr>
        <p:spPr>
          <a:xfrm>
            <a:off x="3403800" y="2755025"/>
            <a:ext cx="2336400" cy="572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ource Sans Pro"/>
              <a:buNone/>
              <a:defRPr sz="2000">
                <a:solidFill>
                  <a:schemeClr val="accent4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ource Sans Pro"/>
              <a:buNone/>
              <a:defRPr sz="24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ource Sans Pro"/>
              <a:buNone/>
              <a:defRPr sz="24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ource Sans Pro"/>
              <a:buNone/>
              <a:defRPr sz="24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ource Sans Pro"/>
              <a:buNone/>
              <a:defRPr sz="24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ource Sans Pro"/>
              <a:buNone/>
              <a:defRPr sz="24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ource Sans Pro"/>
              <a:buNone/>
              <a:defRPr sz="24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ource Sans Pro"/>
              <a:buNone/>
              <a:defRPr sz="24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ource Sans Pro"/>
              <a:buNone/>
              <a:defRPr sz="24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253" name="Google Shape;253;p29"/>
          <p:cNvSpPr txBox="1"/>
          <p:nvPr>
            <p:ph idx="6" type="subTitle"/>
          </p:nvPr>
        </p:nvSpPr>
        <p:spPr>
          <a:xfrm>
            <a:off x="6087600" y="2755025"/>
            <a:ext cx="2336400" cy="572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ource Sans Pro"/>
              <a:buNone/>
              <a:defRPr sz="2000">
                <a:solidFill>
                  <a:schemeClr val="accent4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ource Sans Pro"/>
              <a:buNone/>
              <a:defRPr sz="24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ource Sans Pro"/>
              <a:buNone/>
              <a:defRPr sz="24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ource Sans Pro"/>
              <a:buNone/>
              <a:defRPr sz="24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ource Sans Pro"/>
              <a:buNone/>
              <a:defRPr sz="24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ource Sans Pro"/>
              <a:buNone/>
              <a:defRPr sz="24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ource Sans Pro"/>
              <a:buNone/>
              <a:defRPr sz="24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ource Sans Pro"/>
              <a:buNone/>
              <a:defRPr sz="24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ource Sans Pro"/>
              <a:buNone/>
              <a:defRPr sz="24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grpSp>
        <p:nvGrpSpPr>
          <p:cNvPr id="254" name="Google Shape;254;p29"/>
          <p:cNvGrpSpPr/>
          <p:nvPr/>
        </p:nvGrpSpPr>
        <p:grpSpPr>
          <a:xfrm>
            <a:off x="253725" y="644768"/>
            <a:ext cx="687614" cy="897916"/>
            <a:chOff x="253725" y="644768"/>
            <a:chExt cx="687614" cy="897916"/>
          </a:xfrm>
        </p:grpSpPr>
        <p:sp>
          <p:nvSpPr>
            <p:cNvPr id="255" name="Google Shape;255;p29"/>
            <p:cNvSpPr/>
            <p:nvPr/>
          </p:nvSpPr>
          <p:spPr>
            <a:xfrm rot="-2043320">
              <a:off x="284850" y="1013957"/>
              <a:ext cx="172854" cy="164101"/>
            </a:xfrm>
            <a:custGeom>
              <a:rect b="b" l="l" r="r" t="t"/>
              <a:pathLst>
                <a:path extrusionOk="0" h="9430" w="9933">
                  <a:moveTo>
                    <a:pt x="8342" y="4852"/>
                  </a:moveTo>
                  <a:lnTo>
                    <a:pt x="8342" y="4853"/>
                  </a:lnTo>
                  <a:lnTo>
                    <a:pt x="8342" y="4853"/>
                  </a:lnTo>
                  <a:lnTo>
                    <a:pt x="8342" y="4853"/>
                  </a:lnTo>
                  <a:cubicBezTo>
                    <a:pt x="8342" y="4853"/>
                    <a:pt x="8342" y="4852"/>
                    <a:pt x="8342" y="4852"/>
                  </a:cubicBezTo>
                  <a:close/>
                  <a:moveTo>
                    <a:pt x="2797" y="6438"/>
                  </a:moveTo>
                  <a:cubicBezTo>
                    <a:pt x="2797" y="6441"/>
                    <a:pt x="2797" y="6443"/>
                    <a:pt x="2797" y="6443"/>
                  </a:cubicBezTo>
                  <a:cubicBezTo>
                    <a:pt x="2797" y="6443"/>
                    <a:pt x="2797" y="6443"/>
                    <a:pt x="2797" y="6442"/>
                  </a:cubicBezTo>
                  <a:lnTo>
                    <a:pt x="2797" y="6438"/>
                  </a:lnTo>
                  <a:close/>
                  <a:moveTo>
                    <a:pt x="4291" y="0"/>
                  </a:moveTo>
                  <a:cubicBezTo>
                    <a:pt x="2927" y="0"/>
                    <a:pt x="1798" y="452"/>
                    <a:pt x="1122" y="954"/>
                  </a:cubicBezTo>
                  <a:cubicBezTo>
                    <a:pt x="730" y="1225"/>
                    <a:pt x="478" y="1536"/>
                    <a:pt x="308" y="1742"/>
                  </a:cubicBezTo>
                  <a:cubicBezTo>
                    <a:pt x="178" y="1931"/>
                    <a:pt x="108" y="2032"/>
                    <a:pt x="108" y="2032"/>
                  </a:cubicBezTo>
                  <a:cubicBezTo>
                    <a:pt x="1" y="2188"/>
                    <a:pt x="22" y="2403"/>
                    <a:pt x="166" y="2532"/>
                  </a:cubicBezTo>
                  <a:cubicBezTo>
                    <a:pt x="239" y="2598"/>
                    <a:pt x="331" y="2630"/>
                    <a:pt x="422" y="2630"/>
                  </a:cubicBezTo>
                  <a:cubicBezTo>
                    <a:pt x="526" y="2630"/>
                    <a:pt x="630" y="2588"/>
                    <a:pt x="705" y="2505"/>
                  </a:cubicBezTo>
                  <a:cubicBezTo>
                    <a:pt x="705" y="2505"/>
                    <a:pt x="788" y="2414"/>
                    <a:pt x="942" y="2243"/>
                  </a:cubicBezTo>
                  <a:cubicBezTo>
                    <a:pt x="1085" y="2114"/>
                    <a:pt x="1296" y="1921"/>
                    <a:pt x="1632" y="1730"/>
                  </a:cubicBezTo>
                  <a:cubicBezTo>
                    <a:pt x="1958" y="1541"/>
                    <a:pt x="2392" y="1366"/>
                    <a:pt x="2919" y="1272"/>
                  </a:cubicBezTo>
                  <a:cubicBezTo>
                    <a:pt x="3189" y="1226"/>
                    <a:pt x="3483" y="1201"/>
                    <a:pt x="3793" y="1201"/>
                  </a:cubicBezTo>
                  <a:cubicBezTo>
                    <a:pt x="4089" y="1201"/>
                    <a:pt x="4399" y="1224"/>
                    <a:pt x="4719" y="1272"/>
                  </a:cubicBezTo>
                  <a:cubicBezTo>
                    <a:pt x="5373" y="1379"/>
                    <a:pt x="6071" y="1601"/>
                    <a:pt x="6706" y="1974"/>
                  </a:cubicBezTo>
                  <a:cubicBezTo>
                    <a:pt x="7340" y="2343"/>
                    <a:pt x="7902" y="2884"/>
                    <a:pt x="8179" y="3532"/>
                  </a:cubicBezTo>
                  <a:cubicBezTo>
                    <a:pt x="8317" y="3855"/>
                    <a:pt x="8382" y="4205"/>
                    <a:pt x="8366" y="4567"/>
                  </a:cubicBezTo>
                  <a:cubicBezTo>
                    <a:pt x="8364" y="4657"/>
                    <a:pt x="8346" y="4750"/>
                    <a:pt x="8339" y="4840"/>
                  </a:cubicBezTo>
                  <a:lnTo>
                    <a:pt x="8335" y="4875"/>
                  </a:lnTo>
                  <a:lnTo>
                    <a:pt x="8335" y="4880"/>
                  </a:lnTo>
                  <a:lnTo>
                    <a:pt x="8321" y="4940"/>
                  </a:lnTo>
                  <a:lnTo>
                    <a:pt x="8280" y="5115"/>
                  </a:lnTo>
                  <a:lnTo>
                    <a:pt x="8199" y="5466"/>
                  </a:lnTo>
                  <a:cubicBezTo>
                    <a:pt x="8172" y="5582"/>
                    <a:pt x="8149" y="5710"/>
                    <a:pt x="8106" y="5778"/>
                  </a:cubicBezTo>
                  <a:cubicBezTo>
                    <a:pt x="8023" y="5942"/>
                    <a:pt x="7976" y="6113"/>
                    <a:pt x="7884" y="6278"/>
                  </a:cubicBezTo>
                  <a:cubicBezTo>
                    <a:pt x="7771" y="6436"/>
                    <a:pt x="7686" y="6617"/>
                    <a:pt x="7560" y="6761"/>
                  </a:cubicBezTo>
                  <a:cubicBezTo>
                    <a:pt x="7308" y="7048"/>
                    <a:pt x="7025" y="7307"/>
                    <a:pt x="6680" y="7473"/>
                  </a:cubicBezTo>
                  <a:cubicBezTo>
                    <a:pt x="6240" y="7707"/>
                    <a:pt x="5721" y="7835"/>
                    <a:pt x="5204" y="7835"/>
                  </a:cubicBezTo>
                  <a:cubicBezTo>
                    <a:pt x="4937" y="7835"/>
                    <a:pt x="4670" y="7800"/>
                    <a:pt x="4414" y="7729"/>
                  </a:cubicBezTo>
                  <a:lnTo>
                    <a:pt x="4137" y="7651"/>
                  </a:lnTo>
                  <a:cubicBezTo>
                    <a:pt x="4046" y="7621"/>
                    <a:pt x="3966" y="7573"/>
                    <a:pt x="3880" y="7539"/>
                  </a:cubicBezTo>
                  <a:cubicBezTo>
                    <a:pt x="3697" y="7477"/>
                    <a:pt x="3564" y="7361"/>
                    <a:pt x="3410" y="7269"/>
                  </a:cubicBezTo>
                  <a:cubicBezTo>
                    <a:pt x="3154" y="7048"/>
                    <a:pt x="2913" y="6809"/>
                    <a:pt x="2842" y="6522"/>
                  </a:cubicBezTo>
                  <a:lnTo>
                    <a:pt x="2797" y="6420"/>
                  </a:lnTo>
                  <a:lnTo>
                    <a:pt x="2792" y="6408"/>
                  </a:lnTo>
                  <a:cubicBezTo>
                    <a:pt x="2790" y="6400"/>
                    <a:pt x="2790" y="6397"/>
                    <a:pt x="2789" y="6397"/>
                  </a:cubicBezTo>
                  <a:lnTo>
                    <a:pt x="2789" y="6397"/>
                  </a:lnTo>
                  <a:cubicBezTo>
                    <a:pt x="2789" y="6397"/>
                    <a:pt x="2790" y="6399"/>
                    <a:pt x="2790" y="6403"/>
                  </a:cubicBezTo>
                  <a:lnTo>
                    <a:pt x="2790" y="6403"/>
                  </a:lnTo>
                  <a:lnTo>
                    <a:pt x="2788" y="6388"/>
                  </a:lnTo>
                  <a:lnTo>
                    <a:pt x="2772" y="6305"/>
                  </a:lnTo>
                  <a:cubicBezTo>
                    <a:pt x="2755" y="6201"/>
                    <a:pt x="2720" y="6063"/>
                    <a:pt x="2719" y="5988"/>
                  </a:cubicBezTo>
                  <a:cubicBezTo>
                    <a:pt x="2717" y="5914"/>
                    <a:pt x="2712" y="5843"/>
                    <a:pt x="2704" y="5769"/>
                  </a:cubicBezTo>
                  <a:lnTo>
                    <a:pt x="2716" y="5531"/>
                  </a:lnTo>
                  <a:cubicBezTo>
                    <a:pt x="2752" y="5225"/>
                    <a:pt x="2862" y="4963"/>
                    <a:pt x="3049" y="4756"/>
                  </a:cubicBezTo>
                  <a:cubicBezTo>
                    <a:pt x="3403" y="4362"/>
                    <a:pt x="4010" y="4158"/>
                    <a:pt x="4570" y="4158"/>
                  </a:cubicBezTo>
                  <a:cubicBezTo>
                    <a:pt x="4606" y="4158"/>
                    <a:pt x="4642" y="4158"/>
                    <a:pt x="4677" y="4160"/>
                  </a:cubicBezTo>
                  <a:lnTo>
                    <a:pt x="4894" y="4179"/>
                  </a:lnTo>
                  <a:lnTo>
                    <a:pt x="4922" y="4181"/>
                  </a:lnTo>
                  <a:lnTo>
                    <a:pt x="4927" y="4181"/>
                  </a:lnTo>
                  <a:lnTo>
                    <a:pt x="4957" y="4189"/>
                  </a:lnTo>
                  <a:lnTo>
                    <a:pt x="5086" y="4221"/>
                  </a:lnTo>
                  <a:lnTo>
                    <a:pt x="5214" y="4254"/>
                  </a:lnTo>
                  <a:lnTo>
                    <a:pt x="5258" y="4283"/>
                  </a:lnTo>
                  <a:cubicBezTo>
                    <a:pt x="5285" y="4306"/>
                    <a:pt x="5321" y="4294"/>
                    <a:pt x="5355" y="4332"/>
                  </a:cubicBezTo>
                  <a:cubicBezTo>
                    <a:pt x="5510" y="4426"/>
                    <a:pt x="5603" y="4568"/>
                    <a:pt x="5632" y="4737"/>
                  </a:cubicBezTo>
                  <a:cubicBezTo>
                    <a:pt x="5663" y="4905"/>
                    <a:pt x="5630" y="5079"/>
                    <a:pt x="5563" y="5214"/>
                  </a:cubicBezTo>
                  <a:cubicBezTo>
                    <a:pt x="5496" y="5353"/>
                    <a:pt x="5385" y="5428"/>
                    <a:pt x="5281" y="5494"/>
                  </a:cubicBezTo>
                  <a:cubicBezTo>
                    <a:pt x="5180" y="5547"/>
                    <a:pt x="5068" y="5564"/>
                    <a:pt x="4960" y="5564"/>
                  </a:cubicBezTo>
                  <a:cubicBezTo>
                    <a:pt x="4829" y="5564"/>
                    <a:pt x="4703" y="5538"/>
                    <a:pt x="4607" y="5517"/>
                  </a:cubicBezTo>
                  <a:cubicBezTo>
                    <a:pt x="4426" y="5454"/>
                    <a:pt x="4329" y="5421"/>
                    <a:pt x="4329" y="5421"/>
                  </a:cubicBezTo>
                  <a:lnTo>
                    <a:pt x="4261" y="5398"/>
                  </a:lnTo>
                  <a:cubicBezTo>
                    <a:pt x="4221" y="5384"/>
                    <a:pt x="4180" y="5378"/>
                    <a:pt x="4139" y="5378"/>
                  </a:cubicBezTo>
                  <a:cubicBezTo>
                    <a:pt x="4001" y="5378"/>
                    <a:pt x="3868" y="5454"/>
                    <a:pt x="3801" y="5585"/>
                  </a:cubicBezTo>
                  <a:cubicBezTo>
                    <a:pt x="3707" y="5771"/>
                    <a:pt x="3783" y="5998"/>
                    <a:pt x="3969" y="6092"/>
                  </a:cubicBezTo>
                  <a:cubicBezTo>
                    <a:pt x="3969" y="6092"/>
                    <a:pt x="4097" y="6157"/>
                    <a:pt x="4336" y="6278"/>
                  </a:cubicBezTo>
                  <a:cubicBezTo>
                    <a:pt x="4508" y="6334"/>
                    <a:pt x="4761" y="6445"/>
                    <a:pt x="5097" y="6445"/>
                  </a:cubicBezTo>
                  <a:cubicBezTo>
                    <a:pt x="5252" y="6445"/>
                    <a:pt x="5423" y="6422"/>
                    <a:pt x="5612" y="6359"/>
                  </a:cubicBezTo>
                  <a:cubicBezTo>
                    <a:pt x="5896" y="6249"/>
                    <a:pt x="6201" y="6056"/>
                    <a:pt x="6404" y="5745"/>
                  </a:cubicBezTo>
                  <a:cubicBezTo>
                    <a:pt x="6605" y="5439"/>
                    <a:pt x="6730" y="5050"/>
                    <a:pt x="6701" y="4620"/>
                  </a:cubicBezTo>
                  <a:cubicBezTo>
                    <a:pt x="6681" y="4195"/>
                    <a:pt x="6459" y="3719"/>
                    <a:pt x="6072" y="3412"/>
                  </a:cubicBezTo>
                  <a:cubicBezTo>
                    <a:pt x="5990" y="3325"/>
                    <a:pt x="5857" y="3262"/>
                    <a:pt x="5739" y="3194"/>
                  </a:cubicBezTo>
                  <a:lnTo>
                    <a:pt x="5553" y="3103"/>
                  </a:lnTo>
                  <a:lnTo>
                    <a:pt x="5428" y="3062"/>
                  </a:lnTo>
                  <a:lnTo>
                    <a:pt x="5302" y="3021"/>
                  </a:lnTo>
                  <a:lnTo>
                    <a:pt x="5238" y="3000"/>
                  </a:lnTo>
                  <a:lnTo>
                    <a:pt x="5222" y="2994"/>
                  </a:lnTo>
                  <a:lnTo>
                    <a:pt x="5143" y="2976"/>
                  </a:lnTo>
                  <a:lnTo>
                    <a:pt x="5103" y="2969"/>
                  </a:lnTo>
                  <a:cubicBezTo>
                    <a:pt x="4997" y="2952"/>
                    <a:pt x="4889" y="2935"/>
                    <a:pt x="4780" y="2918"/>
                  </a:cubicBezTo>
                  <a:cubicBezTo>
                    <a:pt x="4642" y="2903"/>
                    <a:pt x="4499" y="2895"/>
                    <a:pt x="4353" y="2895"/>
                  </a:cubicBezTo>
                  <a:cubicBezTo>
                    <a:pt x="3589" y="2895"/>
                    <a:pt x="2737" y="3118"/>
                    <a:pt x="2045" y="3791"/>
                  </a:cubicBezTo>
                  <a:cubicBezTo>
                    <a:pt x="1640" y="4186"/>
                    <a:pt x="1366" y="4749"/>
                    <a:pt x="1274" y="5317"/>
                  </a:cubicBezTo>
                  <a:lnTo>
                    <a:pt x="1229" y="5744"/>
                  </a:lnTo>
                  <a:cubicBezTo>
                    <a:pt x="1231" y="5894"/>
                    <a:pt x="1237" y="6047"/>
                    <a:pt x="1246" y="6199"/>
                  </a:cubicBezTo>
                  <a:cubicBezTo>
                    <a:pt x="1256" y="6350"/>
                    <a:pt x="1279" y="6434"/>
                    <a:pt x="1294" y="6555"/>
                  </a:cubicBezTo>
                  <a:lnTo>
                    <a:pt x="1308" y="6640"/>
                  </a:lnTo>
                  <a:lnTo>
                    <a:pt x="1315" y="6682"/>
                  </a:lnTo>
                  <a:lnTo>
                    <a:pt x="1316" y="6692"/>
                  </a:lnTo>
                  <a:cubicBezTo>
                    <a:pt x="1316" y="6692"/>
                    <a:pt x="1316" y="6692"/>
                    <a:pt x="1316" y="6692"/>
                  </a:cubicBezTo>
                  <a:lnTo>
                    <a:pt x="1316" y="6692"/>
                  </a:lnTo>
                  <a:cubicBezTo>
                    <a:pt x="1316" y="6692"/>
                    <a:pt x="1328" y="6754"/>
                    <a:pt x="1329" y="6754"/>
                  </a:cubicBezTo>
                  <a:cubicBezTo>
                    <a:pt x="1329" y="6754"/>
                    <a:pt x="1329" y="6752"/>
                    <a:pt x="1328" y="6747"/>
                  </a:cubicBezTo>
                  <a:lnTo>
                    <a:pt x="1328" y="6747"/>
                  </a:lnTo>
                  <a:lnTo>
                    <a:pt x="1336" y="6775"/>
                  </a:lnTo>
                  <a:lnTo>
                    <a:pt x="1410" y="6996"/>
                  </a:lnTo>
                  <a:cubicBezTo>
                    <a:pt x="1577" y="7613"/>
                    <a:pt x="2003" y="8096"/>
                    <a:pt x="2450" y="8487"/>
                  </a:cubicBezTo>
                  <a:cubicBezTo>
                    <a:pt x="2691" y="8657"/>
                    <a:pt x="2930" y="8845"/>
                    <a:pt x="3198" y="8956"/>
                  </a:cubicBezTo>
                  <a:cubicBezTo>
                    <a:pt x="3458" y="9098"/>
                    <a:pt x="3734" y="9184"/>
                    <a:pt x="4013" y="9261"/>
                  </a:cubicBezTo>
                  <a:cubicBezTo>
                    <a:pt x="4414" y="9373"/>
                    <a:pt x="4830" y="9429"/>
                    <a:pt x="5248" y="9429"/>
                  </a:cubicBezTo>
                  <a:cubicBezTo>
                    <a:pt x="5994" y="9429"/>
                    <a:pt x="6748" y="9252"/>
                    <a:pt x="7432" y="8900"/>
                  </a:cubicBezTo>
                  <a:cubicBezTo>
                    <a:pt x="7971" y="8634"/>
                    <a:pt x="8426" y="8219"/>
                    <a:pt x="8808" y="7765"/>
                  </a:cubicBezTo>
                  <a:cubicBezTo>
                    <a:pt x="8996" y="7537"/>
                    <a:pt x="9131" y="7276"/>
                    <a:pt x="9289" y="7030"/>
                  </a:cubicBezTo>
                  <a:cubicBezTo>
                    <a:pt x="9429" y="6771"/>
                    <a:pt x="9526" y="6473"/>
                    <a:pt x="9636" y="6195"/>
                  </a:cubicBezTo>
                  <a:cubicBezTo>
                    <a:pt x="9699" y="6043"/>
                    <a:pt x="9716" y="5933"/>
                    <a:pt x="9742" y="5815"/>
                  </a:cubicBezTo>
                  <a:lnTo>
                    <a:pt x="9819" y="5463"/>
                  </a:lnTo>
                  <a:lnTo>
                    <a:pt x="9856" y="5288"/>
                  </a:lnTo>
                  <a:lnTo>
                    <a:pt x="9875" y="5200"/>
                  </a:lnTo>
                  <a:lnTo>
                    <a:pt x="9877" y="5190"/>
                  </a:lnTo>
                  <a:lnTo>
                    <a:pt x="9890" y="5116"/>
                  </a:lnTo>
                  <a:lnTo>
                    <a:pt x="9892" y="5089"/>
                  </a:lnTo>
                  <a:lnTo>
                    <a:pt x="9897" y="5035"/>
                  </a:lnTo>
                  <a:cubicBezTo>
                    <a:pt x="9906" y="4889"/>
                    <a:pt x="9925" y="4745"/>
                    <a:pt x="9924" y="4599"/>
                  </a:cubicBezTo>
                  <a:cubicBezTo>
                    <a:pt x="9932" y="4015"/>
                    <a:pt x="9802" y="3425"/>
                    <a:pt x="9560" y="2911"/>
                  </a:cubicBezTo>
                  <a:cubicBezTo>
                    <a:pt x="9075" y="1866"/>
                    <a:pt x="8218" y="1179"/>
                    <a:pt x="7383" y="747"/>
                  </a:cubicBezTo>
                  <a:cubicBezTo>
                    <a:pt x="6539" y="304"/>
                    <a:pt x="5671" y="97"/>
                    <a:pt x="4866" y="27"/>
                  </a:cubicBezTo>
                  <a:cubicBezTo>
                    <a:pt x="4671" y="9"/>
                    <a:pt x="4479" y="0"/>
                    <a:pt x="42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6" name="Google Shape;256;p29"/>
            <p:cNvGrpSpPr/>
            <p:nvPr/>
          </p:nvGrpSpPr>
          <p:grpSpPr>
            <a:xfrm flipH="1" rot="4974716">
              <a:off x="333891" y="632924"/>
              <a:ext cx="449064" cy="535384"/>
              <a:chOff x="527713" y="768579"/>
              <a:chExt cx="449044" cy="535361"/>
            </a:xfrm>
          </p:grpSpPr>
          <p:grpSp>
            <p:nvGrpSpPr>
              <p:cNvPr id="257" name="Google Shape;257;p29"/>
              <p:cNvGrpSpPr/>
              <p:nvPr/>
            </p:nvGrpSpPr>
            <p:grpSpPr>
              <a:xfrm rot="4290869">
                <a:off x="797316" y="845780"/>
                <a:ext cx="76852" cy="271673"/>
                <a:chOff x="1825350" y="-685725"/>
                <a:chExt cx="102125" cy="361075"/>
              </a:xfrm>
            </p:grpSpPr>
            <p:sp>
              <p:nvSpPr>
                <p:cNvPr id="258" name="Google Shape;258;p29"/>
                <p:cNvSpPr/>
                <p:nvPr/>
              </p:nvSpPr>
              <p:spPr>
                <a:xfrm>
                  <a:off x="1825350" y="-685725"/>
                  <a:ext cx="102125" cy="361075"/>
                </a:xfrm>
                <a:custGeom>
                  <a:rect b="b" l="l" r="r" t="t"/>
                  <a:pathLst>
                    <a:path extrusionOk="0" h="14443" w="4085">
                      <a:moveTo>
                        <a:pt x="352" y="0"/>
                      </a:moveTo>
                      <a:cubicBezTo>
                        <a:pt x="350" y="0"/>
                        <a:pt x="348" y="0"/>
                        <a:pt x="346" y="1"/>
                      </a:cubicBezTo>
                      <a:cubicBezTo>
                        <a:pt x="1" y="49"/>
                        <a:pt x="1684" y="4346"/>
                        <a:pt x="1967" y="7674"/>
                      </a:cubicBezTo>
                      <a:cubicBezTo>
                        <a:pt x="2250" y="10993"/>
                        <a:pt x="556" y="14442"/>
                        <a:pt x="826" y="14442"/>
                      </a:cubicBezTo>
                      <a:cubicBezTo>
                        <a:pt x="826" y="14442"/>
                        <a:pt x="827" y="14442"/>
                        <a:pt x="828" y="14442"/>
                      </a:cubicBezTo>
                      <a:cubicBezTo>
                        <a:pt x="1106" y="14426"/>
                        <a:pt x="4013" y="10965"/>
                        <a:pt x="4049" y="7421"/>
                      </a:cubicBezTo>
                      <a:cubicBezTo>
                        <a:pt x="4084" y="3898"/>
                        <a:pt x="715" y="0"/>
                        <a:pt x="35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9" name="Google Shape;259;p29"/>
                <p:cNvSpPr/>
                <p:nvPr/>
              </p:nvSpPr>
              <p:spPr>
                <a:xfrm>
                  <a:off x="1875075" y="-548750"/>
                  <a:ext cx="11550" cy="112475"/>
                </a:xfrm>
                <a:custGeom>
                  <a:rect b="b" l="l" r="r" t="t"/>
                  <a:pathLst>
                    <a:path extrusionOk="0" h="4499" w="462">
                      <a:moveTo>
                        <a:pt x="101" y="1"/>
                      </a:moveTo>
                      <a:lnTo>
                        <a:pt x="1" y="24"/>
                      </a:lnTo>
                      <a:cubicBezTo>
                        <a:pt x="1" y="24"/>
                        <a:pt x="13" y="94"/>
                        <a:pt x="35" y="215"/>
                      </a:cubicBezTo>
                      <a:cubicBezTo>
                        <a:pt x="55" y="337"/>
                        <a:pt x="99" y="510"/>
                        <a:pt x="122" y="717"/>
                      </a:cubicBezTo>
                      <a:cubicBezTo>
                        <a:pt x="136" y="820"/>
                        <a:pt x="151" y="932"/>
                        <a:pt x="168" y="1051"/>
                      </a:cubicBezTo>
                      <a:cubicBezTo>
                        <a:pt x="186" y="1168"/>
                        <a:pt x="187" y="1296"/>
                        <a:pt x="202" y="1426"/>
                      </a:cubicBezTo>
                      <a:cubicBezTo>
                        <a:pt x="233" y="1686"/>
                        <a:pt x="232" y="1966"/>
                        <a:pt x="244" y="2244"/>
                      </a:cubicBezTo>
                      <a:cubicBezTo>
                        <a:pt x="243" y="2524"/>
                        <a:pt x="250" y="2804"/>
                        <a:pt x="233" y="3066"/>
                      </a:cubicBezTo>
                      <a:cubicBezTo>
                        <a:pt x="225" y="3328"/>
                        <a:pt x="210" y="3573"/>
                        <a:pt x="195" y="3784"/>
                      </a:cubicBezTo>
                      <a:cubicBezTo>
                        <a:pt x="165" y="4205"/>
                        <a:pt x="145" y="4485"/>
                        <a:pt x="145" y="4485"/>
                      </a:cubicBezTo>
                      <a:lnTo>
                        <a:pt x="246" y="4499"/>
                      </a:lnTo>
                      <a:cubicBezTo>
                        <a:pt x="246" y="4499"/>
                        <a:pt x="259" y="4429"/>
                        <a:pt x="281" y="4308"/>
                      </a:cubicBezTo>
                      <a:cubicBezTo>
                        <a:pt x="299" y="4185"/>
                        <a:pt x="340" y="4012"/>
                        <a:pt x="362" y="3800"/>
                      </a:cubicBezTo>
                      <a:cubicBezTo>
                        <a:pt x="386" y="3589"/>
                        <a:pt x="422" y="3343"/>
                        <a:pt x="435" y="3077"/>
                      </a:cubicBezTo>
                      <a:cubicBezTo>
                        <a:pt x="457" y="2811"/>
                        <a:pt x="455" y="2526"/>
                        <a:pt x="462" y="2241"/>
                      </a:cubicBezTo>
                      <a:cubicBezTo>
                        <a:pt x="446" y="1956"/>
                        <a:pt x="440" y="1672"/>
                        <a:pt x="404" y="1406"/>
                      </a:cubicBezTo>
                      <a:cubicBezTo>
                        <a:pt x="388" y="1274"/>
                        <a:pt x="379" y="1145"/>
                        <a:pt x="353" y="1024"/>
                      </a:cubicBezTo>
                      <a:cubicBezTo>
                        <a:pt x="329" y="902"/>
                        <a:pt x="307" y="789"/>
                        <a:pt x="286" y="682"/>
                      </a:cubicBezTo>
                      <a:cubicBezTo>
                        <a:pt x="251" y="470"/>
                        <a:pt x="186" y="307"/>
                        <a:pt x="157" y="187"/>
                      </a:cubicBezTo>
                      <a:cubicBezTo>
                        <a:pt x="121" y="68"/>
                        <a:pt x="101" y="1"/>
                        <a:pt x="10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60" name="Google Shape;260;p29"/>
              <p:cNvGrpSpPr/>
              <p:nvPr/>
            </p:nvGrpSpPr>
            <p:grpSpPr>
              <a:xfrm rot="1354541">
                <a:off x="647299" y="794142"/>
                <a:ext cx="183816" cy="253701"/>
                <a:chOff x="2916600" y="-617325"/>
                <a:chExt cx="184250" cy="254300"/>
              </a:xfrm>
            </p:grpSpPr>
            <p:sp>
              <p:nvSpPr>
                <p:cNvPr id="261" name="Google Shape;261;p29"/>
                <p:cNvSpPr/>
                <p:nvPr/>
              </p:nvSpPr>
              <p:spPr>
                <a:xfrm>
                  <a:off x="2916600" y="-617325"/>
                  <a:ext cx="184250" cy="254300"/>
                </a:xfrm>
                <a:custGeom>
                  <a:rect b="b" l="l" r="r" t="t"/>
                  <a:pathLst>
                    <a:path extrusionOk="0" h="10172" w="7370">
                      <a:moveTo>
                        <a:pt x="3449" y="1"/>
                      </a:moveTo>
                      <a:cubicBezTo>
                        <a:pt x="1" y="1"/>
                        <a:pt x="1027" y="10171"/>
                        <a:pt x="1490" y="10171"/>
                      </a:cubicBezTo>
                      <a:cubicBezTo>
                        <a:pt x="1502" y="10171"/>
                        <a:pt x="1514" y="10165"/>
                        <a:pt x="1525" y="10150"/>
                      </a:cubicBezTo>
                      <a:cubicBezTo>
                        <a:pt x="2090" y="9433"/>
                        <a:pt x="7370" y="362"/>
                        <a:pt x="3622" y="9"/>
                      </a:cubicBezTo>
                      <a:cubicBezTo>
                        <a:pt x="3563" y="3"/>
                        <a:pt x="3505" y="1"/>
                        <a:pt x="3449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2" name="Google Shape;262;p29"/>
                <p:cNvSpPr/>
                <p:nvPr/>
              </p:nvSpPr>
              <p:spPr>
                <a:xfrm>
                  <a:off x="2965150" y="-602650"/>
                  <a:ext cx="62000" cy="205775"/>
                </a:xfrm>
                <a:custGeom>
                  <a:rect b="b" l="l" r="r" t="t"/>
                  <a:pathLst>
                    <a:path extrusionOk="0" h="8231" w="2480">
                      <a:moveTo>
                        <a:pt x="2233" y="1"/>
                      </a:moveTo>
                      <a:cubicBezTo>
                        <a:pt x="2233" y="1"/>
                        <a:pt x="2223" y="134"/>
                        <a:pt x="2208" y="369"/>
                      </a:cubicBezTo>
                      <a:cubicBezTo>
                        <a:pt x="2185" y="601"/>
                        <a:pt x="2196" y="945"/>
                        <a:pt x="2131" y="1334"/>
                      </a:cubicBezTo>
                      <a:cubicBezTo>
                        <a:pt x="2105" y="1530"/>
                        <a:pt x="2077" y="1742"/>
                        <a:pt x="2047" y="1965"/>
                      </a:cubicBezTo>
                      <a:cubicBezTo>
                        <a:pt x="2020" y="2190"/>
                        <a:pt x="1954" y="2424"/>
                        <a:pt x="1914" y="2669"/>
                      </a:cubicBezTo>
                      <a:cubicBezTo>
                        <a:pt x="1865" y="2912"/>
                        <a:pt x="1826" y="3166"/>
                        <a:pt x="1752" y="3416"/>
                      </a:cubicBezTo>
                      <a:cubicBezTo>
                        <a:pt x="1685" y="3669"/>
                        <a:pt x="1617" y="3926"/>
                        <a:pt x="1550" y="4182"/>
                      </a:cubicBezTo>
                      <a:cubicBezTo>
                        <a:pt x="1389" y="4687"/>
                        <a:pt x="1251" y="5202"/>
                        <a:pt x="1061" y="5663"/>
                      </a:cubicBezTo>
                      <a:cubicBezTo>
                        <a:pt x="974" y="5896"/>
                        <a:pt x="890" y="6121"/>
                        <a:pt x="811" y="6336"/>
                      </a:cubicBezTo>
                      <a:cubicBezTo>
                        <a:pt x="721" y="6546"/>
                        <a:pt x="636" y="6745"/>
                        <a:pt x="557" y="6928"/>
                      </a:cubicBezTo>
                      <a:cubicBezTo>
                        <a:pt x="409" y="7299"/>
                        <a:pt x="253" y="7594"/>
                        <a:pt x="156" y="7806"/>
                      </a:cubicBezTo>
                      <a:cubicBezTo>
                        <a:pt x="56" y="8018"/>
                        <a:pt x="0" y="8138"/>
                        <a:pt x="0" y="8138"/>
                      </a:cubicBezTo>
                      <a:lnTo>
                        <a:pt x="159" y="8230"/>
                      </a:lnTo>
                      <a:cubicBezTo>
                        <a:pt x="159" y="8230"/>
                        <a:pt x="230" y="8115"/>
                        <a:pt x="351" y="7912"/>
                      </a:cubicBezTo>
                      <a:cubicBezTo>
                        <a:pt x="466" y="7705"/>
                        <a:pt x="659" y="7424"/>
                        <a:pt x="828" y="7056"/>
                      </a:cubicBezTo>
                      <a:cubicBezTo>
                        <a:pt x="1009" y="6692"/>
                        <a:pt x="1219" y="6267"/>
                        <a:pt x="1399" y="5792"/>
                      </a:cubicBezTo>
                      <a:cubicBezTo>
                        <a:pt x="1601" y="5325"/>
                        <a:pt x="1750" y="4803"/>
                        <a:pt x="1923" y="4290"/>
                      </a:cubicBezTo>
                      <a:cubicBezTo>
                        <a:pt x="2050" y="3762"/>
                        <a:pt x="2199" y="3239"/>
                        <a:pt x="2270" y="2735"/>
                      </a:cubicBezTo>
                      <a:cubicBezTo>
                        <a:pt x="2311" y="2483"/>
                        <a:pt x="2364" y="2244"/>
                        <a:pt x="2379" y="2008"/>
                      </a:cubicBezTo>
                      <a:cubicBezTo>
                        <a:pt x="2397" y="1774"/>
                        <a:pt x="2414" y="1552"/>
                        <a:pt x="2430" y="1348"/>
                      </a:cubicBezTo>
                      <a:cubicBezTo>
                        <a:pt x="2479" y="938"/>
                        <a:pt x="2426" y="608"/>
                        <a:pt x="2431" y="372"/>
                      </a:cubicBezTo>
                      <a:cubicBezTo>
                        <a:pt x="2421" y="137"/>
                        <a:pt x="2416" y="3"/>
                        <a:pt x="2416" y="3"/>
                      </a:cubicBezTo>
                      <a:lnTo>
                        <a:pt x="2233" y="1"/>
                      </a:lnTo>
                      <a:close/>
                    </a:path>
                  </a:pathLst>
                </a:custGeom>
                <a:solidFill>
                  <a:srgbClr val="3C354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63" name="Google Shape;263;p29"/>
              <p:cNvGrpSpPr/>
              <p:nvPr/>
            </p:nvGrpSpPr>
            <p:grpSpPr>
              <a:xfrm rot="7251019">
                <a:off x="629630" y="982427"/>
                <a:ext cx="165313" cy="331243"/>
                <a:chOff x="2523825" y="-685025"/>
                <a:chExt cx="214450" cy="429700"/>
              </a:xfrm>
            </p:grpSpPr>
            <p:sp>
              <p:nvSpPr>
                <p:cNvPr id="264" name="Google Shape;264;p29"/>
                <p:cNvSpPr/>
                <p:nvPr/>
              </p:nvSpPr>
              <p:spPr>
                <a:xfrm>
                  <a:off x="2523825" y="-685025"/>
                  <a:ext cx="214450" cy="429700"/>
                </a:xfrm>
                <a:custGeom>
                  <a:rect b="b" l="l" r="r" t="t"/>
                  <a:pathLst>
                    <a:path extrusionOk="0" h="17188" w="8578">
                      <a:moveTo>
                        <a:pt x="5865" y="1"/>
                      </a:moveTo>
                      <a:cubicBezTo>
                        <a:pt x="3874" y="1"/>
                        <a:pt x="1160" y="3325"/>
                        <a:pt x="683" y="6656"/>
                      </a:cubicBezTo>
                      <a:cubicBezTo>
                        <a:pt x="1" y="11412"/>
                        <a:pt x="4331" y="17188"/>
                        <a:pt x="4921" y="17188"/>
                      </a:cubicBezTo>
                      <a:cubicBezTo>
                        <a:pt x="4929" y="17188"/>
                        <a:pt x="4936" y="17187"/>
                        <a:pt x="4943" y="17185"/>
                      </a:cubicBezTo>
                      <a:cubicBezTo>
                        <a:pt x="4943" y="17185"/>
                        <a:pt x="2597" y="11715"/>
                        <a:pt x="3742" y="7505"/>
                      </a:cubicBezTo>
                      <a:cubicBezTo>
                        <a:pt x="4341" y="5296"/>
                        <a:pt x="8577" y="1210"/>
                        <a:pt x="6596" y="175"/>
                      </a:cubicBezTo>
                      <a:cubicBezTo>
                        <a:pt x="6369" y="57"/>
                        <a:pt x="6123" y="1"/>
                        <a:pt x="5865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5" name="Google Shape;265;p29"/>
                <p:cNvSpPr/>
                <p:nvPr/>
              </p:nvSpPr>
              <p:spPr>
                <a:xfrm>
                  <a:off x="2644975" y="-677100"/>
                  <a:ext cx="45350" cy="106150"/>
                </a:xfrm>
                <a:custGeom>
                  <a:rect b="b" l="l" r="r" t="t"/>
                  <a:pathLst>
                    <a:path extrusionOk="0" h="4246" w="1814">
                      <a:moveTo>
                        <a:pt x="1347" y="0"/>
                      </a:moveTo>
                      <a:lnTo>
                        <a:pt x="1259" y="62"/>
                      </a:lnTo>
                      <a:cubicBezTo>
                        <a:pt x="1259" y="62"/>
                        <a:pt x="1299" y="124"/>
                        <a:pt x="1367" y="234"/>
                      </a:cubicBezTo>
                      <a:cubicBezTo>
                        <a:pt x="1405" y="289"/>
                        <a:pt x="1447" y="356"/>
                        <a:pt x="1473" y="435"/>
                      </a:cubicBezTo>
                      <a:cubicBezTo>
                        <a:pt x="1504" y="515"/>
                        <a:pt x="1547" y="598"/>
                        <a:pt x="1563" y="704"/>
                      </a:cubicBezTo>
                      <a:cubicBezTo>
                        <a:pt x="1574" y="755"/>
                        <a:pt x="1588" y="808"/>
                        <a:pt x="1598" y="863"/>
                      </a:cubicBezTo>
                      <a:cubicBezTo>
                        <a:pt x="1600" y="920"/>
                        <a:pt x="1602" y="978"/>
                        <a:pt x="1604" y="1038"/>
                      </a:cubicBezTo>
                      <a:cubicBezTo>
                        <a:pt x="1610" y="1097"/>
                        <a:pt x="1602" y="1159"/>
                        <a:pt x="1593" y="1222"/>
                      </a:cubicBezTo>
                      <a:cubicBezTo>
                        <a:pt x="1582" y="1284"/>
                        <a:pt x="1585" y="1349"/>
                        <a:pt x="1566" y="1413"/>
                      </a:cubicBezTo>
                      <a:cubicBezTo>
                        <a:pt x="1536" y="1542"/>
                        <a:pt x="1501" y="1674"/>
                        <a:pt x="1445" y="1804"/>
                      </a:cubicBezTo>
                      <a:cubicBezTo>
                        <a:pt x="1400" y="1937"/>
                        <a:pt x="1328" y="2065"/>
                        <a:pt x="1265" y="2194"/>
                      </a:cubicBezTo>
                      <a:cubicBezTo>
                        <a:pt x="1132" y="2451"/>
                        <a:pt x="972" y="2697"/>
                        <a:pt x="817" y="2925"/>
                      </a:cubicBezTo>
                      <a:cubicBezTo>
                        <a:pt x="661" y="3155"/>
                        <a:pt x="515" y="3369"/>
                        <a:pt x="390" y="3553"/>
                      </a:cubicBezTo>
                      <a:cubicBezTo>
                        <a:pt x="139" y="3923"/>
                        <a:pt x="0" y="4191"/>
                        <a:pt x="0" y="4191"/>
                      </a:cubicBezTo>
                      <a:lnTo>
                        <a:pt x="91" y="4246"/>
                      </a:lnTo>
                      <a:cubicBezTo>
                        <a:pt x="91" y="4246"/>
                        <a:pt x="259" y="4004"/>
                        <a:pt x="532" y="3655"/>
                      </a:cubicBezTo>
                      <a:cubicBezTo>
                        <a:pt x="802" y="3303"/>
                        <a:pt x="1173" y="2833"/>
                        <a:pt x="1464" y="2299"/>
                      </a:cubicBezTo>
                      <a:cubicBezTo>
                        <a:pt x="1531" y="2162"/>
                        <a:pt x="1602" y="2027"/>
                        <a:pt x="1650" y="1883"/>
                      </a:cubicBezTo>
                      <a:cubicBezTo>
                        <a:pt x="1707" y="1742"/>
                        <a:pt x="1743" y="1596"/>
                        <a:pt x="1773" y="1453"/>
                      </a:cubicBezTo>
                      <a:cubicBezTo>
                        <a:pt x="1794" y="1309"/>
                        <a:pt x="1814" y="1166"/>
                        <a:pt x="1799" y="1032"/>
                      </a:cubicBezTo>
                      <a:cubicBezTo>
                        <a:pt x="1792" y="964"/>
                        <a:pt x="1786" y="899"/>
                        <a:pt x="1780" y="835"/>
                      </a:cubicBezTo>
                      <a:cubicBezTo>
                        <a:pt x="1766" y="773"/>
                        <a:pt x="1747" y="715"/>
                        <a:pt x="1732" y="658"/>
                      </a:cubicBezTo>
                      <a:cubicBezTo>
                        <a:pt x="1708" y="543"/>
                        <a:pt x="1650" y="447"/>
                        <a:pt x="1605" y="361"/>
                      </a:cubicBezTo>
                      <a:cubicBezTo>
                        <a:pt x="1564" y="272"/>
                        <a:pt x="1516" y="210"/>
                        <a:pt x="1475" y="160"/>
                      </a:cubicBezTo>
                      <a:cubicBezTo>
                        <a:pt x="1394" y="58"/>
                        <a:pt x="1347" y="0"/>
                        <a:pt x="134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6" name="Google Shape;266;p29"/>
                <p:cNvSpPr/>
                <p:nvPr/>
              </p:nvSpPr>
              <p:spPr>
                <a:xfrm>
                  <a:off x="2594325" y="-518425"/>
                  <a:ext cx="18675" cy="136625"/>
                </a:xfrm>
                <a:custGeom>
                  <a:rect b="b" l="l" r="r" t="t"/>
                  <a:pathLst>
                    <a:path extrusionOk="0" h="5465" w="747">
                      <a:moveTo>
                        <a:pt x="647" y="0"/>
                      </a:moveTo>
                      <a:cubicBezTo>
                        <a:pt x="647" y="0"/>
                        <a:pt x="612" y="80"/>
                        <a:pt x="550" y="218"/>
                      </a:cubicBezTo>
                      <a:cubicBezTo>
                        <a:pt x="518" y="287"/>
                        <a:pt x="481" y="371"/>
                        <a:pt x="438" y="467"/>
                      </a:cubicBezTo>
                      <a:cubicBezTo>
                        <a:pt x="390" y="561"/>
                        <a:pt x="352" y="675"/>
                        <a:pt x="317" y="804"/>
                      </a:cubicBezTo>
                      <a:cubicBezTo>
                        <a:pt x="281" y="931"/>
                        <a:pt x="241" y="1069"/>
                        <a:pt x="198" y="1216"/>
                      </a:cubicBezTo>
                      <a:cubicBezTo>
                        <a:pt x="159" y="1362"/>
                        <a:pt x="138" y="1519"/>
                        <a:pt x="109" y="1681"/>
                      </a:cubicBezTo>
                      <a:cubicBezTo>
                        <a:pt x="80" y="1844"/>
                        <a:pt x="50" y="2011"/>
                        <a:pt x="42" y="2183"/>
                      </a:cubicBezTo>
                      <a:cubicBezTo>
                        <a:pt x="28" y="2355"/>
                        <a:pt x="14" y="2530"/>
                        <a:pt x="0" y="2704"/>
                      </a:cubicBezTo>
                      <a:cubicBezTo>
                        <a:pt x="2" y="2879"/>
                        <a:pt x="5" y="3055"/>
                        <a:pt x="7" y="3227"/>
                      </a:cubicBezTo>
                      <a:cubicBezTo>
                        <a:pt x="3" y="3399"/>
                        <a:pt x="21" y="3568"/>
                        <a:pt x="35" y="3731"/>
                      </a:cubicBezTo>
                      <a:cubicBezTo>
                        <a:pt x="54" y="4059"/>
                        <a:pt x="110" y="4360"/>
                        <a:pt x="156" y="4618"/>
                      </a:cubicBezTo>
                      <a:cubicBezTo>
                        <a:pt x="193" y="4878"/>
                        <a:pt x="270" y="5085"/>
                        <a:pt x="305" y="5233"/>
                      </a:cubicBezTo>
                      <a:cubicBezTo>
                        <a:pt x="345" y="5380"/>
                        <a:pt x="368" y="5464"/>
                        <a:pt x="368" y="5464"/>
                      </a:cubicBezTo>
                      <a:lnTo>
                        <a:pt x="471" y="5436"/>
                      </a:lnTo>
                      <a:cubicBezTo>
                        <a:pt x="471" y="5436"/>
                        <a:pt x="455" y="5351"/>
                        <a:pt x="428" y="5203"/>
                      </a:cubicBezTo>
                      <a:cubicBezTo>
                        <a:pt x="404" y="5054"/>
                        <a:pt x="352" y="4846"/>
                        <a:pt x="328" y="4590"/>
                      </a:cubicBezTo>
                      <a:cubicBezTo>
                        <a:pt x="311" y="4462"/>
                        <a:pt x="294" y="4324"/>
                        <a:pt x="276" y="4178"/>
                      </a:cubicBezTo>
                      <a:cubicBezTo>
                        <a:pt x="259" y="4032"/>
                        <a:pt x="259" y="3876"/>
                        <a:pt x="244" y="3716"/>
                      </a:cubicBezTo>
                      <a:cubicBezTo>
                        <a:pt x="233" y="3556"/>
                        <a:pt x="219" y="3391"/>
                        <a:pt x="225" y="3222"/>
                      </a:cubicBezTo>
                      <a:cubicBezTo>
                        <a:pt x="225" y="3054"/>
                        <a:pt x="226" y="2883"/>
                        <a:pt x="227" y="2712"/>
                      </a:cubicBezTo>
                      <a:cubicBezTo>
                        <a:pt x="238" y="2541"/>
                        <a:pt x="249" y="2371"/>
                        <a:pt x="260" y="2203"/>
                      </a:cubicBezTo>
                      <a:cubicBezTo>
                        <a:pt x="265" y="2035"/>
                        <a:pt x="291" y="1871"/>
                        <a:pt x="317" y="1713"/>
                      </a:cubicBezTo>
                      <a:cubicBezTo>
                        <a:pt x="345" y="1556"/>
                        <a:pt x="358" y="1401"/>
                        <a:pt x="387" y="1259"/>
                      </a:cubicBezTo>
                      <a:cubicBezTo>
                        <a:pt x="421" y="1117"/>
                        <a:pt x="454" y="983"/>
                        <a:pt x="483" y="860"/>
                      </a:cubicBezTo>
                      <a:cubicBezTo>
                        <a:pt x="511" y="736"/>
                        <a:pt x="537" y="622"/>
                        <a:pt x="578" y="523"/>
                      </a:cubicBezTo>
                      <a:cubicBezTo>
                        <a:pt x="613" y="423"/>
                        <a:pt x="643" y="336"/>
                        <a:pt x="668" y="265"/>
                      </a:cubicBezTo>
                      <a:cubicBezTo>
                        <a:pt x="717" y="122"/>
                        <a:pt x="746" y="40"/>
                        <a:pt x="746" y="40"/>
                      </a:cubicBezTo>
                      <a:lnTo>
                        <a:pt x="64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67" name="Google Shape;267;p29"/>
            <p:cNvGrpSpPr/>
            <p:nvPr/>
          </p:nvGrpSpPr>
          <p:grpSpPr>
            <a:xfrm rot="-1028607">
              <a:off x="396206" y="1197722"/>
              <a:ext cx="324549" cy="303880"/>
              <a:chOff x="3253250" y="-606750"/>
              <a:chExt cx="249000" cy="233125"/>
            </a:xfrm>
          </p:grpSpPr>
          <p:sp>
            <p:nvSpPr>
              <p:cNvPr id="268" name="Google Shape;268;p29"/>
              <p:cNvSpPr/>
              <p:nvPr/>
            </p:nvSpPr>
            <p:spPr>
              <a:xfrm>
                <a:off x="3253250" y="-606750"/>
                <a:ext cx="249000" cy="233125"/>
              </a:xfrm>
              <a:custGeom>
                <a:rect b="b" l="l" r="r" t="t"/>
                <a:pathLst>
                  <a:path extrusionOk="0" h="9325" w="9960">
                    <a:moveTo>
                      <a:pt x="5032" y="1"/>
                    </a:moveTo>
                    <a:cubicBezTo>
                      <a:pt x="2662" y="1"/>
                      <a:pt x="1600" y="1620"/>
                      <a:pt x="1208" y="2928"/>
                    </a:cubicBezTo>
                    <a:cubicBezTo>
                      <a:pt x="767" y="4405"/>
                      <a:pt x="1" y="7191"/>
                      <a:pt x="3402" y="8811"/>
                    </a:cubicBezTo>
                    <a:cubicBezTo>
                      <a:pt x="4154" y="9169"/>
                      <a:pt x="4848" y="9324"/>
                      <a:pt x="5479" y="9324"/>
                    </a:cubicBezTo>
                    <a:cubicBezTo>
                      <a:pt x="7705" y="9324"/>
                      <a:pt x="9143" y="7397"/>
                      <a:pt x="9500" y="5677"/>
                    </a:cubicBezTo>
                    <a:cubicBezTo>
                      <a:pt x="9960" y="3469"/>
                      <a:pt x="9519" y="663"/>
                      <a:pt x="6012" y="85"/>
                    </a:cubicBezTo>
                    <a:cubicBezTo>
                      <a:pt x="5663" y="28"/>
                      <a:pt x="5337" y="1"/>
                      <a:pt x="503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29"/>
              <p:cNvSpPr/>
              <p:nvPr/>
            </p:nvSpPr>
            <p:spPr>
              <a:xfrm>
                <a:off x="3347625" y="-525925"/>
                <a:ext cx="18275" cy="28675"/>
              </a:xfrm>
              <a:custGeom>
                <a:rect b="b" l="l" r="r" t="t"/>
                <a:pathLst>
                  <a:path extrusionOk="0" h="1147" w="731">
                    <a:moveTo>
                      <a:pt x="540" y="1"/>
                    </a:moveTo>
                    <a:cubicBezTo>
                      <a:pt x="353" y="1"/>
                      <a:pt x="0" y="1081"/>
                      <a:pt x="212" y="1144"/>
                    </a:cubicBezTo>
                    <a:cubicBezTo>
                      <a:pt x="217" y="1146"/>
                      <a:pt x="223" y="1146"/>
                      <a:pt x="230" y="1146"/>
                    </a:cubicBezTo>
                    <a:cubicBezTo>
                      <a:pt x="445" y="1146"/>
                      <a:pt x="730" y="56"/>
                      <a:pt x="553" y="3"/>
                    </a:cubicBezTo>
                    <a:cubicBezTo>
                      <a:pt x="549" y="1"/>
                      <a:pt x="544" y="1"/>
                      <a:pt x="540" y="1"/>
                    </a:cubicBezTo>
                    <a:close/>
                  </a:path>
                </a:pathLst>
              </a:custGeom>
              <a:solidFill>
                <a:srgbClr val="3C35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29"/>
              <p:cNvSpPr/>
              <p:nvPr/>
            </p:nvSpPr>
            <p:spPr>
              <a:xfrm>
                <a:off x="3403575" y="-509175"/>
                <a:ext cx="18275" cy="28650"/>
              </a:xfrm>
              <a:custGeom>
                <a:rect b="b" l="l" r="r" t="t"/>
                <a:pathLst>
                  <a:path extrusionOk="0" h="1146" w="731">
                    <a:moveTo>
                      <a:pt x="539" y="0"/>
                    </a:moveTo>
                    <a:cubicBezTo>
                      <a:pt x="352" y="0"/>
                      <a:pt x="0" y="1080"/>
                      <a:pt x="211" y="1143"/>
                    </a:cubicBezTo>
                    <a:cubicBezTo>
                      <a:pt x="217" y="1144"/>
                      <a:pt x="223" y="1145"/>
                      <a:pt x="229" y="1145"/>
                    </a:cubicBezTo>
                    <a:cubicBezTo>
                      <a:pt x="444" y="1145"/>
                      <a:pt x="730" y="55"/>
                      <a:pt x="552" y="2"/>
                    </a:cubicBezTo>
                    <a:cubicBezTo>
                      <a:pt x="548" y="1"/>
                      <a:pt x="543" y="0"/>
                      <a:pt x="539" y="0"/>
                    </a:cubicBezTo>
                    <a:close/>
                  </a:path>
                </a:pathLst>
              </a:custGeom>
              <a:solidFill>
                <a:srgbClr val="3C35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29"/>
              <p:cNvSpPr/>
              <p:nvPr/>
            </p:nvSpPr>
            <p:spPr>
              <a:xfrm>
                <a:off x="3279675" y="-509300"/>
                <a:ext cx="20800" cy="85950"/>
              </a:xfrm>
              <a:custGeom>
                <a:rect b="b" l="l" r="r" t="t"/>
                <a:pathLst>
                  <a:path extrusionOk="0" h="3438" w="832">
                    <a:moveTo>
                      <a:pt x="234" y="0"/>
                    </a:moveTo>
                    <a:cubicBezTo>
                      <a:pt x="210" y="0"/>
                      <a:pt x="186" y="14"/>
                      <a:pt x="181" y="43"/>
                    </a:cubicBezTo>
                    <a:cubicBezTo>
                      <a:pt x="0" y="1176"/>
                      <a:pt x="96" y="2423"/>
                      <a:pt x="719" y="3413"/>
                    </a:cubicBezTo>
                    <a:cubicBezTo>
                      <a:pt x="729" y="3430"/>
                      <a:pt x="745" y="3437"/>
                      <a:pt x="761" y="3437"/>
                    </a:cubicBezTo>
                    <a:cubicBezTo>
                      <a:pt x="796" y="3437"/>
                      <a:pt x="832" y="3402"/>
                      <a:pt x="813" y="3362"/>
                    </a:cubicBezTo>
                    <a:cubicBezTo>
                      <a:pt x="351" y="2321"/>
                      <a:pt x="276" y="1177"/>
                      <a:pt x="288" y="53"/>
                    </a:cubicBezTo>
                    <a:cubicBezTo>
                      <a:pt x="289" y="19"/>
                      <a:pt x="261" y="0"/>
                      <a:pt x="234" y="0"/>
                    </a:cubicBezTo>
                    <a:close/>
                  </a:path>
                </a:pathLst>
              </a:custGeom>
              <a:solidFill>
                <a:srgbClr val="3C35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29"/>
              <p:cNvSpPr/>
              <p:nvPr/>
            </p:nvSpPr>
            <p:spPr>
              <a:xfrm>
                <a:off x="3312650" y="-600250"/>
                <a:ext cx="118950" cy="28950"/>
              </a:xfrm>
              <a:custGeom>
                <a:rect b="b" l="l" r="r" t="t"/>
                <a:pathLst>
                  <a:path extrusionOk="0" h="1158" w="4758">
                    <a:moveTo>
                      <a:pt x="2614" y="0"/>
                    </a:moveTo>
                    <a:cubicBezTo>
                      <a:pt x="1640" y="0"/>
                      <a:pt x="675" y="334"/>
                      <a:pt x="34" y="1070"/>
                    </a:cubicBezTo>
                    <a:cubicBezTo>
                      <a:pt x="0" y="1108"/>
                      <a:pt x="38" y="1157"/>
                      <a:pt x="78" y="1157"/>
                    </a:cubicBezTo>
                    <a:cubicBezTo>
                      <a:pt x="90" y="1157"/>
                      <a:pt x="102" y="1153"/>
                      <a:pt x="112" y="1142"/>
                    </a:cubicBezTo>
                    <a:cubicBezTo>
                      <a:pt x="806" y="502"/>
                      <a:pt x="1733" y="223"/>
                      <a:pt x="2669" y="223"/>
                    </a:cubicBezTo>
                    <a:cubicBezTo>
                      <a:pt x="3356" y="223"/>
                      <a:pt x="4048" y="373"/>
                      <a:pt x="4658" y="641"/>
                    </a:cubicBezTo>
                    <a:cubicBezTo>
                      <a:pt x="4666" y="645"/>
                      <a:pt x="4674" y="646"/>
                      <a:pt x="4681" y="646"/>
                    </a:cubicBezTo>
                    <a:cubicBezTo>
                      <a:pt x="4729" y="646"/>
                      <a:pt x="4758" y="575"/>
                      <a:pt x="4709" y="546"/>
                    </a:cubicBezTo>
                    <a:cubicBezTo>
                      <a:pt x="4097" y="192"/>
                      <a:pt x="3353" y="0"/>
                      <a:pt x="261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3" name="Google Shape;273;p29"/>
            <p:cNvGrpSpPr/>
            <p:nvPr/>
          </p:nvGrpSpPr>
          <p:grpSpPr>
            <a:xfrm rot="-2043501">
              <a:off x="679197" y="1057274"/>
              <a:ext cx="213969" cy="237571"/>
              <a:chOff x="5071176" y="2522737"/>
              <a:chExt cx="356745" cy="396095"/>
            </a:xfrm>
          </p:grpSpPr>
          <p:sp>
            <p:nvSpPr>
              <p:cNvPr id="274" name="Google Shape;274;p29"/>
              <p:cNvSpPr/>
              <p:nvPr/>
            </p:nvSpPr>
            <p:spPr>
              <a:xfrm>
                <a:off x="5071176" y="2522737"/>
                <a:ext cx="356745" cy="396095"/>
              </a:xfrm>
              <a:custGeom>
                <a:rect b="b" l="l" r="r" t="t"/>
                <a:pathLst>
                  <a:path extrusionOk="0" h="9472" w="8531">
                    <a:moveTo>
                      <a:pt x="2207" y="1"/>
                    </a:moveTo>
                    <a:cubicBezTo>
                      <a:pt x="2091" y="1"/>
                      <a:pt x="1965" y="19"/>
                      <a:pt x="1829" y="60"/>
                    </a:cubicBezTo>
                    <a:cubicBezTo>
                      <a:pt x="0" y="603"/>
                      <a:pt x="3040" y="9450"/>
                      <a:pt x="3217" y="9471"/>
                    </a:cubicBezTo>
                    <a:cubicBezTo>
                      <a:pt x="3217" y="9471"/>
                      <a:pt x="3218" y="9472"/>
                      <a:pt x="3219" y="9472"/>
                    </a:cubicBezTo>
                    <a:cubicBezTo>
                      <a:pt x="3530" y="9472"/>
                      <a:pt x="8531" y="1499"/>
                      <a:pt x="6410" y="400"/>
                    </a:cubicBezTo>
                    <a:cubicBezTo>
                      <a:pt x="6260" y="323"/>
                      <a:pt x="6116" y="288"/>
                      <a:pt x="5977" y="288"/>
                    </a:cubicBezTo>
                    <a:cubicBezTo>
                      <a:pt x="4764" y="288"/>
                      <a:pt x="3964" y="2934"/>
                      <a:pt x="3789" y="2934"/>
                    </a:cubicBezTo>
                    <a:cubicBezTo>
                      <a:pt x="3788" y="2934"/>
                      <a:pt x="3786" y="2934"/>
                      <a:pt x="3785" y="2933"/>
                    </a:cubicBezTo>
                    <a:cubicBezTo>
                      <a:pt x="3614" y="2888"/>
                      <a:pt x="3650" y="1"/>
                      <a:pt x="220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29"/>
              <p:cNvSpPr/>
              <p:nvPr/>
            </p:nvSpPr>
            <p:spPr>
              <a:xfrm>
                <a:off x="5212811" y="2708867"/>
                <a:ext cx="100989" cy="185628"/>
              </a:xfrm>
              <a:custGeom>
                <a:rect b="b" l="l" r="r" t="t"/>
                <a:pathLst>
                  <a:path extrusionOk="0" h="4439" w="2415">
                    <a:moveTo>
                      <a:pt x="2381" y="0"/>
                    </a:moveTo>
                    <a:cubicBezTo>
                      <a:pt x="2370" y="0"/>
                      <a:pt x="2360" y="7"/>
                      <a:pt x="2354" y="17"/>
                    </a:cubicBezTo>
                    <a:cubicBezTo>
                      <a:pt x="2177" y="391"/>
                      <a:pt x="1987" y="758"/>
                      <a:pt x="1792" y="1122"/>
                    </a:cubicBezTo>
                    <a:cubicBezTo>
                      <a:pt x="1205" y="2217"/>
                      <a:pt x="546" y="3274"/>
                      <a:pt x="12" y="4397"/>
                    </a:cubicBezTo>
                    <a:cubicBezTo>
                      <a:pt x="0" y="4420"/>
                      <a:pt x="21" y="4439"/>
                      <a:pt x="40" y="4439"/>
                    </a:cubicBezTo>
                    <a:cubicBezTo>
                      <a:pt x="50" y="4439"/>
                      <a:pt x="59" y="4435"/>
                      <a:pt x="65" y="4424"/>
                    </a:cubicBezTo>
                    <a:cubicBezTo>
                      <a:pt x="264" y="4062"/>
                      <a:pt x="471" y="3704"/>
                      <a:pt x="677" y="3345"/>
                    </a:cubicBezTo>
                    <a:cubicBezTo>
                      <a:pt x="1042" y="2712"/>
                      <a:pt x="1565" y="1817"/>
                      <a:pt x="1889" y="1173"/>
                    </a:cubicBezTo>
                    <a:cubicBezTo>
                      <a:pt x="2078" y="803"/>
                      <a:pt x="2253" y="426"/>
                      <a:pt x="2409" y="41"/>
                    </a:cubicBezTo>
                    <a:cubicBezTo>
                      <a:pt x="2414" y="26"/>
                      <a:pt x="2408" y="9"/>
                      <a:pt x="2394" y="3"/>
                    </a:cubicBezTo>
                    <a:cubicBezTo>
                      <a:pt x="2390" y="1"/>
                      <a:pt x="2386" y="0"/>
                      <a:pt x="23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0"/>
          <p:cNvSpPr/>
          <p:nvPr/>
        </p:nvSpPr>
        <p:spPr>
          <a:xfrm flipH="1">
            <a:off x="2793792" y="4077275"/>
            <a:ext cx="3556405" cy="1066187"/>
          </a:xfrm>
          <a:custGeom>
            <a:rect b="b" l="l" r="r" t="t"/>
            <a:pathLst>
              <a:path extrusionOk="0" h="12536" w="41813">
                <a:moveTo>
                  <a:pt x="41813" y="12536"/>
                </a:moveTo>
                <a:lnTo>
                  <a:pt x="0" y="12536"/>
                </a:lnTo>
                <a:cubicBezTo>
                  <a:pt x="126" y="11357"/>
                  <a:pt x="423" y="10191"/>
                  <a:pt x="854" y="9088"/>
                </a:cubicBezTo>
                <a:cubicBezTo>
                  <a:pt x="1863" y="6514"/>
                  <a:pt x="3879" y="4060"/>
                  <a:pt x="6617" y="3669"/>
                </a:cubicBezTo>
                <a:cubicBezTo>
                  <a:pt x="7797" y="3500"/>
                  <a:pt x="8957" y="3729"/>
                  <a:pt x="10080" y="4146"/>
                </a:cubicBezTo>
                <a:cubicBezTo>
                  <a:pt x="11689" y="4742"/>
                  <a:pt x="13492" y="4257"/>
                  <a:pt x="14595" y="2942"/>
                </a:cubicBezTo>
                <a:cubicBezTo>
                  <a:pt x="15375" y="2015"/>
                  <a:pt x="16378" y="1274"/>
                  <a:pt x="17504" y="828"/>
                </a:cubicBezTo>
                <a:cubicBezTo>
                  <a:pt x="19590" y="1"/>
                  <a:pt x="22055" y="203"/>
                  <a:pt x="23979" y="1357"/>
                </a:cubicBezTo>
                <a:cubicBezTo>
                  <a:pt x="24549" y="1700"/>
                  <a:pt x="25072" y="2119"/>
                  <a:pt x="25578" y="2564"/>
                </a:cubicBezTo>
                <a:cubicBezTo>
                  <a:pt x="27015" y="3831"/>
                  <a:pt x="28306" y="5313"/>
                  <a:pt x="30115" y="5863"/>
                </a:cubicBezTo>
                <a:cubicBezTo>
                  <a:pt x="31998" y="6435"/>
                  <a:pt x="34054" y="5860"/>
                  <a:pt x="35982" y="6246"/>
                </a:cubicBezTo>
                <a:cubicBezTo>
                  <a:pt x="38809" y="6811"/>
                  <a:pt x="40886" y="9391"/>
                  <a:pt x="41707" y="12153"/>
                </a:cubicBezTo>
                <a:cubicBezTo>
                  <a:pt x="41745" y="12280"/>
                  <a:pt x="41780" y="12407"/>
                  <a:pt x="41813" y="12536"/>
                </a:cubicBezTo>
              </a:path>
            </a:pathLst>
          </a:custGeom>
          <a:solidFill>
            <a:srgbClr val="7968AF">
              <a:alpha val="8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0"/>
          <p:cNvSpPr/>
          <p:nvPr/>
        </p:nvSpPr>
        <p:spPr>
          <a:xfrm rot="-10097472">
            <a:off x="6877782" y="-1508120"/>
            <a:ext cx="3164696" cy="2221750"/>
          </a:xfrm>
          <a:custGeom>
            <a:rect b="b" l="l" r="r" t="t"/>
            <a:pathLst>
              <a:path extrusionOk="0" h="31327" w="44623">
                <a:moveTo>
                  <a:pt x="30183" y="1"/>
                </a:moveTo>
                <a:cubicBezTo>
                  <a:pt x="29393" y="1"/>
                  <a:pt x="28602" y="88"/>
                  <a:pt x="27831" y="268"/>
                </a:cubicBezTo>
                <a:cubicBezTo>
                  <a:pt x="25849" y="729"/>
                  <a:pt x="23986" y="1760"/>
                  <a:pt x="21953" y="1843"/>
                </a:cubicBezTo>
                <a:cubicBezTo>
                  <a:pt x="21860" y="1847"/>
                  <a:pt x="21768" y="1848"/>
                  <a:pt x="21676" y="1848"/>
                </a:cubicBezTo>
                <a:cubicBezTo>
                  <a:pt x="19689" y="1848"/>
                  <a:pt x="17791" y="990"/>
                  <a:pt x="15828" y="630"/>
                </a:cubicBezTo>
                <a:cubicBezTo>
                  <a:pt x="15153" y="506"/>
                  <a:pt x="14470" y="446"/>
                  <a:pt x="13789" y="446"/>
                </a:cubicBezTo>
                <a:cubicBezTo>
                  <a:pt x="9549" y="446"/>
                  <a:pt x="5342" y="2763"/>
                  <a:pt x="2990" y="6331"/>
                </a:cubicBezTo>
                <a:cubicBezTo>
                  <a:pt x="260" y="10472"/>
                  <a:pt x="1" y="16027"/>
                  <a:pt x="1998" y="20567"/>
                </a:cubicBezTo>
                <a:cubicBezTo>
                  <a:pt x="3996" y="25107"/>
                  <a:pt x="8093" y="28590"/>
                  <a:pt x="12783" y="30202"/>
                </a:cubicBezTo>
                <a:cubicBezTo>
                  <a:pt x="15007" y="30967"/>
                  <a:pt x="17351" y="31327"/>
                  <a:pt x="19701" y="31327"/>
                </a:cubicBezTo>
                <a:cubicBezTo>
                  <a:pt x="22309" y="31327"/>
                  <a:pt x="24925" y="30884"/>
                  <a:pt x="27400" y="30059"/>
                </a:cubicBezTo>
                <a:cubicBezTo>
                  <a:pt x="29707" y="29290"/>
                  <a:pt x="31904" y="28201"/>
                  <a:pt x="34244" y="27538"/>
                </a:cubicBezTo>
                <a:cubicBezTo>
                  <a:pt x="35447" y="27197"/>
                  <a:pt x="36715" y="26977"/>
                  <a:pt x="37966" y="26977"/>
                </a:cubicBezTo>
                <a:cubicBezTo>
                  <a:pt x="39147" y="26977"/>
                  <a:pt x="40312" y="27174"/>
                  <a:pt x="41392" y="27652"/>
                </a:cubicBezTo>
                <a:lnTo>
                  <a:pt x="44623" y="25946"/>
                </a:lnTo>
                <a:cubicBezTo>
                  <a:pt x="42654" y="25893"/>
                  <a:pt x="40990" y="24267"/>
                  <a:pt x="40342" y="22407"/>
                </a:cubicBezTo>
                <a:cubicBezTo>
                  <a:pt x="39693" y="20547"/>
                  <a:pt x="39871" y="18504"/>
                  <a:pt x="40215" y="16565"/>
                </a:cubicBezTo>
                <a:cubicBezTo>
                  <a:pt x="40557" y="14625"/>
                  <a:pt x="41058" y="12691"/>
                  <a:pt x="41032" y="10722"/>
                </a:cubicBezTo>
                <a:cubicBezTo>
                  <a:pt x="40988" y="7505"/>
                  <a:pt x="39446" y="4335"/>
                  <a:pt x="36929" y="2332"/>
                </a:cubicBezTo>
                <a:cubicBezTo>
                  <a:pt x="35031" y="821"/>
                  <a:pt x="32605" y="1"/>
                  <a:pt x="30183" y="1"/>
                </a:cubicBezTo>
                <a:close/>
              </a:path>
            </a:pathLst>
          </a:custGeom>
          <a:solidFill>
            <a:srgbClr val="7968AF">
              <a:alpha val="8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0"/>
          <p:cNvSpPr/>
          <p:nvPr/>
        </p:nvSpPr>
        <p:spPr>
          <a:xfrm flipH="1" rot="-9513020">
            <a:off x="-443039" y="-1535170"/>
            <a:ext cx="2959440" cy="2077636"/>
          </a:xfrm>
          <a:custGeom>
            <a:rect b="b" l="l" r="r" t="t"/>
            <a:pathLst>
              <a:path extrusionOk="0" h="31327" w="44623">
                <a:moveTo>
                  <a:pt x="30183" y="1"/>
                </a:moveTo>
                <a:cubicBezTo>
                  <a:pt x="29393" y="1"/>
                  <a:pt x="28602" y="88"/>
                  <a:pt x="27831" y="268"/>
                </a:cubicBezTo>
                <a:cubicBezTo>
                  <a:pt x="25849" y="729"/>
                  <a:pt x="23986" y="1760"/>
                  <a:pt x="21953" y="1843"/>
                </a:cubicBezTo>
                <a:cubicBezTo>
                  <a:pt x="21860" y="1847"/>
                  <a:pt x="21768" y="1848"/>
                  <a:pt x="21676" y="1848"/>
                </a:cubicBezTo>
                <a:cubicBezTo>
                  <a:pt x="19689" y="1848"/>
                  <a:pt x="17791" y="990"/>
                  <a:pt x="15828" y="630"/>
                </a:cubicBezTo>
                <a:cubicBezTo>
                  <a:pt x="15153" y="506"/>
                  <a:pt x="14470" y="446"/>
                  <a:pt x="13789" y="446"/>
                </a:cubicBezTo>
                <a:cubicBezTo>
                  <a:pt x="9549" y="446"/>
                  <a:pt x="5342" y="2763"/>
                  <a:pt x="2990" y="6331"/>
                </a:cubicBezTo>
                <a:cubicBezTo>
                  <a:pt x="260" y="10472"/>
                  <a:pt x="1" y="16027"/>
                  <a:pt x="1998" y="20567"/>
                </a:cubicBezTo>
                <a:cubicBezTo>
                  <a:pt x="3996" y="25107"/>
                  <a:pt x="8093" y="28590"/>
                  <a:pt x="12783" y="30202"/>
                </a:cubicBezTo>
                <a:cubicBezTo>
                  <a:pt x="15007" y="30967"/>
                  <a:pt x="17351" y="31327"/>
                  <a:pt x="19701" y="31327"/>
                </a:cubicBezTo>
                <a:cubicBezTo>
                  <a:pt x="22309" y="31327"/>
                  <a:pt x="24925" y="30884"/>
                  <a:pt x="27400" y="30059"/>
                </a:cubicBezTo>
                <a:cubicBezTo>
                  <a:pt x="29707" y="29290"/>
                  <a:pt x="31904" y="28201"/>
                  <a:pt x="34244" y="27538"/>
                </a:cubicBezTo>
                <a:cubicBezTo>
                  <a:pt x="35447" y="27197"/>
                  <a:pt x="36715" y="26977"/>
                  <a:pt x="37966" y="26977"/>
                </a:cubicBezTo>
                <a:cubicBezTo>
                  <a:pt x="39147" y="26977"/>
                  <a:pt x="40312" y="27174"/>
                  <a:pt x="41392" y="27652"/>
                </a:cubicBezTo>
                <a:lnTo>
                  <a:pt x="44623" y="25946"/>
                </a:lnTo>
                <a:cubicBezTo>
                  <a:pt x="42654" y="25893"/>
                  <a:pt x="40990" y="24267"/>
                  <a:pt x="40342" y="22407"/>
                </a:cubicBezTo>
                <a:cubicBezTo>
                  <a:pt x="39693" y="20547"/>
                  <a:pt x="39871" y="18504"/>
                  <a:pt x="40215" y="16565"/>
                </a:cubicBezTo>
                <a:cubicBezTo>
                  <a:pt x="40557" y="14625"/>
                  <a:pt x="41058" y="12691"/>
                  <a:pt x="41032" y="10722"/>
                </a:cubicBezTo>
                <a:cubicBezTo>
                  <a:pt x="40988" y="7505"/>
                  <a:pt x="39446" y="4335"/>
                  <a:pt x="36929" y="2332"/>
                </a:cubicBezTo>
                <a:cubicBezTo>
                  <a:pt x="35031" y="821"/>
                  <a:pt x="32605" y="1"/>
                  <a:pt x="30183" y="1"/>
                </a:cubicBezTo>
                <a:close/>
              </a:path>
            </a:pathLst>
          </a:custGeom>
          <a:solidFill>
            <a:srgbClr val="9485BA">
              <a:alpha val="12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1" name="Google Shape;281;p30"/>
          <p:cNvSpPr txBox="1"/>
          <p:nvPr>
            <p:ph idx="1" type="subTitle"/>
          </p:nvPr>
        </p:nvSpPr>
        <p:spPr>
          <a:xfrm>
            <a:off x="720000" y="2993010"/>
            <a:ext cx="2464200" cy="486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000">
                <a:solidFill>
                  <a:schemeClr val="accent4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82" name="Google Shape;282;p30"/>
          <p:cNvSpPr txBox="1"/>
          <p:nvPr>
            <p:ph idx="2" type="subTitle"/>
          </p:nvPr>
        </p:nvSpPr>
        <p:spPr>
          <a:xfrm>
            <a:off x="858000" y="1719510"/>
            <a:ext cx="2188200" cy="10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30"/>
          <p:cNvSpPr txBox="1"/>
          <p:nvPr>
            <p:ph idx="3" type="subTitle"/>
          </p:nvPr>
        </p:nvSpPr>
        <p:spPr>
          <a:xfrm>
            <a:off x="3477900" y="2402560"/>
            <a:ext cx="2188200" cy="10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30"/>
          <p:cNvSpPr txBox="1"/>
          <p:nvPr>
            <p:ph idx="4" type="subTitle"/>
          </p:nvPr>
        </p:nvSpPr>
        <p:spPr>
          <a:xfrm>
            <a:off x="6161700" y="1719510"/>
            <a:ext cx="2188200" cy="10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30"/>
          <p:cNvSpPr txBox="1"/>
          <p:nvPr>
            <p:ph idx="5" type="subTitle"/>
          </p:nvPr>
        </p:nvSpPr>
        <p:spPr>
          <a:xfrm>
            <a:off x="3339900" y="3676060"/>
            <a:ext cx="2464200" cy="486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000">
                <a:solidFill>
                  <a:schemeClr val="accent4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86" name="Google Shape;286;p30"/>
          <p:cNvSpPr txBox="1"/>
          <p:nvPr>
            <p:ph idx="6" type="subTitle"/>
          </p:nvPr>
        </p:nvSpPr>
        <p:spPr>
          <a:xfrm>
            <a:off x="5959800" y="2993010"/>
            <a:ext cx="2464200" cy="486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000">
                <a:solidFill>
                  <a:schemeClr val="accent4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1"/>
          <p:cNvSpPr/>
          <p:nvPr/>
        </p:nvSpPr>
        <p:spPr>
          <a:xfrm rot="10800000">
            <a:off x="3427615" y="3982663"/>
            <a:ext cx="2432113" cy="1188686"/>
          </a:xfrm>
          <a:custGeom>
            <a:rect b="b" l="l" r="r" t="t"/>
            <a:pathLst>
              <a:path extrusionOk="0" h="15700" w="32123">
                <a:moveTo>
                  <a:pt x="1" y="1"/>
                </a:moveTo>
                <a:cubicBezTo>
                  <a:pt x="256" y="226"/>
                  <a:pt x="496" y="465"/>
                  <a:pt x="718" y="716"/>
                </a:cubicBezTo>
                <a:cubicBezTo>
                  <a:pt x="2564" y="2792"/>
                  <a:pt x="3551" y="5469"/>
                  <a:pt x="4897" y="7900"/>
                </a:cubicBezTo>
                <a:cubicBezTo>
                  <a:pt x="5493" y="8975"/>
                  <a:pt x="6182" y="10021"/>
                  <a:pt x="6967" y="10981"/>
                </a:cubicBezTo>
                <a:cubicBezTo>
                  <a:pt x="8532" y="12895"/>
                  <a:pt x="10473" y="14467"/>
                  <a:pt x="12797" y="15247"/>
                </a:cubicBezTo>
                <a:cubicBezTo>
                  <a:pt x="13701" y="15550"/>
                  <a:pt x="14666" y="15700"/>
                  <a:pt x="15631" y="15700"/>
                </a:cubicBezTo>
                <a:cubicBezTo>
                  <a:pt x="18392" y="15700"/>
                  <a:pt x="21150" y="14471"/>
                  <a:pt x="22462" y="12079"/>
                </a:cubicBezTo>
                <a:cubicBezTo>
                  <a:pt x="23317" y="10523"/>
                  <a:pt x="23489" y="8701"/>
                  <a:pt x="23866" y="6966"/>
                </a:cubicBezTo>
                <a:cubicBezTo>
                  <a:pt x="24245" y="5233"/>
                  <a:pt x="24943" y="3417"/>
                  <a:pt x="26447" y="2473"/>
                </a:cubicBezTo>
                <a:cubicBezTo>
                  <a:pt x="27588" y="1757"/>
                  <a:pt x="29005" y="1663"/>
                  <a:pt x="30262" y="1177"/>
                </a:cubicBezTo>
                <a:cubicBezTo>
                  <a:pt x="30958" y="908"/>
                  <a:pt x="31583" y="502"/>
                  <a:pt x="32122" y="1"/>
                </a:cubicBezTo>
                <a:close/>
              </a:path>
            </a:pathLst>
          </a:custGeom>
          <a:solidFill>
            <a:srgbClr val="9485BA">
              <a:alpha val="12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1"/>
          <p:cNvSpPr/>
          <p:nvPr/>
        </p:nvSpPr>
        <p:spPr>
          <a:xfrm>
            <a:off x="7035288" y="-813138"/>
            <a:ext cx="2429611" cy="1705677"/>
          </a:xfrm>
          <a:custGeom>
            <a:rect b="b" l="l" r="r" t="t"/>
            <a:pathLst>
              <a:path extrusionOk="0" h="31327" w="44623">
                <a:moveTo>
                  <a:pt x="30183" y="1"/>
                </a:moveTo>
                <a:cubicBezTo>
                  <a:pt x="29393" y="1"/>
                  <a:pt x="28602" y="88"/>
                  <a:pt x="27831" y="268"/>
                </a:cubicBezTo>
                <a:cubicBezTo>
                  <a:pt x="25849" y="729"/>
                  <a:pt x="23986" y="1760"/>
                  <a:pt x="21953" y="1843"/>
                </a:cubicBezTo>
                <a:cubicBezTo>
                  <a:pt x="21860" y="1847"/>
                  <a:pt x="21768" y="1848"/>
                  <a:pt x="21676" y="1848"/>
                </a:cubicBezTo>
                <a:cubicBezTo>
                  <a:pt x="19689" y="1848"/>
                  <a:pt x="17791" y="990"/>
                  <a:pt x="15828" y="630"/>
                </a:cubicBezTo>
                <a:cubicBezTo>
                  <a:pt x="15153" y="506"/>
                  <a:pt x="14470" y="446"/>
                  <a:pt x="13789" y="446"/>
                </a:cubicBezTo>
                <a:cubicBezTo>
                  <a:pt x="9549" y="446"/>
                  <a:pt x="5342" y="2763"/>
                  <a:pt x="2990" y="6331"/>
                </a:cubicBezTo>
                <a:cubicBezTo>
                  <a:pt x="260" y="10472"/>
                  <a:pt x="1" y="16027"/>
                  <a:pt x="1998" y="20567"/>
                </a:cubicBezTo>
                <a:cubicBezTo>
                  <a:pt x="3996" y="25107"/>
                  <a:pt x="8093" y="28590"/>
                  <a:pt x="12783" y="30202"/>
                </a:cubicBezTo>
                <a:cubicBezTo>
                  <a:pt x="15007" y="30967"/>
                  <a:pt x="17351" y="31327"/>
                  <a:pt x="19701" y="31327"/>
                </a:cubicBezTo>
                <a:cubicBezTo>
                  <a:pt x="22309" y="31327"/>
                  <a:pt x="24925" y="30884"/>
                  <a:pt x="27400" y="30059"/>
                </a:cubicBezTo>
                <a:cubicBezTo>
                  <a:pt x="29707" y="29290"/>
                  <a:pt x="31904" y="28201"/>
                  <a:pt x="34244" y="27538"/>
                </a:cubicBezTo>
                <a:cubicBezTo>
                  <a:pt x="35447" y="27197"/>
                  <a:pt x="36715" y="26977"/>
                  <a:pt x="37966" y="26977"/>
                </a:cubicBezTo>
                <a:cubicBezTo>
                  <a:pt x="39147" y="26977"/>
                  <a:pt x="40312" y="27174"/>
                  <a:pt x="41392" y="27652"/>
                </a:cubicBezTo>
                <a:lnTo>
                  <a:pt x="44623" y="25946"/>
                </a:lnTo>
                <a:cubicBezTo>
                  <a:pt x="42654" y="25893"/>
                  <a:pt x="40990" y="24267"/>
                  <a:pt x="40342" y="22407"/>
                </a:cubicBezTo>
                <a:cubicBezTo>
                  <a:pt x="39693" y="20547"/>
                  <a:pt x="39871" y="18504"/>
                  <a:pt x="40215" y="16565"/>
                </a:cubicBezTo>
                <a:cubicBezTo>
                  <a:pt x="40557" y="14625"/>
                  <a:pt x="41058" y="12691"/>
                  <a:pt x="41032" y="10722"/>
                </a:cubicBezTo>
                <a:cubicBezTo>
                  <a:pt x="40988" y="7505"/>
                  <a:pt x="39446" y="4335"/>
                  <a:pt x="36929" y="2332"/>
                </a:cubicBezTo>
                <a:cubicBezTo>
                  <a:pt x="35031" y="821"/>
                  <a:pt x="32605" y="1"/>
                  <a:pt x="30183" y="1"/>
                </a:cubicBezTo>
                <a:close/>
              </a:path>
            </a:pathLst>
          </a:custGeom>
          <a:solidFill>
            <a:srgbClr val="7968AF">
              <a:alpha val="8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1"/>
          <p:cNvSpPr/>
          <p:nvPr/>
        </p:nvSpPr>
        <p:spPr>
          <a:xfrm>
            <a:off x="-7" y="2"/>
            <a:ext cx="2322948" cy="892558"/>
          </a:xfrm>
          <a:custGeom>
            <a:rect b="b" l="l" r="r" t="t"/>
            <a:pathLst>
              <a:path extrusionOk="0" h="16393" w="42664">
                <a:moveTo>
                  <a:pt x="0" y="1"/>
                </a:moveTo>
                <a:lnTo>
                  <a:pt x="0" y="8820"/>
                </a:lnTo>
                <a:cubicBezTo>
                  <a:pt x="478" y="9615"/>
                  <a:pt x="960" y="10406"/>
                  <a:pt x="1504" y="11153"/>
                </a:cubicBezTo>
                <a:cubicBezTo>
                  <a:pt x="3080" y="13313"/>
                  <a:pt x="5235" y="15114"/>
                  <a:pt x="7780" y="15934"/>
                </a:cubicBezTo>
                <a:cubicBezTo>
                  <a:pt x="8719" y="16236"/>
                  <a:pt x="9713" y="16393"/>
                  <a:pt x="10703" y="16393"/>
                </a:cubicBezTo>
                <a:cubicBezTo>
                  <a:pt x="12396" y="16393"/>
                  <a:pt x="14078" y="15935"/>
                  <a:pt x="15459" y="14965"/>
                </a:cubicBezTo>
                <a:cubicBezTo>
                  <a:pt x="17132" y="13791"/>
                  <a:pt x="18317" y="11939"/>
                  <a:pt x="20169" y="11076"/>
                </a:cubicBezTo>
                <a:cubicBezTo>
                  <a:pt x="21079" y="10653"/>
                  <a:pt x="22041" y="10509"/>
                  <a:pt x="23029" y="10509"/>
                </a:cubicBezTo>
                <a:cubicBezTo>
                  <a:pt x="24412" y="10509"/>
                  <a:pt x="25847" y="10791"/>
                  <a:pt x="27266" y="10981"/>
                </a:cubicBezTo>
                <a:cubicBezTo>
                  <a:pt x="27732" y="11043"/>
                  <a:pt x="28195" y="11096"/>
                  <a:pt x="28655" y="11125"/>
                </a:cubicBezTo>
                <a:cubicBezTo>
                  <a:pt x="28925" y="11143"/>
                  <a:pt x="29196" y="11151"/>
                  <a:pt x="29466" y="11151"/>
                </a:cubicBezTo>
                <a:cubicBezTo>
                  <a:pt x="33532" y="11151"/>
                  <a:pt x="37571" y="9203"/>
                  <a:pt x="40069" y="5989"/>
                </a:cubicBezTo>
                <a:cubicBezTo>
                  <a:pt x="41419" y="4250"/>
                  <a:pt x="42297" y="2169"/>
                  <a:pt x="42663" y="1"/>
                </a:cubicBezTo>
                <a:close/>
              </a:path>
            </a:pathLst>
          </a:custGeom>
          <a:solidFill>
            <a:srgbClr val="9485BA">
              <a:alpha val="12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1"/>
          <p:cNvSpPr txBox="1"/>
          <p:nvPr>
            <p:ph idx="1" type="subTitle"/>
          </p:nvPr>
        </p:nvSpPr>
        <p:spPr>
          <a:xfrm>
            <a:off x="2576300" y="1514373"/>
            <a:ext cx="1567500" cy="40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sz="2000">
                <a:solidFill>
                  <a:schemeClr val="accent4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b="1" sz="2400">
                <a:solidFill>
                  <a:schemeClr val="accent4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b="1" sz="2400">
                <a:solidFill>
                  <a:schemeClr val="accent4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b="1" sz="2400">
                <a:solidFill>
                  <a:schemeClr val="accent4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b="1" sz="2400">
                <a:solidFill>
                  <a:schemeClr val="accent4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b="1" sz="2400">
                <a:solidFill>
                  <a:schemeClr val="accent4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b="1" sz="2400">
                <a:solidFill>
                  <a:schemeClr val="accent4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b="1" sz="2400">
                <a:solidFill>
                  <a:schemeClr val="accent4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b="1" sz="24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92" name="Google Shape;292;p31"/>
          <p:cNvSpPr txBox="1"/>
          <p:nvPr>
            <p:ph idx="2" type="subTitle"/>
          </p:nvPr>
        </p:nvSpPr>
        <p:spPr>
          <a:xfrm>
            <a:off x="2576292" y="1834876"/>
            <a:ext cx="1567500" cy="828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31"/>
          <p:cNvSpPr txBox="1"/>
          <p:nvPr>
            <p:ph idx="3" type="subTitle"/>
          </p:nvPr>
        </p:nvSpPr>
        <p:spPr>
          <a:xfrm>
            <a:off x="5000242" y="1834851"/>
            <a:ext cx="1567500" cy="828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31"/>
          <p:cNvSpPr txBox="1"/>
          <p:nvPr>
            <p:ph idx="4" type="subTitle"/>
          </p:nvPr>
        </p:nvSpPr>
        <p:spPr>
          <a:xfrm>
            <a:off x="2576292" y="3426563"/>
            <a:ext cx="1567500" cy="828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31"/>
          <p:cNvSpPr txBox="1"/>
          <p:nvPr>
            <p:ph idx="5" type="subTitle"/>
          </p:nvPr>
        </p:nvSpPr>
        <p:spPr>
          <a:xfrm>
            <a:off x="5000242" y="3426563"/>
            <a:ext cx="1567500" cy="828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7" name="Google Shape;297;p31"/>
          <p:cNvSpPr txBox="1"/>
          <p:nvPr>
            <p:ph idx="6" type="subTitle"/>
          </p:nvPr>
        </p:nvSpPr>
        <p:spPr>
          <a:xfrm>
            <a:off x="2576300" y="3107798"/>
            <a:ext cx="1567500" cy="40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sz="2000">
                <a:solidFill>
                  <a:schemeClr val="accent4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b="1" sz="2400">
                <a:solidFill>
                  <a:schemeClr val="accent4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b="1" sz="2400">
                <a:solidFill>
                  <a:schemeClr val="accent4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b="1" sz="2400">
                <a:solidFill>
                  <a:schemeClr val="accent4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b="1" sz="2400">
                <a:solidFill>
                  <a:schemeClr val="accent4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b="1" sz="2400">
                <a:solidFill>
                  <a:schemeClr val="accent4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b="1" sz="2400">
                <a:solidFill>
                  <a:schemeClr val="accent4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b="1" sz="2400">
                <a:solidFill>
                  <a:schemeClr val="accent4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b="1" sz="24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98" name="Google Shape;298;p31"/>
          <p:cNvSpPr txBox="1"/>
          <p:nvPr>
            <p:ph idx="7" type="subTitle"/>
          </p:nvPr>
        </p:nvSpPr>
        <p:spPr>
          <a:xfrm>
            <a:off x="5000250" y="1514373"/>
            <a:ext cx="1567500" cy="40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sz="2000">
                <a:solidFill>
                  <a:schemeClr val="accent4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b="1" sz="2400">
                <a:solidFill>
                  <a:schemeClr val="accent4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b="1" sz="2400">
                <a:solidFill>
                  <a:schemeClr val="accent4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b="1" sz="2400">
                <a:solidFill>
                  <a:schemeClr val="accent4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b="1" sz="2400">
                <a:solidFill>
                  <a:schemeClr val="accent4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b="1" sz="2400">
                <a:solidFill>
                  <a:schemeClr val="accent4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b="1" sz="2400">
                <a:solidFill>
                  <a:schemeClr val="accent4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b="1" sz="2400">
                <a:solidFill>
                  <a:schemeClr val="accent4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b="1" sz="24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99" name="Google Shape;299;p31"/>
          <p:cNvSpPr txBox="1"/>
          <p:nvPr>
            <p:ph idx="8" type="subTitle"/>
          </p:nvPr>
        </p:nvSpPr>
        <p:spPr>
          <a:xfrm>
            <a:off x="5000250" y="3107798"/>
            <a:ext cx="1567500" cy="40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sz="2000">
                <a:solidFill>
                  <a:schemeClr val="accent4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b="1" sz="2400">
                <a:solidFill>
                  <a:schemeClr val="accent4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b="1" sz="2400">
                <a:solidFill>
                  <a:schemeClr val="accent4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b="1" sz="2400">
                <a:solidFill>
                  <a:schemeClr val="accent4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b="1" sz="2400">
                <a:solidFill>
                  <a:schemeClr val="accent4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b="1" sz="2400">
                <a:solidFill>
                  <a:schemeClr val="accent4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b="1" sz="2400">
                <a:solidFill>
                  <a:schemeClr val="accent4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b="1" sz="2400">
                <a:solidFill>
                  <a:schemeClr val="accent4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b="1" sz="2400"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2"/>
          <p:cNvSpPr/>
          <p:nvPr/>
        </p:nvSpPr>
        <p:spPr>
          <a:xfrm rot="6483727">
            <a:off x="-2033547" y="97437"/>
            <a:ext cx="3290798" cy="2310262"/>
          </a:xfrm>
          <a:custGeom>
            <a:rect b="b" l="l" r="r" t="t"/>
            <a:pathLst>
              <a:path extrusionOk="0" h="31327" w="44623">
                <a:moveTo>
                  <a:pt x="30181" y="0"/>
                </a:moveTo>
                <a:cubicBezTo>
                  <a:pt x="29391" y="0"/>
                  <a:pt x="28601" y="88"/>
                  <a:pt x="27830" y="267"/>
                </a:cubicBezTo>
                <a:cubicBezTo>
                  <a:pt x="25849" y="728"/>
                  <a:pt x="23986" y="1759"/>
                  <a:pt x="21953" y="1843"/>
                </a:cubicBezTo>
                <a:cubicBezTo>
                  <a:pt x="21861" y="1847"/>
                  <a:pt x="21770" y="1848"/>
                  <a:pt x="21678" y="1848"/>
                </a:cubicBezTo>
                <a:cubicBezTo>
                  <a:pt x="19691" y="1848"/>
                  <a:pt x="17792" y="990"/>
                  <a:pt x="15827" y="629"/>
                </a:cubicBezTo>
                <a:cubicBezTo>
                  <a:pt x="15152" y="505"/>
                  <a:pt x="14470" y="445"/>
                  <a:pt x="13789" y="445"/>
                </a:cubicBezTo>
                <a:cubicBezTo>
                  <a:pt x="9549" y="445"/>
                  <a:pt x="5342" y="2762"/>
                  <a:pt x="2989" y="6330"/>
                </a:cubicBezTo>
                <a:cubicBezTo>
                  <a:pt x="260" y="10471"/>
                  <a:pt x="1" y="16027"/>
                  <a:pt x="1998" y="20566"/>
                </a:cubicBezTo>
                <a:cubicBezTo>
                  <a:pt x="3996" y="25107"/>
                  <a:pt x="8092" y="28590"/>
                  <a:pt x="12783" y="30201"/>
                </a:cubicBezTo>
                <a:cubicBezTo>
                  <a:pt x="15007" y="30966"/>
                  <a:pt x="17350" y="31326"/>
                  <a:pt x="19701" y="31326"/>
                </a:cubicBezTo>
                <a:cubicBezTo>
                  <a:pt x="22309" y="31326"/>
                  <a:pt x="24925" y="30883"/>
                  <a:pt x="27400" y="30058"/>
                </a:cubicBezTo>
                <a:cubicBezTo>
                  <a:pt x="29707" y="29289"/>
                  <a:pt x="31904" y="28201"/>
                  <a:pt x="34244" y="27537"/>
                </a:cubicBezTo>
                <a:cubicBezTo>
                  <a:pt x="35447" y="27197"/>
                  <a:pt x="36715" y="26976"/>
                  <a:pt x="37965" y="26976"/>
                </a:cubicBezTo>
                <a:cubicBezTo>
                  <a:pt x="39146" y="26976"/>
                  <a:pt x="40312" y="27173"/>
                  <a:pt x="41392" y="27652"/>
                </a:cubicBezTo>
                <a:lnTo>
                  <a:pt x="44623" y="25946"/>
                </a:lnTo>
                <a:cubicBezTo>
                  <a:pt x="42654" y="25892"/>
                  <a:pt x="40990" y="24267"/>
                  <a:pt x="40341" y="22406"/>
                </a:cubicBezTo>
                <a:cubicBezTo>
                  <a:pt x="39693" y="20546"/>
                  <a:pt x="39871" y="18504"/>
                  <a:pt x="40215" y="16564"/>
                </a:cubicBezTo>
                <a:cubicBezTo>
                  <a:pt x="40557" y="14624"/>
                  <a:pt x="41058" y="12692"/>
                  <a:pt x="41031" y="10722"/>
                </a:cubicBezTo>
                <a:cubicBezTo>
                  <a:pt x="40988" y="7504"/>
                  <a:pt x="39446" y="4334"/>
                  <a:pt x="36929" y="2331"/>
                </a:cubicBezTo>
                <a:cubicBezTo>
                  <a:pt x="35030" y="821"/>
                  <a:pt x="32604" y="0"/>
                  <a:pt x="30181" y="0"/>
                </a:cubicBezTo>
                <a:close/>
              </a:path>
            </a:pathLst>
          </a:custGeom>
          <a:solidFill>
            <a:srgbClr val="9485BA">
              <a:alpha val="12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2"/>
          <p:cNvSpPr/>
          <p:nvPr/>
        </p:nvSpPr>
        <p:spPr>
          <a:xfrm rot="5771406">
            <a:off x="8211569" y="2586149"/>
            <a:ext cx="3475197" cy="2439717"/>
          </a:xfrm>
          <a:custGeom>
            <a:rect b="b" l="l" r="r" t="t"/>
            <a:pathLst>
              <a:path extrusionOk="0" h="31327" w="44623">
                <a:moveTo>
                  <a:pt x="30181" y="0"/>
                </a:moveTo>
                <a:cubicBezTo>
                  <a:pt x="29391" y="0"/>
                  <a:pt x="28601" y="88"/>
                  <a:pt x="27830" y="267"/>
                </a:cubicBezTo>
                <a:cubicBezTo>
                  <a:pt x="25849" y="728"/>
                  <a:pt x="23986" y="1759"/>
                  <a:pt x="21953" y="1843"/>
                </a:cubicBezTo>
                <a:cubicBezTo>
                  <a:pt x="21861" y="1847"/>
                  <a:pt x="21770" y="1848"/>
                  <a:pt x="21678" y="1848"/>
                </a:cubicBezTo>
                <a:cubicBezTo>
                  <a:pt x="19691" y="1848"/>
                  <a:pt x="17792" y="990"/>
                  <a:pt x="15827" y="629"/>
                </a:cubicBezTo>
                <a:cubicBezTo>
                  <a:pt x="15152" y="505"/>
                  <a:pt x="14470" y="445"/>
                  <a:pt x="13789" y="445"/>
                </a:cubicBezTo>
                <a:cubicBezTo>
                  <a:pt x="9549" y="445"/>
                  <a:pt x="5342" y="2762"/>
                  <a:pt x="2989" y="6330"/>
                </a:cubicBezTo>
                <a:cubicBezTo>
                  <a:pt x="260" y="10471"/>
                  <a:pt x="1" y="16027"/>
                  <a:pt x="1998" y="20566"/>
                </a:cubicBezTo>
                <a:cubicBezTo>
                  <a:pt x="3996" y="25107"/>
                  <a:pt x="8092" y="28590"/>
                  <a:pt x="12783" y="30201"/>
                </a:cubicBezTo>
                <a:cubicBezTo>
                  <a:pt x="15007" y="30966"/>
                  <a:pt x="17350" y="31326"/>
                  <a:pt x="19701" y="31326"/>
                </a:cubicBezTo>
                <a:cubicBezTo>
                  <a:pt x="22309" y="31326"/>
                  <a:pt x="24925" y="30883"/>
                  <a:pt x="27400" y="30058"/>
                </a:cubicBezTo>
                <a:cubicBezTo>
                  <a:pt x="29707" y="29289"/>
                  <a:pt x="31904" y="28201"/>
                  <a:pt x="34244" y="27537"/>
                </a:cubicBezTo>
                <a:cubicBezTo>
                  <a:pt x="35447" y="27197"/>
                  <a:pt x="36715" y="26976"/>
                  <a:pt x="37965" y="26976"/>
                </a:cubicBezTo>
                <a:cubicBezTo>
                  <a:pt x="39146" y="26976"/>
                  <a:pt x="40312" y="27173"/>
                  <a:pt x="41392" y="27652"/>
                </a:cubicBezTo>
                <a:lnTo>
                  <a:pt x="44623" y="25946"/>
                </a:lnTo>
                <a:cubicBezTo>
                  <a:pt x="42654" y="25892"/>
                  <a:pt x="40990" y="24267"/>
                  <a:pt x="40341" y="22406"/>
                </a:cubicBezTo>
                <a:cubicBezTo>
                  <a:pt x="39693" y="20546"/>
                  <a:pt x="39871" y="18504"/>
                  <a:pt x="40215" y="16564"/>
                </a:cubicBezTo>
                <a:cubicBezTo>
                  <a:pt x="40557" y="14624"/>
                  <a:pt x="41058" y="12692"/>
                  <a:pt x="41031" y="10722"/>
                </a:cubicBezTo>
                <a:cubicBezTo>
                  <a:pt x="40988" y="7504"/>
                  <a:pt x="39446" y="4334"/>
                  <a:pt x="36929" y="2331"/>
                </a:cubicBezTo>
                <a:cubicBezTo>
                  <a:pt x="35030" y="821"/>
                  <a:pt x="32604" y="0"/>
                  <a:pt x="30181" y="0"/>
                </a:cubicBezTo>
                <a:close/>
              </a:path>
            </a:pathLst>
          </a:custGeom>
          <a:solidFill>
            <a:srgbClr val="9485BA">
              <a:alpha val="12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4" name="Google Shape;304;p32"/>
          <p:cNvSpPr txBox="1"/>
          <p:nvPr>
            <p:ph idx="1" type="subTitle"/>
          </p:nvPr>
        </p:nvSpPr>
        <p:spPr>
          <a:xfrm>
            <a:off x="720000" y="2257724"/>
            <a:ext cx="2336400" cy="609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32"/>
          <p:cNvSpPr txBox="1"/>
          <p:nvPr>
            <p:ph idx="2" type="subTitle"/>
          </p:nvPr>
        </p:nvSpPr>
        <p:spPr>
          <a:xfrm>
            <a:off x="3403800" y="2257724"/>
            <a:ext cx="2336400" cy="609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32"/>
          <p:cNvSpPr txBox="1"/>
          <p:nvPr>
            <p:ph idx="3" type="subTitle"/>
          </p:nvPr>
        </p:nvSpPr>
        <p:spPr>
          <a:xfrm>
            <a:off x="6090050" y="2257724"/>
            <a:ext cx="2336400" cy="609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32"/>
          <p:cNvSpPr txBox="1"/>
          <p:nvPr>
            <p:ph idx="4" type="subTitle"/>
          </p:nvPr>
        </p:nvSpPr>
        <p:spPr>
          <a:xfrm>
            <a:off x="720000" y="3998899"/>
            <a:ext cx="2336400" cy="609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32"/>
          <p:cNvSpPr txBox="1"/>
          <p:nvPr>
            <p:ph idx="5" type="subTitle"/>
          </p:nvPr>
        </p:nvSpPr>
        <p:spPr>
          <a:xfrm>
            <a:off x="3403800" y="3998899"/>
            <a:ext cx="2336400" cy="609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32"/>
          <p:cNvSpPr txBox="1"/>
          <p:nvPr>
            <p:ph idx="6" type="subTitle"/>
          </p:nvPr>
        </p:nvSpPr>
        <p:spPr>
          <a:xfrm>
            <a:off x="6087600" y="3998899"/>
            <a:ext cx="2336400" cy="609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32"/>
          <p:cNvSpPr txBox="1"/>
          <p:nvPr>
            <p:ph idx="7" type="subTitle"/>
          </p:nvPr>
        </p:nvSpPr>
        <p:spPr>
          <a:xfrm>
            <a:off x="715100" y="1799324"/>
            <a:ext cx="2336400" cy="609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000">
                <a:solidFill>
                  <a:schemeClr val="accent4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11" name="Google Shape;311;p32"/>
          <p:cNvSpPr txBox="1"/>
          <p:nvPr>
            <p:ph idx="8" type="subTitle"/>
          </p:nvPr>
        </p:nvSpPr>
        <p:spPr>
          <a:xfrm>
            <a:off x="3403800" y="1799324"/>
            <a:ext cx="2336400" cy="609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000">
                <a:solidFill>
                  <a:schemeClr val="accent4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12" name="Google Shape;312;p32"/>
          <p:cNvSpPr txBox="1"/>
          <p:nvPr>
            <p:ph idx="9" type="subTitle"/>
          </p:nvPr>
        </p:nvSpPr>
        <p:spPr>
          <a:xfrm>
            <a:off x="6090050" y="1799324"/>
            <a:ext cx="2336400" cy="609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000">
                <a:solidFill>
                  <a:schemeClr val="accent4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13" name="Google Shape;313;p32"/>
          <p:cNvSpPr txBox="1"/>
          <p:nvPr>
            <p:ph idx="13" type="subTitle"/>
          </p:nvPr>
        </p:nvSpPr>
        <p:spPr>
          <a:xfrm>
            <a:off x="715100" y="3535947"/>
            <a:ext cx="2336400" cy="609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000">
                <a:solidFill>
                  <a:schemeClr val="accent4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14" name="Google Shape;314;p32"/>
          <p:cNvSpPr txBox="1"/>
          <p:nvPr>
            <p:ph idx="14" type="subTitle"/>
          </p:nvPr>
        </p:nvSpPr>
        <p:spPr>
          <a:xfrm>
            <a:off x="3403800" y="3535947"/>
            <a:ext cx="2336400" cy="609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000">
                <a:solidFill>
                  <a:schemeClr val="accent4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15" name="Google Shape;315;p32"/>
          <p:cNvSpPr txBox="1"/>
          <p:nvPr>
            <p:ph idx="15" type="subTitle"/>
          </p:nvPr>
        </p:nvSpPr>
        <p:spPr>
          <a:xfrm>
            <a:off x="6092500" y="3535947"/>
            <a:ext cx="2336400" cy="609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000">
                <a:solidFill>
                  <a:schemeClr val="accent4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3"/>
          <p:cNvSpPr/>
          <p:nvPr/>
        </p:nvSpPr>
        <p:spPr>
          <a:xfrm rot="10800000">
            <a:off x="3503578" y="-179697"/>
            <a:ext cx="3835297" cy="1149896"/>
          </a:xfrm>
          <a:custGeom>
            <a:rect b="b" l="l" r="r" t="t"/>
            <a:pathLst>
              <a:path extrusionOk="0" h="12536" w="41813">
                <a:moveTo>
                  <a:pt x="41813" y="12536"/>
                </a:moveTo>
                <a:lnTo>
                  <a:pt x="0" y="12536"/>
                </a:lnTo>
                <a:cubicBezTo>
                  <a:pt x="126" y="11357"/>
                  <a:pt x="423" y="10191"/>
                  <a:pt x="854" y="9088"/>
                </a:cubicBezTo>
                <a:cubicBezTo>
                  <a:pt x="1863" y="6514"/>
                  <a:pt x="3879" y="4060"/>
                  <a:pt x="6617" y="3669"/>
                </a:cubicBezTo>
                <a:cubicBezTo>
                  <a:pt x="7797" y="3500"/>
                  <a:pt x="8957" y="3729"/>
                  <a:pt x="10080" y="4146"/>
                </a:cubicBezTo>
                <a:cubicBezTo>
                  <a:pt x="11689" y="4742"/>
                  <a:pt x="13492" y="4257"/>
                  <a:pt x="14595" y="2942"/>
                </a:cubicBezTo>
                <a:cubicBezTo>
                  <a:pt x="15375" y="2015"/>
                  <a:pt x="16378" y="1274"/>
                  <a:pt x="17504" y="828"/>
                </a:cubicBezTo>
                <a:cubicBezTo>
                  <a:pt x="19590" y="1"/>
                  <a:pt x="22055" y="203"/>
                  <a:pt x="23979" y="1357"/>
                </a:cubicBezTo>
                <a:cubicBezTo>
                  <a:pt x="24549" y="1700"/>
                  <a:pt x="25072" y="2119"/>
                  <a:pt x="25578" y="2564"/>
                </a:cubicBezTo>
                <a:cubicBezTo>
                  <a:pt x="27015" y="3831"/>
                  <a:pt x="28306" y="5313"/>
                  <a:pt x="30115" y="5863"/>
                </a:cubicBezTo>
                <a:cubicBezTo>
                  <a:pt x="31998" y="6435"/>
                  <a:pt x="34054" y="5860"/>
                  <a:pt x="35982" y="6246"/>
                </a:cubicBezTo>
                <a:cubicBezTo>
                  <a:pt x="38809" y="6811"/>
                  <a:pt x="40886" y="9391"/>
                  <a:pt x="41707" y="12153"/>
                </a:cubicBezTo>
                <a:cubicBezTo>
                  <a:pt x="41745" y="12280"/>
                  <a:pt x="41780" y="12407"/>
                  <a:pt x="41813" y="12536"/>
                </a:cubicBezTo>
              </a:path>
            </a:pathLst>
          </a:custGeom>
          <a:solidFill>
            <a:srgbClr val="7968AF">
              <a:alpha val="8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3"/>
          <p:cNvSpPr/>
          <p:nvPr/>
        </p:nvSpPr>
        <p:spPr>
          <a:xfrm rot="9715328">
            <a:off x="962580" y="4472327"/>
            <a:ext cx="2937868" cy="2062492"/>
          </a:xfrm>
          <a:custGeom>
            <a:rect b="b" l="l" r="r" t="t"/>
            <a:pathLst>
              <a:path extrusionOk="0" h="31327" w="44623">
                <a:moveTo>
                  <a:pt x="30181" y="0"/>
                </a:moveTo>
                <a:cubicBezTo>
                  <a:pt x="29391" y="0"/>
                  <a:pt x="28601" y="88"/>
                  <a:pt x="27830" y="267"/>
                </a:cubicBezTo>
                <a:cubicBezTo>
                  <a:pt x="25849" y="728"/>
                  <a:pt x="23986" y="1759"/>
                  <a:pt x="21953" y="1843"/>
                </a:cubicBezTo>
                <a:cubicBezTo>
                  <a:pt x="21861" y="1847"/>
                  <a:pt x="21770" y="1848"/>
                  <a:pt x="21678" y="1848"/>
                </a:cubicBezTo>
                <a:cubicBezTo>
                  <a:pt x="19691" y="1848"/>
                  <a:pt x="17792" y="990"/>
                  <a:pt x="15827" y="629"/>
                </a:cubicBezTo>
                <a:cubicBezTo>
                  <a:pt x="15152" y="505"/>
                  <a:pt x="14470" y="445"/>
                  <a:pt x="13789" y="445"/>
                </a:cubicBezTo>
                <a:cubicBezTo>
                  <a:pt x="9549" y="445"/>
                  <a:pt x="5342" y="2762"/>
                  <a:pt x="2989" y="6330"/>
                </a:cubicBezTo>
                <a:cubicBezTo>
                  <a:pt x="260" y="10471"/>
                  <a:pt x="1" y="16027"/>
                  <a:pt x="1998" y="20566"/>
                </a:cubicBezTo>
                <a:cubicBezTo>
                  <a:pt x="3996" y="25107"/>
                  <a:pt x="8092" y="28590"/>
                  <a:pt x="12783" y="30201"/>
                </a:cubicBezTo>
                <a:cubicBezTo>
                  <a:pt x="15007" y="30966"/>
                  <a:pt x="17350" y="31326"/>
                  <a:pt x="19701" y="31326"/>
                </a:cubicBezTo>
                <a:cubicBezTo>
                  <a:pt x="22309" y="31326"/>
                  <a:pt x="24925" y="30883"/>
                  <a:pt x="27400" y="30058"/>
                </a:cubicBezTo>
                <a:cubicBezTo>
                  <a:pt x="29707" y="29289"/>
                  <a:pt x="31904" y="28201"/>
                  <a:pt x="34244" y="27537"/>
                </a:cubicBezTo>
                <a:cubicBezTo>
                  <a:pt x="35447" y="27197"/>
                  <a:pt x="36715" y="26976"/>
                  <a:pt x="37965" y="26976"/>
                </a:cubicBezTo>
                <a:cubicBezTo>
                  <a:pt x="39146" y="26976"/>
                  <a:pt x="40312" y="27173"/>
                  <a:pt x="41392" y="27652"/>
                </a:cubicBezTo>
                <a:lnTo>
                  <a:pt x="44623" y="25946"/>
                </a:lnTo>
                <a:cubicBezTo>
                  <a:pt x="42654" y="25892"/>
                  <a:pt x="40990" y="24267"/>
                  <a:pt x="40341" y="22406"/>
                </a:cubicBezTo>
                <a:cubicBezTo>
                  <a:pt x="39693" y="20546"/>
                  <a:pt x="39871" y="18504"/>
                  <a:pt x="40215" y="16564"/>
                </a:cubicBezTo>
                <a:cubicBezTo>
                  <a:pt x="40557" y="14624"/>
                  <a:pt x="41058" y="12692"/>
                  <a:pt x="41031" y="10722"/>
                </a:cubicBezTo>
                <a:cubicBezTo>
                  <a:pt x="40988" y="7504"/>
                  <a:pt x="39446" y="4334"/>
                  <a:pt x="36929" y="2331"/>
                </a:cubicBezTo>
                <a:cubicBezTo>
                  <a:pt x="35030" y="821"/>
                  <a:pt x="32604" y="0"/>
                  <a:pt x="30181" y="0"/>
                </a:cubicBezTo>
                <a:close/>
              </a:path>
            </a:pathLst>
          </a:custGeom>
          <a:solidFill>
            <a:srgbClr val="9485BA">
              <a:alpha val="246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3"/>
          <p:cNvSpPr txBox="1"/>
          <p:nvPr>
            <p:ph hasCustomPrompt="1" type="title"/>
          </p:nvPr>
        </p:nvSpPr>
        <p:spPr>
          <a:xfrm>
            <a:off x="715100" y="1562813"/>
            <a:ext cx="23391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20" name="Google Shape;320;p33"/>
          <p:cNvSpPr txBox="1"/>
          <p:nvPr>
            <p:ph idx="1" type="subTitle"/>
          </p:nvPr>
        </p:nvSpPr>
        <p:spPr>
          <a:xfrm>
            <a:off x="715100" y="3401397"/>
            <a:ext cx="23391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1" name="Google Shape;321;p33"/>
          <p:cNvSpPr txBox="1"/>
          <p:nvPr>
            <p:ph hasCustomPrompt="1" idx="2" type="title"/>
          </p:nvPr>
        </p:nvSpPr>
        <p:spPr>
          <a:xfrm>
            <a:off x="3402350" y="1562818"/>
            <a:ext cx="23391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22" name="Google Shape;322;p33"/>
          <p:cNvSpPr txBox="1"/>
          <p:nvPr>
            <p:ph idx="3" type="subTitle"/>
          </p:nvPr>
        </p:nvSpPr>
        <p:spPr>
          <a:xfrm>
            <a:off x="3402350" y="3401405"/>
            <a:ext cx="23391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3" name="Google Shape;323;p33"/>
          <p:cNvSpPr txBox="1"/>
          <p:nvPr>
            <p:ph hasCustomPrompt="1" idx="4" type="title"/>
          </p:nvPr>
        </p:nvSpPr>
        <p:spPr>
          <a:xfrm>
            <a:off x="6089800" y="1562810"/>
            <a:ext cx="23391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24" name="Google Shape;324;p33"/>
          <p:cNvSpPr txBox="1"/>
          <p:nvPr>
            <p:ph idx="5" type="subTitle"/>
          </p:nvPr>
        </p:nvSpPr>
        <p:spPr>
          <a:xfrm>
            <a:off x="6089800" y="3401394"/>
            <a:ext cx="23391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4"/>
          <p:cNvSpPr/>
          <p:nvPr/>
        </p:nvSpPr>
        <p:spPr>
          <a:xfrm rot="2355625">
            <a:off x="-3156866" y="2079077"/>
            <a:ext cx="6003359" cy="4214630"/>
          </a:xfrm>
          <a:custGeom>
            <a:rect b="b" l="l" r="r" t="t"/>
            <a:pathLst>
              <a:path extrusionOk="0" h="31327" w="44623">
                <a:moveTo>
                  <a:pt x="30183" y="1"/>
                </a:moveTo>
                <a:cubicBezTo>
                  <a:pt x="29393" y="1"/>
                  <a:pt x="28602" y="88"/>
                  <a:pt x="27831" y="268"/>
                </a:cubicBezTo>
                <a:cubicBezTo>
                  <a:pt x="25849" y="729"/>
                  <a:pt x="23986" y="1760"/>
                  <a:pt x="21953" y="1843"/>
                </a:cubicBezTo>
                <a:cubicBezTo>
                  <a:pt x="21860" y="1847"/>
                  <a:pt x="21768" y="1848"/>
                  <a:pt x="21676" y="1848"/>
                </a:cubicBezTo>
                <a:cubicBezTo>
                  <a:pt x="19689" y="1848"/>
                  <a:pt x="17791" y="990"/>
                  <a:pt x="15828" y="630"/>
                </a:cubicBezTo>
                <a:cubicBezTo>
                  <a:pt x="15153" y="506"/>
                  <a:pt x="14470" y="446"/>
                  <a:pt x="13789" y="446"/>
                </a:cubicBezTo>
                <a:cubicBezTo>
                  <a:pt x="9549" y="446"/>
                  <a:pt x="5342" y="2763"/>
                  <a:pt x="2990" y="6331"/>
                </a:cubicBezTo>
                <a:cubicBezTo>
                  <a:pt x="260" y="10472"/>
                  <a:pt x="1" y="16027"/>
                  <a:pt x="1998" y="20567"/>
                </a:cubicBezTo>
                <a:cubicBezTo>
                  <a:pt x="3996" y="25107"/>
                  <a:pt x="8093" y="28590"/>
                  <a:pt x="12783" y="30202"/>
                </a:cubicBezTo>
                <a:cubicBezTo>
                  <a:pt x="15007" y="30967"/>
                  <a:pt x="17351" y="31327"/>
                  <a:pt x="19701" y="31327"/>
                </a:cubicBezTo>
                <a:cubicBezTo>
                  <a:pt x="22309" y="31327"/>
                  <a:pt x="24925" y="30884"/>
                  <a:pt x="27400" y="30059"/>
                </a:cubicBezTo>
                <a:cubicBezTo>
                  <a:pt x="29707" y="29290"/>
                  <a:pt x="31904" y="28201"/>
                  <a:pt x="34244" y="27538"/>
                </a:cubicBezTo>
                <a:cubicBezTo>
                  <a:pt x="35447" y="27197"/>
                  <a:pt x="36715" y="26977"/>
                  <a:pt x="37966" y="26977"/>
                </a:cubicBezTo>
                <a:cubicBezTo>
                  <a:pt x="39147" y="26977"/>
                  <a:pt x="40312" y="27174"/>
                  <a:pt x="41392" y="27652"/>
                </a:cubicBezTo>
                <a:lnTo>
                  <a:pt x="44623" y="25946"/>
                </a:lnTo>
                <a:cubicBezTo>
                  <a:pt x="42654" y="25893"/>
                  <a:pt x="40990" y="24267"/>
                  <a:pt x="40342" y="22407"/>
                </a:cubicBezTo>
                <a:cubicBezTo>
                  <a:pt x="39693" y="20547"/>
                  <a:pt x="39871" y="18504"/>
                  <a:pt x="40215" y="16565"/>
                </a:cubicBezTo>
                <a:cubicBezTo>
                  <a:pt x="40557" y="14625"/>
                  <a:pt x="41058" y="12691"/>
                  <a:pt x="41032" y="10722"/>
                </a:cubicBezTo>
                <a:cubicBezTo>
                  <a:pt x="40988" y="7505"/>
                  <a:pt x="39446" y="4335"/>
                  <a:pt x="36929" y="2332"/>
                </a:cubicBezTo>
                <a:cubicBezTo>
                  <a:pt x="35031" y="821"/>
                  <a:pt x="32605" y="1"/>
                  <a:pt x="30183" y="1"/>
                </a:cubicBezTo>
                <a:close/>
              </a:path>
            </a:pathLst>
          </a:custGeom>
          <a:solidFill>
            <a:srgbClr val="9485BA">
              <a:alpha val="246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4"/>
          <p:cNvSpPr/>
          <p:nvPr/>
        </p:nvSpPr>
        <p:spPr>
          <a:xfrm flipH="1" rot="10800000">
            <a:off x="5663125" y="1"/>
            <a:ext cx="3480869" cy="2461897"/>
          </a:xfrm>
          <a:custGeom>
            <a:rect b="b" l="l" r="r" t="t"/>
            <a:pathLst>
              <a:path extrusionOk="0" h="22264" w="31479">
                <a:moveTo>
                  <a:pt x="28893" y="0"/>
                </a:moveTo>
                <a:cubicBezTo>
                  <a:pt x="28697" y="0"/>
                  <a:pt x="28500" y="7"/>
                  <a:pt x="28304" y="21"/>
                </a:cubicBezTo>
                <a:cubicBezTo>
                  <a:pt x="24588" y="285"/>
                  <a:pt x="21237" y="2790"/>
                  <a:pt x="19458" y="6063"/>
                </a:cubicBezTo>
                <a:cubicBezTo>
                  <a:pt x="18833" y="7214"/>
                  <a:pt x="18345" y="8499"/>
                  <a:pt x="17343" y="9340"/>
                </a:cubicBezTo>
                <a:cubicBezTo>
                  <a:pt x="15676" y="10738"/>
                  <a:pt x="13239" y="10447"/>
                  <a:pt x="11077" y="10688"/>
                </a:cubicBezTo>
                <a:cubicBezTo>
                  <a:pt x="9416" y="10874"/>
                  <a:pt x="7829" y="11440"/>
                  <a:pt x="6403" y="12292"/>
                </a:cubicBezTo>
                <a:cubicBezTo>
                  <a:pt x="3702" y="13903"/>
                  <a:pt x="1573" y="16536"/>
                  <a:pt x="591" y="19541"/>
                </a:cubicBezTo>
                <a:cubicBezTo>
                  <a:pt x="300" y="20429"/>
                  <a:pt x="107" y="21341"/>
                  <a:pt x="1" y="22264"/>
                </a:cubicBezTo>
                <a:lnTo>
                  <a:pt x="31478" y="22264"/>
                </a:lnTo>
                <a:lnTo>
                  <a:pt x="31478" y="391"/>
                </a:lnTo>
                <a:cubicBezTo>
                  <a:pt x="30640" y="136"/>
                  <a:pt x="29766" y="0"/>
                  <a:pt x="28893" y="0"/>
                </a:cubicBezTo>
                <a:close/>
              </a:path>
            </a:pathLst>
          </a:custGeom>
          <a:solidFill>
            <a:srgbClr val="7968AF">
              <a:alpha val="8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4"/>
          <p:cNvSpPr txBox="1"/>
          <p:nvPr>
            <p:ph type="ctrTitle"/>
          </p:nvPr>
        </p:nvSpPr>
        <p:spPr>
          <a:xfrm>
            <a:off x="2429950" y="535000"/>
            <a:ext cx="4284000" cy="9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29" name="Google Shape;329;p34"/>
          <p:cNvSpPr txBox="1"/>
          <p:nvPr>
            <p:ph idx="1" type="subTitle"/>
          </p:nvPr>
        </p:nvSpPr>
        <p:spPr>
          <a:xfrm>
            <a:off x="3160900" y="1569163"/>
            <a:ext cx="2822400" cy="101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0" name="Google Shape;330;p34"/>
          <p:cNvSpPr txBox="1"/>
          <p:nvPr/>
        </p:nvSpPr>
        <p:spPr>
          <a:xfrm>
            <a:off x="2541400" y="3857925"/>
            <a:ext cx="42840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CREDITS: This presentation template was created by </a:t>
            </a:r>
            <a:r>
              <a:rPr b="1" lang="en" sz="1000">
                <a:solidFill>
                  <a:schemeClr val="hlink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2"/>
              </a:rPr>
              <a:t>Slidesgo</a:t>
            </a:r>
            <a:r>
              <a:rPr lang="en" sz="10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, including icons by </a:t>
            </a:r>
            <a:r>
              <a:rPr b="1" lang="en" sz="1000">
                <a:solidFill>
                  <a:schemeClr val="hlink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3"/>
              </a:rPr>
              <a:t>Flaticon</a:t>
            </a:r>
            <a:r>
              <a:rPr lang="en" sz="10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and infographics &amp; images by </a:t>
            </a:r>
            <a:r>
              <a:rPr b="1" lang="en" sz="1000">
                <a:solidFill>
                  <a:schemeClr val="hlink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4"/>
              </a:rPr>
              <a:t>Freepik</a:t>
            </a:r>
            <a:endParaRPr b="1" sz="1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5"/>
          <p:cNvSpPr/>
          <p:nvPr/>
        </p:nvSpPr>
        <p:spPr>
          <a:xfrm flipH="1" rot="-9512988">
            <a:off x="5411053" y="-1031429"/>
            <a:ext cx="3873019" cy="2719003"/>
          </a:xfrm>
          <a:custGeom>
            <a:rect b="b" l="l" r="r" t="t"/>
            <a:pathLst>
              <a:path extrusionOk="0" h="31327" w="44623">
                <a:moveTo>
                  <a:pt x="30183" y="1"/>
                </a:moveTo>
                <a:cubicBezTo>
                  <a:pt x="29393" y="1"/>
                  <a:pt x="28602" y="88"/>
                  <a:pt x="27831" y="268"/>
                </a:cubicBezTo>
                <a:cubicBezTo>
                  <a:pt x="25849" y="729"/>
                  <a:pt x="23986" y="1760"/>
                  <a:pt x="21953" y="1843"/>
                </a:cubicBezTo>
                <a:cubicBezTo>
                  <a:pt x="21860" y="1847"/>
                  <a:pt x="21768" y="1848"/>
                  <a:pt x="21676" y="1848"/>
                </a:cubicBezTo>
                <a:cubicBezTo>
                  <a:pt x="19689" y="1848"/>
                  <a:pt x="17791" y="990"/>
                  <a:pt x="15828" y="630"/>
                </a:cubicBezTo>
                <a:cubicBezTo>
                  <a:pt x="15153" y="506"/>
                  <a:pt x="14470" y="446"/>
                  <a:pt x="13789" y="446"/>
                </a:cubicBezTo>
                <a:cubicBezTo>
                  <a:pt x="9549" y="446"/>
                  <a:pt x="5342" y="2763"/>
                  <a:pt x="2990" y="6331"/>
                </a:cubicBezTo>
                <a:cubicBezTo>
                  <a:pt x="260" y="10472"/>
                  <a:pt x="1" y="16027"/>
                  <a:pt x="1998" y="20567"/>
                </a:cubicBezTo>
                <a:cubicBezTo>
                  <a:pt x="3996" y="25107"/>
                  <a:pt x="8093" y="28590"/>
                  <a:pt x="12783" y="30202"/>
                </a:cubicBezTo>
                <a:cubicBezTo>
                  <a:pt x="15007" y="30967"/>
                  <a:pt x="17351" y="31327"/>
                  <a:pt x="19701" y="31327"/>
                </a:cubicBezTo>
                <a:cubicBezTo>
                  <a:pt x="22309" y="31327"/>
                  <a:pt x="24925" y="30884"/>
                  <a:pt x="27400" y="30059"/>
                </a:cubicBezTo>
                <a:cubicBezTo>
                  <a:pt x="29707" y="29290"/>
                  <a:pt x="31904" y="28201"/>
                  <a:pt x="34244" y="27538"/>
                </a:cubicBezTo>
                <a:cubicBezTo>
                  <a:pt x="35447" y="27197"/>
                  <a:pt x="36715" y="26977"/>
                  <a:pt x="37966" y="26977"/>
                </a:cubicBezTo>
                <a:cubicBezTo>
                  <a:pt x="39147" y="26977"/>
                  <a:pt x="40312" y="27174"/>
                  <a:pt x="41392" y="27652"/>
                </a:cubicBezTo>
                <a:lnTo>
                  <a:pt x="44623" y="25946"/>
                </a:lnTo>
                <a:cubicBezTo>
                  <a:pt x="42654" y="25893"/>
                  <a:pt x="40990" y="24267"/>
                  <a:pt x="40342" y="22407"/>
                </a:cubicBezTo>
                <a:cubicBezTo>
                  <a:pt x="39693" y="20547"/>
                  <a:pt x="39871" y="18504"/>
                  <a:pt x="40215" y="16565"/>
                </a:cubicBezTo>
                <a:cubicBezTo>
                  <a:pt x="40557" y="14625"/>
                  <a:pt x="41058" y="12691"/>
                  <a:pt x="41032" y="10722"/>
                </a:cubicBezTo>
                <a:cubicBezTo>
                  <a:pt x="40988" y="7505"/>
                  <a:pt x="39446" y="4335"/>
                  <a:pt x="36929" y="2332"/>
                </a:cubicBezTo>
                <a:cubicBezTo>
                  <a:pt x="35031" y="821"/>
                  <a:pt x="32605" y="1"/>
                  <a:pt x="30183" y="1"/>
                </a:cubicBezTo>
                <a:close/>
              </a:path>
            </a:pathLst>
          </a:custGeom>
          <a:solidFill>
            <a:srgbClr val="9485BA">
              <a:alpha val="12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5"/>
          <p:cNvSpPr/>
          <p:nvPr/>
        </p:nvSpPr>
        <p:spPr>
          <a:xfrm flipH="1" rot="-9512988">
            <a:off x="77053" y="4245421"/>
            <a:ext cx="3873019" cy="2719003"/>
          </a:xfrm>
          <a:custGeom>
            <a:rect b="b" l="l" r="r" t="t"/>
            <a:pathLst>
              <a:path extrusionOk="0" h="31327" w="44623">
                <a:moveTo>
                  <a:pt x="30183" y="1"/>
                </a:moveTo>
                <a:cubicBezTo>
                  <a:pt x="29393" y="1"/>
                  <a:pt x="28602" y="88"/>
                  <a:pt x="27831" y="268"/>
                </a:cubicBezTo>
                <a:cubicBezTo>
                  <a:pt x="25849" y="729"/>
                  <a:pt x="23986" y="1760"/>
                  <a:pt x="21953" y="1843"/>
                </a:cubicBezTo>
                <a:cubicBezTo>
                  <a:pt x="21860" y="1847"/>
                  <a:pt x="21768" y="1848"/>
                  <a:pt x="21676" y="1848"/>
                </a:cubicBezTo>
                <a:cubicBezTo>
                  <a:pt x="19689" y="1848"/>
                  <a:pt x="17791" y="990"/>
                  <a:pt x="15828" y="630"/>
                </a:cubicBezTo>
                <a:cubicBezTo>
                  <a:pt x="15153" y="506"/>
                  <a:pt x="14470" y="446"/>
                  <a:pt x="13789" y="446"/>
                </a:cubicBezTo>
                <a:cubicBezTo>
                  <a:pt x="9549" y="446"/>
                  <a:pt x="5342" y="2763"/>
                  <a:pt x="2990" y="6331"/>
                </a:cubicBezTo>
                <a:cubicBezTo>
                  <a:pt x="260" y="10472"/>
                  <a:pt x="1" y="16027"/>
                  <a:pt x="1998" y="20567"/>
                </a:cubicBezTo>
                <a:cubicBezTo>
                  <a:pt x="3996" y="25107"/>
                  <a:pt x="8093" y="28590"/>
                  <a:pt x="12783" y="30202"/>
                </a:cubicBezTo>
                <a:cubicBezTo>
                  <a:pt x="15007" y="30967"/>
                  <a:pt x="17351" y="31327"/>
                  <a:pt x="19701" y="31327"/>
                </a:cubicBezTo>
                <a:cubicBezTo>
                  <a:pt x="22309" y="31327"/>
                  <a:pt x="24925" y="30884"/>
                  <a:pt x="27400" y="30059"/>
                </a:cubicBezTo>
                <a:cubicBezTo>
                  <a:pt x="29707" y="29290"/>
                  <a:pt x="31904" y="28201"/>
                  <a:pt x="34244" y="27538"/>
                </a:cubicBezTo>
                <a:cubicBezTo>
                  <a:pt x="35447" y="27197"/>
                  <a:pt x="36715" y="26977"/>
                  <a:pt x="37966" y="26977"/>
                </a:cubicBezTo>
                <a:cubicBezTo>
                  <a:pt x="39147" y="26977"/>
                  <a:pt x="40312" y="27174"/>
                  <a:pt x="41392" y="27652"/>
                </a:cubicBezTo>
                <a:lnTo>
                  <a:pt x="44623" y="25946"/>
                </a:lnTo>
                <a:cubicBezTo>
                  <a:pt x="42654" y="25893"/>
                  <a:pt x="40990" y="24267"/>
                  <a:pt x="40342" y="22407"/>
                </a:cubicBezTo>
                <a:cubicBezTo>
                  <a:pt x="39693" y="20547"/>
                  <a:pt x="39871" y="18504"/>
                  <a:pt x="40215" y="16565"/>
                </a:cubicBezTo>
                <a:cubicBezTo>
                  <a:pt x="40557" y="14625"/>
                  <a:pt x="41058" y="12691"/>
                  <a:pt x="41032" y="10722"/>
                </a:cubicBezTo>
                <a:cubicBezTo>
                  <a:pt x="40988" y="7505"/>
                  <a:pt x="39446" y="4335"/>
                  <a:pt x="36929" y="2332"/>
                </a:cubicBezTo>
                <a:cubicBezTo>
                  <a:pt x="35031" y="821"/>
                  <a:pt x="32605" y="1"/>
                  <a:pt x="30183" y="1"/>
                </a:cubicBezTo>
                <a:close/>
              </a:path>
            </a:pathLst>
          </a:custGeom>
          <a:solidFill>
            <a:srgbClr val="9485BA">
              <a:alpha val="12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5"/>
          <p:cNvSpPr/>
          <p:nvPr/>
        </p:nvSpPr>
        <p:spPr>
          <a:xfrm flipH="1" rot="10800000">
            <a:off x="6781648" y="4492733"/>
            <a:ext cx="1331418" cy="650765"/>
          </a:xfrm>
          <a:custGeom>
            <a:rect b="b" l="l" r="r" t="t"/>
            <a:pathLst>
              <a:path extrusionOk="0" h="15700" w="32123">
                <a:moveTo>
                  <a:pt x="1" y="1"/>
                </a:moveTo>
                <a:cubicBezTo>
                  <a:pt x="256" y="226"/>
                  <a:pt x="496" y="465"/>
                  <a:pt x="718" y="716"/>
                </a:cubicBezTo>
                <a:cubicBezTo>
                  <a:pt x="2564" y="2792"/>
                  <a:pt x="3551" y="5469"/>
                  <a:pt x="4897" y="7900"/>
                </a:cubicBezTo>
                <a:cubicBezTo>
                  <a:pt x="5493" y="8975"/>
                  <a:pt x="6182" y="10021"/>
                  <a:pt x="6967" y="10981"/>
                </a:cubicBezTo>
                <a:cubicBezTo>
                  <a:pt x="8532" y="12895"/>
                  <a:pt x="10473" y="14467"/>
                  <a:pt x="12797" y="15247"/>
                </a:cubicBezTo>
                <a:cubicBezTo>
                  <a:pt x="13701" y="15550"/>
                  <a:pt x="14666" y="15700"/>
                  <a:pt x="15631" y="15700"/>
                </a:cubicBezTo>
                <a:cubicBezTo>
                  <a:pt x="18392" y="15700"/>
                  <a:pt x="21150" y="14471"/>
                  <a:pt x="22462" y="12079"/>
                </a:cubicBezTo>
                <a:cubicBezTo>
                  <a:pt x="23317" y="10523"/>
                  <a:pt x="23489" y="8701"/>
                  <a:pt x="23866" y="6966"/>
                </a:cubicBezTo>
                <a:cubicBezTo>
                  <a:pt x="24245" y="5233"/>
                  <a:pt x="24943" y="3417"/>
                  <a:pt x="26447" y="2473"/>
                </a:cubicBezTo>
                <a:cubicBezTo>
                  <a:pt x="27588" y="1757"/>
                  <a:pt x="29005" y="1663"/>
                  <a:pt x="30262" y="1177"/>
                </a:cubicBezTo>
                <a:cubicBezTo>
                  <a:pt x="30958" y="908"/>
                  <a:pt x="31583" y="502"/>
                  <a:pt x="32122" y="1"/>
                </a:cubicBezTo>
                <a:close/>
              </a:path>
            </a:pathLst>
          </a:custGeom>
          <a:solidFill>
            <a:srgbClr val="9485BA">
              <a:alpha val="246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6"/>
          <p:cNvSpPr/>
          <p:nvPr/>
        </p:nvSpPr>
        <p:spPr>
          <a:xfrm flipH="1" rot="5400000">
            <a:off x="6909927" y="2909427"/>
            <a:ext cx="3227852" cy="1240294"/>
          </a:xfrm>
          <a:custGeom>
            <a:rect b="b" l="l" r="r" t="t"/>
            <a:pathLst>
              <a:path extrusionOk="0" h="16393" w="42664">
                <a:moveTo>
                  <a:pt x="0" y="1"/>
                </a:moveTo>
                <a:lnTo>
                  <a:pt x="0" y="8820"/>
                </a:lnTo>
                <a:cubicBezTo>
                  <a:pt x="478" y="9615"/>
                  <a:pt x="960" y="10406"/>
                  <a:pt x="1504" y="11153"/>
                </a:cubicBezTo>
                <a:cubicBezTo>
                  <a:pt x="3080" y="13313"/>
                  <a:pt x="5235" y="15114"/>
                  <a:pt x="7780" y="15934"/>
                </a:cubicBezTo>
                <a:cubicBezTo>
                  <a:pt x="8719" y="16236"/>
                  <a:pt x="9713" y="16393"/>
                  <a:pt x="10703" y="16393"/>
                </a:cubicBezTo>
                <a:cubicBezTo>
                  <a:pt x="12396" y="16393"/>
                  <a:pt x="14078" y="15935"/>
                  <a:pt x="15459" y="14965"/>
                </a:cubicBezTo>
                <a:cubicBezTo>
                  <a:pt x="17132" y="13791"/>
                  <a:pt x="18317" y="11939"/>
                  <a:pt x="20169" y="11076"/>
                </a:cubicBezTo>
                <a:cubicBezTo>
                  <a:pt x="21079" y="10653"/>
                  <a:pt x="22041" y="10509"/>
                  <a:pt x="23029" y="10509"/>
                </a:cubicBezTo>
                <a:cubicBezTo>
                  <a:pt x="24412" y="10509"/>
                  <a:pt x="25847" y="10791"/>
                  <a:pt x="27266" y="10981"/>
                </a:cubicBezTo>
                <a:cubicBezTo>
                  <a:pt x="27732" y="11043"/>
                  <a:pt x="28195" y="11096"/>
                  <a:pt x="28655" y="11125"/>
                </a:cubicBezTo>
                <a:cubicBezTo>
                  <a:pt x="28925" y="11143"/>
                  <a:pt x="29196" y="11151"/>
                  <a:pt x="29466" y="11151"/>
                </a:cubicBezTo>
                <a:cubicBezTo>
                  <a:pt x="33532" y="11151"/>
                  <a:pt x="37571" y="9203"/>
                  <a:pt x="40069" y="5989"/>
                </a:cubicBezTo>
                <a:cubicBezTo>
                  <a:pt x="41419" y="4250"/>
                  <a:pt x="42297" y="2169"/>
                  <a:pt x="42663" y="1"/>
                </a:cubicBezTo>
                <a:close/>
              </a:path>
            </a:pathLst>
          </a:custGeom>
          <a:solidFill>
            <a:srgbClr val="9485BA">
              <a:alpha val="12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6"/>
          <p:cNvSpPr/>
          <p:nvPr/>
        </p:nvSpPr>
        <p:spPr>
          <a:xfrm flipH="1" rot="9361438">
            <a:off x="-472451" y="-590591"/>
            <a:ext cx="3547661" cy="1063628"/>
          </a:xfrm>
          <a:custGeom>
            <a:rect b="b" l="l" r="r" t="t"/>
            <a:pathLst>
              <a:path extrusionOk="0" h="12536" w="41813">
                <a:moveTo>
                  <a:pt x="41813" y="12536"/>
                </a:moveTo>
                <a:lnTo>
                  <a:pt x="0" y="12536"/>
                </a:lnTo>
                <a:cubicBezTo>
                  <a:pt x="126" y="11357"/>
                  <a:pt x="423" y="10191"/>
                  <a:pt x="854" y="9088"/>
                </a:cubicBezTo>
                <a:cubicBezTo>
                  <a:pt x="1863" y="6514"/>
                  <a:pt x="3879" y="4060"/>
                  <a:pt x="6617" y="3669"/>
                </a:cubicBezTo>
                <a:cubicBezTo>
                  <a:pt x="7797" y="3500"/>
                  <a:pt x="8957" y="3729"/>
                  <a:pt x="10080" y="4146"/>
                </a:cubicBezTo>
                <a:cubicBezTo>
                  <a:pt x="11689" y="4742"/>
                  <a:pt x="13492" y="4257"/>
                  <a:pt x="14595" y="2942"/>
                </a:cubicBezTo>
                <a:cubicBezTo>
                  <a:pt x="15375" y="2015"/>
                  <a:pt x="16378" y="1274"/>
                  <a:pt x="17504" y="828"/>
                </a:cubicBezTo>
                <a:cubicBezTo>
                  <a:pt x="19590" y="1"/>
                  <a:pt x="22055" y="203"/>
                  <a:pt x="23979" y="1357"/>
                </a:cubicBezTo>
                <a:cubicBezTo>
                  <a:pt x="24549" y="1700"/>
                  <a:pt x="25072" y="2119"/>
                  <a:pt x="25578" y="2564"/>
                </a:cubicBezTo>
                <a:cubicBezTo>
                  <a:pt x="27015" y="3831"/>
                  <a:pt x="28306" y="5313"/>
                  <a:pt x="30115" y="5863"/>
                </a:cubicBezTo>
                <a:cubicBezTo>
                  <a:pt x="31998" y="6435"/>
                  <a:pt x="34054" y="5860"/>
                  <a:pt x="35982" y="6246"/>
                </a:cubicBezTo>
                <a:cubicBezTo>
                  <a:pt x="38809" y="6811"/>
                  <a:pt x="40886" y="9391"/>
                  <a:pt x="41707" y="12153"/>
                </a:cubicBezTo>
                <a:cubicBezTo>
                  <a:pt x="41745" y="12280"/>
                  <a:pt x="41780" y="12407"/>
                  <a:pt x="41813" y="12536"/>
                </a:cubicBezTo>
              </a:path>
            </a:pathLst>
          </a:custGeom>
          <a:solidFill>
            <a:srgbClr val="9485BA">
              <a:alpha val="246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8" name="Google Shape;338;p36"/>
          <p:cNvGrpSpPr/>
          <p:nvPr/>
        </p:nvGrpSpPr>
        <p:grpSpPr>
          <a:xfrm>
            <a:off x="270898" y="4054182"/>
            <a:ext cx="559760" cy="781502"/>
            <a:chOff x="270898" y="4054182"/>
            <a:chExt cx="559760" cy="781502"/>
          </a:xfrm>
        </p:grpSpPr>
        <p:grpSp>
          <p:nvGrpSpPr>
            <p:cNvPr id="339" name="Google Shape;339;p36"/>
            <p:cNvGrpSpPr/>
            <p:nvPr/>
          </p:nvGrpSpPr>
          <p:grpSpPr>
            <a:xfrm flipH="1" rot="-2700000">
              <a:off x="398707" y="4114344"/>
              <a:ext cx="278908" cy="262536"/>
              <a:chOff x="3835427" y="2983238"/>
              <a:chExt cx="278911" cy="262539"/>
            </a:xfrm>
          </p:grpSpPr>
          <p:sp>
            <p:nvSpPr>
              <p:cNvPr id="340" name="Google Shape;340;p36"/>
              <p:cNvSpPr/>
              <p:nvPr/>
            </p:nvSpPr>
            <p:spPr>
              <a:xfrm>
                <a:off x="3835427" y="3033346"/>
                <a:ext cx="136176" cy="73781"/>
              </a:xfrm>
              <a:custGeom>
                <a:rect b="b" l="l" r="r" t="t"/>
                <a:pathLst>
                  <a:path extrusionOk="0" h="2294" w="4234">
                    <a:moveTo>
                      <a:pt x="2024" y="1"/>
                    </a:moveTo>
                    <a:cubicBezTo>
                      <a:pt x="948" y="1"/>
                      <a:pt x="1" y="1598"/>
                      <a:pt x="1" y="1598"/>
                    </a:cubicBezTo>
                    <a:cubicBezTo>
                      <a:pt x="1" y="1598"/>
                      <a:pt x="1261" y="2293"/>
                      <a:pt x="2023" y="2293"/>
                    </a:cubicBezTo>
                    <a:cubicBezTo>
                      <a:pt x="2109" y="2293"/>
                      <a:pt x="2189" y="2284"/>
                      <a:pt x="2260" y="2265"/>
                    </a:cubicBezTo>
                    <a:cubicBezTo>
                      <a:pt x="2957" y="2070"/>
                      <a:pt x="4234" y="1440"/>
                      <a:pt x="4234" y="1440"/>
                    </a:cubicBezTo>
                    <a:cubicBezTo>
                      <a:pt x="4234" y="1440"/>
                      <a:pt x="3147" y="35"/>
                      <a:pt x="2056" y="1"/>
                    </a:cubicBezTo>
                    <a:cubicBezTo>
                      <a:pt x="2046" y="1"/>
                      <a:pt x="2035" y="1"/>
                      <a:pt x="202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36"/>
              <p:cNvSpPr/>
              <p:nvPr/>
            </p:nvSpPr>
            <p:spPr>
              <a:xfrm>
                <a:off x="3953847" y="3155336"/>
                <a:ext cx="112794" cy="90441"/>
              </a:xfrm>
              <a:custGeom>
                <a:rect b="b" l="l" r="r" t="t"/>
                <a:pathLst>
                  <a:path extrusionOk="0" h="2812" w="3507">
                    <a:moveTo>
                      <a:pt x="2153" y="0"/>
                    </a:moveTo>
                    <a:cubicBezTo>
                      <a:pt x="1711" y="0"/>
                      <a:pt x="1246" y="73"/>
                      <a:pt x="900" y="310"/>
                    </a:cubicBezTo>
                    <a:cubicBezTo>
                      <a:pt x="1" y="927"/>
                      <a:pt x="182" y="2812"/>
                      <a:pt x="182" y="2812"/>
                    </a:cubicBezTo>
                    <a:cubicBezTo>
                      <a:pt x="182" y="2812"/>
                      <a:pt x="1951" y="2586"/>
                      <a:pt x="2399" y="2017"/>
                    </a:cubicBezTo>
                    <a:cubicBezTo>
                      <a:pt x="2847" y="1448"/>
                      <a:pt x="3506" y="187"/>
                      <a:pt x="3506" y="187"/>
                    </a:cubicBezTo>
                    <a:cubicBezTo>
                      <a:pt x="3506" y="187"/>
                      <a:pt x="2860" y="0"/>
                      <a:pt x="215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36"/>
              <p:cNvSpPr/>
              <p:nvPr/>
            </p:nvSpPr>
            <p:spPr>
              <a:xfrm>
                <a:off x="3977357" y="2983238"/>
                <a:ext cx="87000" cy="136433"/>
              </a:xfrm>
              <a:custGeom>
                <a:rect b="b" l="l" r="r" t="t"/>
                <a:pathLst>
                  <a:path extrusionOk="0" h="4242" w="2705">
                    <a:moveTo>
                      <a:pt x="1672" y="1"/>
                    </a:moveTo>
                    <a:cubicBezTo>
                      <a:pt x="1672" y="1"/>
                      <a:pt x="1" y="1049"/>
                      <a:pt x="115" y="2137"/>
                    </a:cubicBezTo>
                    <a:cubicBezTo>
                      <a:pt x="229" y="3224"/>
                      <a:pt x="1811" y="4242"/>
                      <a:pt x="1811" y="4242"/>
                    </a:cubicBezTo>
                    <a:cubicBezTo>
                      <a:pt x="1811" y="4242"/>
                      <a:pt x="2390" y="2933"/>
                      <a:pt x="2548" y="2226"/>
                    </a:cubicBezTo>
                    <a:cubicBezTo>
                      <a:pt x="2705" y="1518"/>
                      <a:pt x="1672" y="1"/>
                      <a:pt x="167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36"/>
              <p:cNvSpPr/>
              <p:nvPr/>
            </p:nvSpPr>
            <p:spPr>
              <a:xfrm>
                <a:off x="3872735" y="3061873"/>
                <a:ext cx="85198" cy="10196"/>
              </a:xfrm>
              <a:custGeom>
                <a:rect b="b" l="l" r="r" t="t"/>
                <a:pathLst>
                  <a:path extrusionOk="0" h="317" w="2649">
                    <a:moveTo>
                      <a:pt x="1505" y="0"/>
                    </a:moveTo>
                    <a:cubicBezTo>
                      <a:pt x="1007" y="0"/>
                      <a:pt x="500" y="112"/>
                      <a:pt x="34" y="259"/>
                    </a:cubicBezTo>
                    <a:cubicBezTo>
                      <a:pt x="1" y="269"/>
                      <a:pt x="12" y="317"/>
                      <a:pt x="42" y="317"/>
                    </a:cubicBezTo>
                    <a:cubicBezTo>
                      <a:pt x="44" y="317"/>
                      <a:pt x="46" y="316"/>
                      <a:pt x="48" y="316"/>
                    </a:cubicBezTo>
                    <a:cubicBezTo>
                      <a:pt x="544" y="218"/>
                      <a:pt x="1056" y="124"/>
                      <a:pt x="1564" y="124"/>
                    </a:cubicBezTo>
                    <a:cubicBezTo>
                      <a:pt x="1913" y="124"/>
                      <a:pt x="2260" y="169"/>
                      <a:pt x="2597" y="287"/>
                    </a:cubicBezTo>
                    <a:cubicBezTo>
                      <a:pt x="2601" y="288"/>
                      <a:pt x="2604" y="289"/>
                      <a:pt x="2608" y="289"/>
                    </a:cubicBezTo>
                    <a:cubicBezTo>
                      <a:pt x="2635" y="289"/>
                      <a:pt x="2649" y="246"/>
                      <a:pt x="2620" y="233"/>
                    </a:cubicBezTo>
                    <a:cubicBezTo>
                      <a:pt x="2268" y="66"/>
                      <a:pt x="1889" y="0"/>
                      <a:pt x="150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36"/>
              <p:cNvSpPr/>
              <p:nvPr/>
            </p:nvSpPr>
            <p:spPr>
              <a:xfrm>
                <a:off x="4003022" y="3025370"/>
                <a:ext cx="29879" cy="92660"/>
              </a:xfrm>
              <a:custGeom>
                <a:rect b="b" l="l" r="r" t="t"/>
                <a:pathLst>
                  <a:path extrusionOk="0" h="2881" w="929">
                    <a:moveTo>
                      <a:pt x="410" y="1"/>
                    </a:moveTo>
                    <a:cubicBezTo>
                      <a:pt x="400" y="1"/>
                      <a:pt x="389" y="6"/>
                      <a:pt x="384" y="18"/>
                    </a:cubicBezTo>
                    <a:cubicBezTo>
                      <a:pt x="1" y="960"/>
                      <a:pt x="278" y="2071"/>
                      <a:pt x="866" y="2868"/>
                    </a:cubicBezTo>
                    <a:cubicBezTo>
                      <a:pt x="872" y="2877"/>
                      <a:pt x="880" y="2880"/>
                      <a:pt x="888" y="2880"/>
                    </a:cubicBezTo>
                    <a:cubicBezTo>
                      <a:pt x="908" y="2880"/>
                      <a:pt x="929" y="2857"/>
                      <a:pt x="915" y="2836"/>
                    </a:cubicBezTo>
                    <a:cubicBezTo>
                      <a:pt x="422" y="2005"/>
                      <a:pt x="155" y="985"/>
                      <a:pt x="440" y="38"/>
                    </a:cubicBezTo>
                    <a:cubicBezTo>
                      <a:pt x="447" y="16"/>
                      <a:pt x="428" y="1"/>
                      <a:pt x="4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36"/>
              <p:cNvSpPr/>
              <p:nvPr/>
            </p:nvSpPr>
            <p:spPr>
              <a:xfrm>
                <a:off x="3990383" y="3158970"/>
                <a:ext cx="76611" cy="51074"/>
              </a:xfrm>
              <a:custGeom>
                <a:rect b="b" l="l" r="r" t="t"/>
                <a:pathLst>
                  <a:path extrusionOk="0" h="1588" w="2382">
                    <a:moveTo>
                      <a:pt x="2338" y="0"/>
                    </a:moveTo>
                    <a:cubicBezTo>
                      <a:pt x="2335" y="0"/>
                      <a:pt x="2332" y="1"/>
                      <a:pt x="2329" y="2"/>
                    </a:cubicBezTo>
                    <a:cubicBezTo>
                      <a:pt x="1458" y="315"/>
                      <a:pt x="565" y="770"/>
                      <a:pt x="16" y="1542"/>
                    </a:cubicBezTo>
                    <a:cubicBezTo>
                      <a:pt x="0" y="1564"/>
                      <a:pt x="21" y="1587"/>
                      <a:pt x="42" y="1587"/>
                    </a:cubicBezTo>
                    <a:cubicBezTo>
                      <a:pt x="50" y="1587"/>
                      <a:pt x="58" y="1584"/>
                      <a:pt x="64" y="1577"/>
                    </a:cubicBezTo>
                    <a:cubicBezTo>
                      <a:pt x="212" y="1401"/>
                      <a:pt x="381" y="1245"/>
                      <a:pt x="560" y="1102"/>
                    </a:cubicBezTo>
                    <a:cubicBezTo>
                      <a:pt x="1104" y="670"/>
                      <a:pt x="1723" y="352"/>
                      <a:pt x="2350" y="58"/>
                    </a:cubicBezTo>
                    <a:cubicBezTo>
                      <a:pt x="2381" y="44"/>
                      <a:pt x="2366" y="0"/>
                      <a:pt x="23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36"/>
              <p:cNvSpPr/>
              <p:nvPr/>
            </p:nvSpPr>
            <p:spPr>
              <a:xfrm>
                <a:off x="3949344" y="3067309"/>
                <a:ext cx="164994" cy="159301"/>
              </a:xfrm>
              <a:custGeom>
                <a:rect b="b" l="l" r="r" t="t"/>
                <a:pathLst>
                  <a:path extrusionOk="0" h="4953" w="5130">
                    <a:moveTo>
                      <a:pt x="8" y="0"/>
                    </a:moveTo>
                    <a:cubicBezTo>
                      <a:pt x="3" y="0"/>
                      <a:pt x="1" y="2"/>
                      <a:pt x="1" y="5"/>
                    </a:cubicBezTo>
                    <a:cubicBezTo>
                      <a:pt x="54" y="253"/>
                      <a:pt x="1787" y="1292"/>
                      <a:pt x="2553" y="1847"/>
                    </a:cubicBezTo>
                    <a:cubicBezTo>
                      <a:pt x="3319" y="2402"/>
                      <a:pt x="4665" y="4908"/>
                      <a:pt x="4776" y="4947"/>
                    </a:cubicBezTo>
                    <a:cubicBezTo>
                      <a:pt x="4786" y="4951"/>
                      <a:pt x="4796" y="4952"/>
                      <a:pt x="4806" y="4952"/>
                    </a:cubicBezTo>
                    <a:cubicBezTo>
                      <a:pt x="4922" y="4952"/>
                      <a:pt x="5096" y="4766"/>
                      <a:pt x="5112" y="4671"/>
                    </a:cubicBezTo>
                    <a:cubicBezTo>
                      <a:pt x="5129" y="4567"/>
                      <a:pt x="4110" y="2875"/>
                      <a:pt x="3068" y="1911"/>
                    </a:cubicBezTo>
                    <a:cubicBezTo>
                      <a:pt x="2064" y="980"/>
                      <a:pt x="134" y="0"/>
                      <a:pt x="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36"/>
              <p:cNvSpPr/>
              <p:nvPr/>
            </p:nvSpPr>
            <p:spPr>
              <a:xfrm>
                <a:off x="3887947" y="3036884"/>
                <a:ext cx="43998" cy="11546"/>
              </a:xfrm>
              <a:custGeom>
                <a:rect b="b" l="l" r="r" t="t"/>
                <a:pathLst>
                  <a:path extrusionOk="0" h="359" w="1368">
                    <a:moveTo>
                      <a:pt x="419" y="0"/>
                    </a:moveTo>
                    <a:cubicBezTo>
                      <a:pt x="288" y="0"/>
                      <a:pt x="158" y="16"/>
                      <a:pt x="33" y="49"/>
                    </a:cubicBezTo>
                    <a:cubicBezTo>
                      <a:pt x="0" y="57"/>
                      <a:pt x="7" y="108"/>
                      <a:pt x="40" y="108"/>
                    </a:cubicBezTo>
                    <a:cubicBezTo>
                      <a:pt x="41" y="108"/>
                      <a:pt x="41" y="108"/>
                      <a:pt x="42" y="108"/>
                    </a:cubicBezTo>
                    <a:cubicBezTo>
                      <a:pt x="86" y="106"/>
                      <a:pt x="130" y="105"/>
                      <a:pt x="174" y="105"/>
                    </a:cubicBezTo>
                    <a:cubicBezTo>
                      <a:pt x="571" y="105"/>
                      <a:pt x="959" y="184"/>
                      <a:pt x="1323" y="356"/>
                    </a:cubicBezTo>
                    <a:cubicBezTo>
                      <a:pt x="1326" y="358"/>
                      <a:pt x="1330" y="358"/>
                      <a:pt x="1334" y="358"/>
                    </a:cubicBezTo>
                    <a:cubicBezTo>
                      <a:pt x="1343" y="358"/>
                      <a:pt x="1352" y="354"/>
                      <a:pt x="1358" y="346"/>
                    </a:cubicBezTo>
                    <a:cubicBezTo>
                      <a:pt x="1368" y="333"/>
                      <a:pt x="1366" y="315"/>
                      <a:pt x="1352" y="304"/>
                    </a:cubicBezTo>
                    <a:cubicBezTo>
                      <a:pt x="1088" y="105"/>
                      <a:pt x="752" y="0"/>
                      <a:pt x="4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36"/>
              <p:cNvSpPr/>
              <p:nvPr/>
            </p:nvSpPr>
            <p:spPr>
              <a:xfrm>
                <a:off x="3995914" y="3161221"/>
                <a:ext cx="34382" cy="7333"/>
              </a:xfrm>
              <a:custGeom>
                <a:rect b="b" l="l" r="r" t="t"/>
                <a:pathLst>
                  <a:path extrusionOk="0" h="228" w="1069">
                    <a:moveTo>
                      <a:pt x="1039" y="1"/>
                    </a:moveTo>
                    <a:cubicBezTo>
                      <a:pt x="1038" y="1"/>
                      <a:pt x="1037" y="1"/>
                      <a:pt x="1036" y="1"/>
                    </a:cubicBezTo>
                    <a:cubicBezTo>
                      <a:pt x="696" y="30"/>
                      <a:pt x="362" y="84"/>
                      <a:pt x="32" y="168"/>
                    </a:cubicBezTo>
                    <a:cubicBezTo>
                      <a:pt x="1" y="175"/>
                      <a:pt x="6" y="226"/>
                      <a:pt x="39" y="227"/>
                    </a:cubicBezTo>
                    <a:cubicBezTo>
                      <a:pt x="58" y="227"/>
                      <a:pt x="76" y="227"/>
                      <a:pt x="95" y="227"/>
                    </a:cubicBezTo>
                    <a:cubicBezTo>
                      <a:pt x="419" y="227"/>
                      <a:pt x="743" y="170"/>
                      <a:pt x="1049" y="58"/>
                    </a:cubicBezTo>
                    <a:cubicBezTo>
                      <a:pt x="1061" y="54"/>
                      <a:pt x="1069" y="42"/>
                      <a:pt x="1068" y="29"/>
                    </a:cubicBezTo>
                    <a:cubicBezTo>
                      <a:pt x="1067" y="13"/>
                      <a:pt x="1055" y="1"/>
                      <a:pt x="10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36"/>
              <p:cNvSpPr/>
              <p:nvPr/>
            </p:nvSpPr>
            <p:spPr>
              <a:xfrm>
                <a:off x="3993470" y="3004786"/>
                <a:ext cx="23414" cy="20616"/>
              </a:xfrm>
              <a:custGeom>
                <a:rect b="b" l="l" r="r" t="t"/>
                <a:pathLst>
                  <a:path extrusionOk="0" h="641" w="728">
                    <a:moveTo>
                      <a:pt x="695" y="1"/>
                    </a:moveTo>
                    <a:cubicBezTo>
                      <a:pt x="691" y="1"/>
                      <a:pt x="686" y="2"/>
                      <a:pt x="682" y="4"/>
                    </a:cubicBezTo>
                    <a:cubicBezTo>
                      <a:pt x="412" y="140"/>
                      <a:pt x="176" y="345"/>
                      <a:pt x="6" y="595"/>
                    </a:cubicBezTo>
                    <a:cubicBezTo>
                      <a:pt x="1" y="628"/>
                      <a:pt x="8" y="641"/>
                      <a:pt x="23" y="641"/>
                    </a:cubicBezTo>
                    <a:cubicBezTo>
                      <a:pt x="68" y="641"/>
                      <a:pt x="180" y="528"/>
                      <a:pt x="223" y="496"/>
                    </a:cubicBezTo>
                    <a:lnTo>
                      <a:pt x="390" y="352"/>
                    </a:lnTo>
                    <a:cubicBezTo>
                      <a:pt x="499" y="254"/>
                      <a:pt x="610" y="159"/>
                      <a:pt x="716" y="52"/>
                    </a:cubicBezTo>
                    <a:cubicBezTo>
                      <a:pt x="725" y="43"/>
                      <a:pt x="727" y="29"/>
                      <a:pt x="722" y="18"/>
                    </a:cubicBezTo>
                    <a:cubicBezTo>
                      <a:pt x="717" y="7"/>
                      <a:pt x="706" y="1"/>
                      <a:pt x="69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0" name="Google Shape;350;p36"/>
            <p:cNvGrpSpPr/>
            <p:nvPr/>
          </p:nvGrpSpPr>
          <p:grpSpPr>
            <a:xfrm flipH="1" rot="2555683">
              <a:off x="658106" y="4225958"/>
              <a:ext cx="113839" cy="217879"/>
              <a:chOff x="4548616" y="2930331"/>
              <a:chExt cx="144989" cy="277498"/>
            </a:xfrm>
          </p:grpSpPr>
          <p:sp>
            <p:nvSpPr>
              <p:cNvPr id="351" name="Google Shape;351;p36"/>
              <p:cNvSpPr/>
              <p:nvPr/>
            </p:nvSpPr>
            <p:spPr>
              <a:xfrm>
                <a:off x="4548616" y="2930331"/>
                <a:ext cx="144989" cy="277498"/>
              </a:xfrm>
              <a:custGeom>
                <a:rect b="b" l="l" r="r" t="t"/>
                <a:pathLst>
                  <a:path extrusionOk="0" h="8628" w="4508">
                    <a:moveTo>
                      <a:pt x="1666" y="1"/>
                    </a:moveTo>
                    <a:cubicBezTo>
                      <a:pt x="1653" y="1"/>
                      <a:pt x="1643" y="2"/>
                      <a:pt x="1634" y="5"/>
                    </a:cubicBezTo>
                    <a:cubicBezTo>
                      <a:pt x="1314" y="111"/>
                      <a:pt x="1" y="3908"/>
                      <a:pt x="1" y="4085"/>
                    </a:cubicBezTo>
                    <a:cubicBezTo>
                      <a:pt x="1" y="4263"/>
                      <a:pt x="1634" y="5505"/>
                      <a:pt x="1634" y="5753"/>
                    </a:cubicBezTo>
                    <a:cubicBezTo>
                      <a:pt x="1634" y="6002"/>
                      <a:pt x="577" y="8599"/>
                      <a:pt x="781" y="8627"/>
                    </a:cubicBezTo>
                    <a:cubicBezTo>
                      <a:pt x="783" y="8628"/>
                      <a:pt x="785" y="8628"/>
                      <a:pt x="787" y="8628"/>
                    </a:cubicBezTo>
                    <a:cubicBezTo>
                      <a:pt x="1072" y="8628"/>
                      <a:pt x="4259" y="5929"/>
                      <a:pt x="4295" y="5647"/>
                    </a:cubicBezTo>
                    <a:cubicBezTo>
                      <a:pt x="4330" y="5363"/>
                      <a:pt x="2734" y="4121"/>
                      <a:pt x="2769" y="3979"/>
                    </a:cubicBezTo>
                    <a:cubicBezTo>
                      <a:pt x="2804" y="3837"/>
                      <a:pt x="4508" y="2027"/>
                      <a:pt x="4508" y="1885"/>
                    </a:cubicBezTo>
                    <a:cubicBezTo>
                      <a:pt x="4508" y="1748"/>
                      <a:pt x="2094" y="1"/>
                      <a:pt x="166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36"/>
              <p:cNvSpPr/>
              <p:nvPr/>
            </p:nvSpPr>
            <p:spPr>
              <a:xfrm>
                <a:off x="4557492" y="3058400"/>
                <a:ext cx="52264" cy="54483"/>
              </a:xfrm>
              <a:custGeom>
                <a:rect b="b" l="l" r="r" t="t"/>
                <a:pathLst>
                  <a:path extrusionOk="0" h="1694" w="1625">
                    <a:moveTo>
                      <a:pt x="43" y="1"/>
                    </a:moveTo>
                    <a:cubicBezTo>
                      <a:pt x="21" y="1"/>
                      <a:pt x="1" y="28"/>
                      <a:pt x="19" y="49"/>
                    </a:cubicBezTo>
                    <a:cubicBezTo>
                      <a:pt x="257" y="340"/>
                      <a:pt x="514" y="615"/>
                      <a:pt x="771" y="890"/>
                    </a:cubicBezTo>
                    <a:cubicBezTo>
                      <a:pt x="1033" y="1160"/>
                      <a:pt x="1293" y="1431"/>
                      <a:pt x="1571" y="1686"/>
                    </a:cubicBezTo>
                    <a:cubicBezTo>
                      <a:pt x="1577" y="1691"/>
                      <a:pt x="1584" y="1693"/>
                      <a:pt x="1591" y="1693"/>
                    </a:cubicBezTo>
                    <a:cubicBezTo>
                      <a:pt x="1598" y="1693"/>
                      <a:pt x="1604" y="1691"/>
                      <a:pt x="1610" y="1686"/>
                    </a:cubicBezTo>
                    <a:cubicBezTo>
                      <a:pt x="1623" y="1676"/>
                      <a:pt x="1625" y="1657"/>
                      <a:pt x="1614" y="1644"/>
                    </a:cubicBezTo>
                    <a:cubicBezTo>
                      <a:pt x="1130" y="1069"/>
                      <a:pt x="612" y="522"/>
                      <a:pt x="63" y="9"/>
                    </a:cubicBezTo>
                    <a:cubicBezTo>
                      <a:pt x="57" y="3"/>
                      <a:pt x="50" y="1"/>
                      <a:pt x="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36"/>
              <p:cNvSpPr/>
              <p:nvPr/>
            </p:nvSpPr>
            <p:spPr>
              <a:xfrm>
                <a:off x="4593224" y="3128545"/>
                <a:ext cx="58986" cy="55834"/>
              </a:xfrm>
              <a:custGeom>
                <a:rect b="b" l="l" r="r" t="t"/>
                <a:pathLst>
                  <a:path extrusionOk="0" h="1736" w="1834">
                    <a:moveTo>
                      <a:pt x="1802" y="1"/>
                    </a:moveTo>
                    <a:cubicBezTo>
                      <a:pt x="1795" y="1"/>
                      <a:pt x="1788" y="3"/>
                      <a:pt x="1782" y="7"/>
                    </a:cubicBezTo>
                    <a:cubicBezTo>
                      <a:pt x="1471" y="268"/>
                      <a:pt x="1175" y="545"/>
                      <a:pt x="879" y="823"/>
                    </a:cubicBezTo>
                    <a:cubicBezTo>
                      <a:pt x="587" y="1105"/>
                      <a:pt x="295" y="1387"/>
                      <a:pt x="20" y="1686"/>
                    </a:cubicBezTo>
                    <a:cubicBezTo>
                      <a:pt x="1" y="1707"/>
                      <a:pt x="21" y="1736"/>
                      <a:pt x="44" y="1736"/>
                    </a:cubicBezTo>
                    <a:cubicBezTo>
                      <a:pt x="50" y="1736"/>
                      <a:pt x="56" y="1734"/>
                      <a:pt x="62" y="1728"/>
                    </a:cubicBezTo>
                    <a:cubicBezTo>
                      <a:pt x="374" y="1468"/>
                      <a:pt x="670" y="1191"/>
                      <a:pt x="966" y="913"/>
                    </a:cubicBezTo>
                    <a:cubicBezTo>
                      <a:pt x="1257" y="631"/>
                      <a:pt x="1548" y="350"/>
                      <a:pt x="1823" y="51"/>
                    </a:cubicBezTo>
                    <a:cubicBezTo>
                      <a:pt x="1833" y="40"/>
                      <a:pt x="1834" y="23"/>
                      <a:pt x="1824" y="11"/>
                    </a:cubicBezTo>
                    <a:cubicBezTo>
                      <a:pt x="1818" y="4"/>
                      <a:pt x="1810" y="1"/>
                      <a:pt x="18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36"/>
              <p:cNvSpPr/>
              <p:nvPr/>
            </p:nvSpPr>
            <p:spPr>
              <a:xfrm>
                <a:off x="4575310" y="2941492"/>
                <a:ext cx="30297" cy="72462"/>
              </a:xfrm>
              <a:custGeom>
                <a:rect b="b" l="l" r="r" t="t"/>
                <a:pathLst>
                  <a:path extrusionOk="0" h="2253" w="942">
                    <a:moveTo>
                      <a:pt x="908" y="0"/>
                    </a:moveTo>
                    <a:cubicBezTo>
                      <a:pt x="898" y="0"/>
                      <a:pt x="889" y="5"/>
                      <a:pt x="883" y="14"/>
                    </a:cubicBezTo>
                    <a:cubicBezTo>
                      <a:pt x="469" y="693"/>
                      <a:pt x="245" y="1461"/>
                      <a:pt x="8" y="2214"/>
                    </a:cubicBezTo>
                    <a:cubicBezTo>
                      <a:pt x="1" y="2236"/>
                      <a:pt x="20" y="2252"/>
                      <a:pt x="38" y="2252"/>
                    </a:cubicBezTo>
                    <a:cubicBezTo>
                      <a:pt x="48" y="2252"/>
                      <a:pt x="58" y="2247"/>
                      <a:pt x="63" y="2235"/>
                    </a:cubicBezTo>
                    <a:cubicBezTo>
                      <a:pt x="146" y="2055"/>
                      <a:pt x="219" y="1871"/>
                      <a:pt x="289" y="1687"/>
                    </a:cubicBezTo>
                    <a:lnTo>
                      <a:pt x="496" y="1134"/>
                    </a:lnTo>
                    <a:cubicBezTo>
                      <a:pt x="629" y="764"/>
                      <a:pt x="774" y="400"/>
                      <a:pt x="935" y="42"/>
                    </a:cubicBezTo>
                    <a:cubicBezTo>
                      <a:pt x="942" y="28"/>
                      <a:pt x="936" y="13"/>
                      <a:pt x="924" y="5"/>
                    </a:cubicBezTo>
                    <a:cubicBezTo>
                      <a:pt x="919" y="2"/>
                      <a:pt x="913" y="0"/>
                      <a:pt x="90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5" name="Google Shape;355;p36"/>
            <p:cNvGrpSpPr/>
            <p:nvPr/>
          </p:nvGrpSpPr>
          <p:grpSpPr>
            <a:xfrm flipH="1" rot="-844037">
              <a:off x="446178" y="4462605"/>
              <a:ext cx="315547" cy="339832"/>
              <a:chOff x="5937634" y="3212099"/>
              <a:chExt cx="281975" cy="303637"/>
            </a:xfrm>
          </p:grpSpPr>
          <p:sp>
            <p:nvSpPr>
              <p:cNvPr id="356" name="Google Shape;356;p36"/>
              <p:cNvSpPr/>
              <p:nvPr/>
            </p:nvSpPr>
            <p:spPr>
              <a:xfrm>
                <a:off x="5937634" y="3212099"/>
                <a:ext cx="281975" cy="303637"/>
              </a:xfrm>
              <a:custGeom>
                <a:rect b="b" l="l" r="r" t="t"/>
                <a:pathLst>
                  <a:path extrusionOk="0" h="7261" w="6743">
                    <a:moveTo>
                      <a:pt x="3951" y="0"/>
                    </a:moveTo>
                    <a:cubicBezTo>
                      <a:pt x="3856" y="0"/>
                      <a:pt x="3789" y="10"/>
                      <a:pt x="3762" y="27"/>
                    </a:cubicBezTo>
                    <a:cubicBezTo>
                      <a:pt x="3549" y="150"/>
                      <a:pt x="3421" y="1002"/>
                      <a:pt x="3421" y="1002"/>
                    </a:cubicBezTo>
                    <a:cubicBezTo>
                      <a:pt x="3421" y="1002"/>
                      <a:pt x="3282" y="27"/>
                      <a:pt x="2892" y="27"/>
                    </a:cubicBezTo>
                    <a:cubicBezTo>
                      <a:pt x="2502" y="27"/>
                      <a:pt x="426" y="80"/>
                      <a:pt x="213" y="3202"/>
                    </a:cubicBezTo>
                    <a:cubicBezTo>
                      <a:pt x="0" y="6324"/>
                      <a:pt x="1952" y="7123"/>
                      <a:pt x="2449" y="7212"/>
                    </a:cubicBezTo>
                    <a:cubicBezTo>
                      <a:pt x="2562" y="7232"/>
                      <a:pt x="2672" y="7242"/>
                      <a:pt x="2776" y="7242"/>
                    </a:cubicBezTo>
                    <a:cubicBezTo>
                      <a:pt x="3126" y="7242"/>
                      <a:pt x="3397" y="7125"/>
                      <a:pt x="3425" y="6893"/>
                    </a:cubicBezTo>
                    <a:cubicBezTo>
                      <a:pt x="3460" y="6591"/>
                      <a:pt x="3495" y="5810"/>
                      <a:pt x="3549" y="5810"/>
                    </a:cubicBezTo>
                    <a:cubicBezTo>
                      <a:pt x="3602" y="5810"/>
                      <a:pt x="3564" y="6813"/>
                      <a:pt x="3619" y="6964"/>
                    </a:cubicBezTo>
                    <a:cubicBezTo>
                      <a:pt x="3686" y="7142"/>
                      <a:pt x="3993" y="7260"/>
                      <a:pt x="4402" y="7260"/>
                    </a:cubicBezTo>
                    <a:cubicBezTo>
                      <a:pt x="4652" y="7260"/>
                      <a:pt x="4939" y="7216"/>
                      <a:pt x="5232" y="7114"/>
                    </a:cubicBezTo>
                    <a:cubicBezTo>
                      <a:pt x="6031" y="6835"/>
                      <a:pt x="6743" y="5650"/>
                      <a:pt x="6636" y="2883"/>
                    </a:cubicBezTo>
                    <a:cubicBezTo>
                      <a:pt x="6543" y="472"/>
                      <a:pt x="4594" y="0"/>
                      <a:pt x="395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36"/>
              <p:cNvSpPr/>
              <p:nvPr/>
            </p:nvSpPr>
            <p:spPr>
              <a:xfrm>
                <a:off x="6078057" y="3277251"/>
                <a:ext cx="12796" cy="153010"/>
              </a:xfrm>
              <a:custGeom>
                <a:rect b="b" l="l" r="r" t="t"/>
                <a:pathLst>
                  <a:path extrusionOk="0" h="3659" w="306">
                    <a:moveTo>
                      <a:pt x="30" y="1"/>
                    </a:moveTo>
                    <a:cubicBezTo>
                      <a:pt x="30" y="1"/>
                      <a:pt x="29" y="1"/>
                      <a:pt x="28" y="1"/>
                    </a:cubicBezTo>
                    <a:cubicBezTo>
                      <a:pt x="12" y="3"/>
                      <a:pt x="0" y="17"/>
                      <a:pt x="1" y="33"/>
                    </a:cubicBezTo>
                    <a:cubicBezTo>
                      <a:pt x="109" y="1214"/>
                      <a:pt x="235" y="2446"/>
                      <a:pt x="161" y="3628"/>
                    </a:cubicBezTo>
                    <a:cubicBezTo>
                      <a:pt x="160" y="3648"/>
                      <a:pt x="175" y="3659"/>
                      <a:pt x="191" y="3659"/>
                    </a:cubicBezTo>
                    <a:cubicBezTo>
                      <a:pt x="205" y="3659"/>
                      <a:pt x="218" y="3651"/>
                      <a:pt x="220" y="3635"/>
                    </a:cubicBezTo>
                    <a:cubicBezTo>
                      <a:pt x="266" y="3335"/>
                      <a:pt x="286" y="3032"/>
                      <a:pt x="293" y="2730"/>
                    </a:cubicBezTo>
                    <a:cubicBezTo>
                      <a:pt x="306" y="2125"/>
                      <a:pt x="263" y="1521"/>
                      <a:pt x="192" y="921"/>
                    </a:cubicBezTo>
                    <a:cubicBezTo>
                      <a:pt x="157" y="622"/>
                      <a:pt x="111" y="323"/>
                      <a:pt x="61" y="26"/>
                    </a:cubicBezTo>
                    <a:cubicBezTo>
                      <a:pt x="58" y="11"/>
                      <a:pt x="45" y="1"/>
                      <a:pt x="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36"/>
              <p:cNvSpPr/>
              <p:nvPr/>
            </p:nvSpPr>
            <p:spPr>
              <a:xfrm>
                <a:off x="5989571" y="3235810"/>
                <a:ext cx="82255" cy="37259"/>
              </a:xfrm>
              <a:custGeom>
                <a:rect b="b" l="l" r="r" t="t"/>
                <a:pathLst>
                  <a:path extrusionOk="0" h="891" w="1967">
                    <a:moveTo>
                      <a:pt x="634" y="0"/>
                    </a:moveTo>
                    <a:cubicBezTo>
                      <a:pt x="296" y="0"/>
                      <a:pt x="1" y="487"/>
                      <a:pt x="250" y="766"/>
                    </a:cubicBezTo>
                    <a:cubicBezTo>
                      <a:pt x="342" y="855"/>
                      <a:pt x="434" y="890"/>
                      <a:pt x="526" y="890"/>
                    </a:cubicBezTo>
                    <a:cubicBezTo>
                      <a:pt x="883" y="890"/>
                      <a:pt x="1230" y="351"/>
                      <a:pt x="1524" y="351"/>
                    </a:cubicBezTo>
                    <a:cubicBezTo>
                      <a:pt x="1664" y="351"/>
                      <a:pt x="1793" y="473"/>
                      <a:pt x="1905" y="833"/>
                    </a:cubicBezTo>
                    <a:cubicBezTo>
                      <a:pt x="1910" y="846"/>
                      <a:pt x="1921" y="854"/>
                      <a:pt x="1933" y="854"/>
                    </a:cubicBezTo>
                    <a:cubicBezTo>
                      <a:pt x="1936" y="854"/>
                      <a:pt x="1938" y="854"/>
                      <a:pt x="1940" y="853"/>
                    </a:cubicBezTo>
                    <a:cubicBezTo>
                      <a:pt x="1957" y="850"/>
                      <a:pt x="1966" y="834"/>
                      <a:pt x="1963" y="818"/>
                    </a:cubicBezTo>
                    <a:cubicBezTo>
                      <a:pt x="1930" y="678"/>
                      <a:pt x="1889" y="537"/>
                      <a:pt x="1802" y="409"/>
                    </a:cubicBezTo>
                    <a:cubicBezTo>
                      <a:pt x="1725" y="292"/>
                      <a:pt x="1627" y="248"/>
                      <a:pt x="1524" y="248"/>
                    </a:cubicBezTo>
                    <a:cubicBezTo>
                      <a:pt x="1339" y="248"/>
                      <a:pt x="1135" y="389"/>
                      <a:pt x="995" y="504"/>
                    </a:cubicBezTo>
                    <a:cubicBezTo>
                      <a:pt x="857" y="603"/>
                      <a:pt x="685" y="769"/>
                      <a:pt x="521" y="769"/>
                    </a:cubicBezTo>
                    <a:cubicBezTo>
                      <a:pt x="458" y="769"/>
                      <a:pt x="396" y="745"/>
                      <a:pt x="338" y="685"/>
                    </a:cubicBezTo>
                    <a:cubicBezTo>
                      <a:pt x="170" y="500"/>
                      <a:pt x="358" y="153"/>
                      <a:pt x="579" y="96"/>
                    </a:cubicBezTo>
                    <a:cubicBezTo>
                      <a:pt x="603" y="88"/>
                      <a:pt x="628" y="84"/>
                      <a:pt x="653" y="84"/>
                    </a:cubicBezTo>
                    <a:cubicBezTo>
                      <a:pt x="751" y="84"/>
                      <a:pt x="847" y="141"/>
                      <a:pt x="918" y="224"/>
                    </a:cubicBezTo>
                    <a:cubicBezTo>
                      <a:pt x="923" y="230"/>
                      <a:pt x="931" y="234"/>
                      <a:pt x="940" y="234"/>
                    </a:cubicBezTo>
                    <a:cubicBezTo>
                      <a:pt x="946" y="234"/>
                      <a:pt x="952" y="232"/>
                      <a:pt x="958" y="227"/>
                    </a:cubicBezTo>
                    <a:cubicBezTo>
                      <a:pt x="971" y="217"/>
                      <a:pt x="973" y="199"/>
                      <a:pt x="964" y="186"/>
                    </a:cubicBezTo>
                    <a:cubicBezTo>
                      <a:pt x="918" y="127"/>
                      <a:pt x="863" y="72"/>
                      <a:pt x="792" y="38"/>
                    </a:cubicBezTo>
                    <a:cubicBezTo>
                      <a:pt x="739" y="12"/>
                      <a:pt x="686" y="0"/>
                      <a:pt x="6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36"/>
              <p:cNvSpPr/>
              <p:nvPr/>
            </p:nvSpPr>
            <p:spPr>
              <a:xfrm>
                <a:off x="5959546" y="3290381"/>
                <a:ext cx="121229" cy="53317"/>
              </a:xfrm>
              <a:custGeom>
                <a:rect b="b" l="l" r="r" t="t"/>
                <a:pathLst>
                  <a:path extrusionOk="0" h="1275" w="2899">
                    <a:moveTo>
                      <a:pt x="601" y="0"/>
                    </a:moveTo>
                    <a:cubicBezTo>
                      <a:pt x="428" y="0"/>
                      <a:pt x="238" y="103"/>
                      <a:pt x="19" y="371"/>
                    </a:cubicBezTo>
                    <a:cubicBezTo>
                      <a:pt x="0" y="392"/>
                      <a:pt x="22" y="419"/>
                      <a:pt x="44" y="419"/>
                    </a:cubicBezTo>
                    <a:cubicBezTo>
                      <a:pt x="51" y="419"/>
                      <a:pt x="59" y="416"/>
                      <a:pt x="65" y="409"/>
                    </a:cubicBezTo>
                    <a:cubicBezTo>
                      <a:pt x="190" y="279"/>
                      <a:pt x="336" y="140"/>
                      <a:pt x="515" y="105"/>
                    </a:cubicBezTo>
                    <a:cubicBezTo>
                      <a:pt x="540" y="100"/>
                      <a:pt x="564" y="97"/>
                      <a:pt x="588" y="97"/>
                    </a:cubicBezTo>
                    <a:cubicBezTo>
                      <a:pt x="735" y="97"/>
                      <a:pt x="871" y="191"/>
                      <a:pt x="982" y="304"/>
                    </a:cubicBezTo>
                    <a:cubicBezTo>
                      <a:pt x="1322" y="632"/>
                      <a:pt x="1554" y="1172"/>
                      <a:pt x="2067" y="1272"/>
                    </a:cubicBezTo>
                    <a:cubicBezTo>
                      <a:pt x="2096" y="1274"/>
                      <a:pt x="2124" y="1275"/>
                      <a:pt x="2153" y="1275"/>
                    </a:cubicBezTo>
                    <a:cubicBezTo>
                      <a:pt x="2340" y="1275"/>
                      <a:pt x="2524" y="1228"/>
                      <a:pt x="2653" y="1078"/>
                    </a:cubicBezTo>
                    <a:cubicBezTo>
                      <a:pt x="2899" y="770"/>
                      <a:pt x="2393" y="246"/>
                      <a:pt x="2103" y="246"/>
                    </a:cubicBezTo>
                    <a:cubicBezTo>
                      <a:pt x="1977" y="246"/>
                      <a:pt x="1892" y="346"/>
                      <a:pt x="1929" y="607"/>
                    </a:cubicBezTo>
                    <a:cubicBezTo>
                      <a:pt x="1931" y="624"/>
                      <a:pt x="1944" y="632"/>
                      <a:pt x="1958" y="632"/>
                    </a:cubicBezTo>
                    <a:cubicBezTo>
                      <a:pt x="1974" y="632"/>
                      <a:pt x="1991" y="620"/>
                      <a:pt x="1987" y="598"/>
                    </a:cubicBezTo>
                    <a:cubicBezTo>
                      <a:pt x="1962" y="404"/>
                      <a:pt x="2017" y="329"/>
                      <a:pt x="2105" y="329"/>
                    </a:cubicBezTo>
                    <a:cubicBezTo>
                      <a:pt x="2323" y="329"/>
                      <a:pt x="2738" y="795"/>
                      <a:pt x="2560" y="1008"/>
                    </a:cubicBezTo>
                    <a:cubicBezTo>
                      <a:pt x="2419" y="1116"/>
                      <a:pt x="2291" y="1161"/>
                      <a:pt x="2171" y="1161"/>
                    </a:cubicBezTo>
                    <a:cubicBezTo>
                      <a:pt x="1562" y="1161"/>
                      <a:pt x="1180" y="0"/>
                      <a:pt x="6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36"/>
              <p:cNvSpPr/>
              <p:nvPr/>
            </p:nvSpPr>
            <p:spPr>
              <a:xfrm>
                <a:off x="5972343" y="3360467"/>
                <a:ext cx="99902" cy="101240"/>
              </a:xfrm>
              <a:custGeom>
                <a:rect b="b" l="l" r="r" t="t"/>
                <a:pathLst>
                  <a:path extrusionOk="0" h="2421" w="2389">
                    <a:moveTo>
                      <a:pt x="1342" y="0"/>
                    </a:moveTo>
                    <a:cubicBezTo>
                      <a:pt x="1025" y="0"/>
                      <a:pt x="755" y="101"/>
                      <a:pt x="718" y="395"/>
                    </a:cubicBezTo>
                    <a:cubicBezTo>
                      <a:pt x="739" y="883"/>
                      <a:pt x="1157" y="1199"/>
                      <a:pt x="1472" y="1510"/>
                    </a:cubicBezTo>
                    <a:cubicBezTo>
                      <a:pt x="1572" y="1612"/>
                      <a:pt x="1652" y="1726"/>
                      <a:pt x="1634" y="1847"/>
                    </a:cubicBezTo>
                    <a:cubicBezTo>
                      <a:pt x="1620" y="1910"/>
                      <a:pt x="1593" y="1971"/>
                      <a:pt x="1559" y="2026"/>
                    </a:cubicBezTo>
                    <a:cubicBezTo>
                      <a:pt x="1460" y="2217"/>
                      <a:pt x="1241" y="2300"/>
                      <a:pt x="1004" y="2300"/>
                    </a:cubicBezTo>
                    <a:cubicBezTo>
                      <a:pt x="585" y="2300"/>
                      <a:pt x="108" y="2041"/>
                      <a:pt x="124" y="1662"/>
                    </a:cubicBezTo>
                    <a:cubicBezTo>
                      <a:pt x="128" y="1423"/>
                      <a:pt x="308" y="1311"/>
                      <a:pt x="479" y="1311"/>
                    </a:cubicBezTo>
                    <a:cubicBezTo>
                      <a:pt x="679" y="1311"/>
                      <a:pt x="867" y="1466"/>
                      <a:pt x="740" y="1752"/>
                    </a:cubicBezTo>
                    <a:cubicBezTo>
                      <a:pt x="731" y="1768"/>
                      <a:pt x="738" y="1789"/>
                      <a:pt x="755" y="1796"/>
                    </a:cubicBezTo>
                    <a:cubicBezTo>
                      <a:pt x="758" y="1797"/>
                      <a:pt x="761" y="1797"/>
                      <a:pt x="764" y="1797"/>
                    </a:cubicBezTo>
                    <a:cubicBezTo>
                      <a:pt x="807" y="1797"/>
                      <a:pt x="819" y="1701"/>
                      <a:pt x="835" y="1668"/>
                    </a:cubicBezTo>
                    <a:cubicBezTo>
                      <a:pt x="868" y="1550"/>
                      <a:pt x="841" y="1412"/>
                      <a:pt x="743" y="1329"/>
                    </a:cubicBezTo>
                    <a:cubicBezTo>
                      <a:pt x="660" y="1255"/>
                      <a:pt x="563" y="1222"/>
                      <a:pt x="467" y="1222"/>
                    </a:cubicBezTo>
                    <a:cubicBezTo>
                      <a:pt x="244" y="1222"/>
                      <a:pt x="29" y="1401"/>
                      <a:pt x="23" y="1655"/>
                    </a:cubicBezTo>
                    <a:cubicBezTo>
                      <a:pt x="0" y="2117"/>
                      <a:pt x="528" y="2420"/>
                      <a:pt x="1005" y="2420"/>
                    </a:cubicBezTo>
                    <a:cubicBezTo>
                      <a:pt x="1279" y="2420"/>
                      <a:pt x="1536" y="2321"/>
                      <a:pt x="1663" y="2094"/>
                    </a:cubicBezTo>
                    <a:cubicBezTo>
                      <a:pt x="2045" y="1529"/>
                      <a:pt x="1174" y="1230"/>
                      <a:pt x="965" y="784"/>
                    </a:cubicBezTo>
                    <a:cubicBezTo>
                      <a:pt x="633" y="266"/>
                      <a:pt x="962" y="98"/>
                      <a:pt x="1394" y="98"/>
                    </a:cubicBezTo>
                    <a:cubicBezTo>
                      <a:pt x="1732" y="98"/>
                      <a:pt x="2134" y="201"/>
                      <a:pt x="2331" y="319"/>
                    </a:cubicBezTo>
                    <a:cubicBezTo>
                      <a:pt x="2336" y="322"/>
                      <a:pt x="2341" y="323"/>
                      <a:pt x="2346" y="323"/>
                    </a:cubicBezTo>
                    <a:cubicBezTo>
                      <a:pt x="2372" y="323"/>
                      <a:pt x="2389" y="284"/>
                      <a:pt x="2361" y="267"/>
                    </a:cubicBezTo>
                    <a:cubicBezTo>
                      <a:pt x="2160" y="142"/>
                      <a:pt x="1718" y="0"/>
                      <a:pt x="13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36"/>
              <p:cNvSpPr/>
              <p:nvPr/>
            </p:nvSpPr>
            <p:spPr>
              <a:xfrm>
                <a:off x="6097921" y="3235851"/>
                <a:ext cx="82046" cy="37218"/>
              </a:xfrm>
              <a:custGeom>
                <a:rect b="b" l="l" r="r" t="t"/>
                <a:pathLst>
                  <a:path extrusionOk="0" h="890" w="1962">
                    <a:moveTo>
                      <a:pt x="1314" y="0"/>
                    </a:moveTo>
                    <a:cubicBezTo>
                      <a:pt x="1202" y="0"/>
                      <a:pt x="1088" y="54"/>
                      <a:pt x="998" y="185"/>
                    </a:cubicBezTo>
                    <a:cubicBezTo>
                      <a:pt x="981" y="206"/>
                      <a:pt x="1002" y="233"/>
                      <a:pt x="1023" y="233"/>
                    </a:cubicBezTo>
                    <a:cubicBezTo>
                      <a:pt x="1031" y="233"/>
                      <a:pt x="1038" y="230"/>
                      <a:pt x="1045" y="223"/>
                    </a:cubicBezTo>
                    <a:cubicBezTo>
                      <a:pt x="1113" y="140"/>
                      <a:pt x="1210" y="83"/>
                      <a:pt x="1307" y="83"/>
                    </a:cubicBezTo>
                    <a:cubicBezTo>
                      <a:pt x="1332" y="83"/>
                      <a:pt x="1356" y="87"/>
                      <a:pt x="1381" y="95"/>
                    </a:cubicBezTo>
                    <a:cubicBezTo>
                      <a:pt x="1601" y="154"/>
                      <a:pt x="1784" y="499"/>
                      <a:pt x="1620" y="684"/>
                    </a:cubicBezTo>
                    <a:cubicBezTo>
                      <a:pt x="1562" y="744"/>
                      <a:pt x="1501" y="768"/>
                      <a:pt x="1439" y="768"/>
                    </a:cubicBezTo>
                    <a:cubicBezTo>
                      <a:pt x="1275" y="768"/>
                      <a:pt x="1104" y="602"/>
                      <a:pt x="967" y="503"/>
                    </a:cubicBezTo>
                    <a:cubicBezTo>
                      <a:pt x="768" y="335"/>
                      <a:pt x="595" y="248"/>
                      <a:pt x="451" y="248"/>
                    </a:cubicBezTo>
                    <a:cubicBezTo>
                      <a:pt x="239" y="248"/>
                      <a:pt x="88" y="434"/>
                      <a:pt x="6" y="817"/>
                    </a:cubicBezTo>
                    <a:cubicBezTo>
                      <a:pt x="1" y="839"/>
                      <a:pt x="19" y="853"/>
                      <a:pt x="36" y="853"/>
                    </a:cubicBezTo>
                    <a:cubicBezTo>
                      <a:pt x="48" y="853"/>
                      <a:pt x="59" y="846"/>
                      <a:pt x="63" y="832"/>
                    </a:cubicBezTo>
                    <a:cubicBezTo>
                      <a:pt x="175" y="472"/>
                      <a:pt x="302" y="350"/>
                      <a:pt x="441" y="350"/>
                    </a:cubicBezTo>
                    <a:cubicBezTo>
                      <a:pt x="734" y="350"/>
                      <a:pt x="1078" y="889"/>
                      <a:pt x="1433" y="889"/>
                    </a:cubicBezTo>
                    <a:cubicBezTo>
                      <a:pt x="1524" y="889"/>
                      <a:pt x="1616" y="854"/>
                      <a:pt x="1708" y="764"/>
                    </a:cubicBezTo>
                    <a:cubicBezTo>
                      <a:pt x="1962" y="447"/>
                      <a:pt x="1640" y="0"/>
                      <a:pt x="13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36"/>
              <p:cNvSpPr/>
              <p:nvPr/>
            </p:nvSpPr>
            <p:spPr>
              <a:xfrm>
                <a:off x="6088177" y="3290716"/>
                <a:ext cx="121313" cy="53108"/>
              </a:xfrm>
              <a:custGeom>
                <a:rect b="b" l="l" r="r" t="t"/>
                <a:pathLst>
                  <a:path extrusionOk="0" h="1270" w="2901">
                    <a:moveTo>
                      <a:pt x="2318" y="0"/>
                    </a:moveTo>
                    <a:cubicBezTo>
                      <a:pt x="1657" y="0"/>
                      <a:pt x="1408" y="1147"/>
                      <a:pt x="750" y="1147"/>
                    </a:cubicBezTo>
                    <a:cubicBezTo>
                      <a:pt x="694" y="1147"/>
                      <a:pt x="634" y="1139"/>
                      <a:pt x="571" y="1120"/>
                    </a:cubicBezTo>
                    <a:cubicBezTo>
                      <a:pt x="1" y="997"/>
                      <a:pt x="548" y="321"/>
                      <a:pt x="811" y="321"/>
                    </a:cubicBezTo>
                    <a:cubicBezTo>
                      <a:pt x="899" y="321"/>
                      <a:pt x="955" y="396"/>
                      <a:pt x="928" y="590"/>
                    </a:cubicBezTo>
                    <a:cubicBezTo>
                      <a:pt x="925" y="612"/>
                      <a:pt x="942" y="624"/>
                      <a:pt x="958" y="624"/>
                    </a:cubicBezTo>
                    <a:cubicBezTo>
                      <a:pt x="972" y="624"/>
                      <a:pt x="985" y="616"/>
                      <a:pt x="987" y="599"/>
                    </a:cubicBezTo>
                    <a:cubicBezTo>
                      <a:pt x="1023" y="337"/>
                      <a:pt x="939" y="237"/>
                      <a:pt x="813" y="237"/>
                    </a:cubicBezTo>
                    <a:cubicBezTo>
                      <a:pt x="526" y="237"/>
                      <a:pt x="25" y="760"/>
                      <a:pt x="266" y="1068"/>
                    </a:cubicBezTo>
                    <a:cubicBezTo>
                      <a:pt x="385" y="1204"/>
                      <a:pt x="562" y="1269"/>
                      <a:pt x="740" y="1269"/>
                    </a:cubicBezTo>
                    <a:cubicBezTo>
                      <a:pt x="882" y="1269"/>
                      <a:pt x="1025" y="1228"/>
                      <a:pt x="1140" y="1149"/>
                    </a:cubicBezTo>
                    <a:cubicBezTo>
                      <a:pt x="1579" y="870"/>
                      <a:pt x="1883" y="92"/>
                      <a:pt x="2330" y="92"/>
                    </a:cubicBezTo>
                    <a:cubicBezTo>
                      <a:pt x="2480" y="92"/>
                      <a:pt x="2645" y="179"/>
                      <a:pt x="2837" y="401"/>
                    </a:cubicBezTo>
                    <a:cubicBezTo>
                      <a:pt x="2843" y="408"/>
                      <a:pt x="2851" y="412"/>
                      <a:pt x="2858" y="412"/>
                    </a:cubicBezTo>
                    <a:cubicBezTo>
                      <a:pt x="2880" y="412"/>
                      <a:pt x="2901" y="384"/>
                      <a:pt x="2882" y="363"/>
                    </a:cubicBezTo>
                    <a:cubicBezTo>
                      <a:pt x="2754" y="211"/>
                      <a:pt x="2611" y="60"/>
                      <a:pt x="2409" y="7"/>
                    </a:cubicBezTo>
                    <a:cubicBezTo>
                      <a:pt x="2378" y="2"/>
                      <a:pt x="2347" y="0"/>
                      <a:pt x="23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36"/>
              <p:cNvSpPr/>
              <p:nvPr/>
            </p:nvSpPr>
            <p:spPr>
              <a:xfrm>
                <a:off x="6097544" y="3360760"/>
                <a:ext cx="107429" cy="100947"/>
              </a:xfrm>
              <a:custGeom>
                <a:rect b="b" l="l" r="r" t="t"/>
                <a:pathLst>
                  <a:path extrusionOk="0" h="2414" w="2569">
                    <a:moveTo>
                      <a:pt x="1015" y="0"/>
                    </a:moveTo>
                    <a:cubicBezTo>
                      <a:pt x="665" y="0"/>
                      <a:pt x="260" y="110"/>
                      <a:pt x="29" y="261"/>
                    </a:cubicBezTo>
                    <a:cubicBezTo>
                      <a:pt x="0" y="276"/>
                      <a:pt x="18" y="317"/>
                      <a:pt x="43" y="317"/>
                    </a:cubicBezTo>
                    <a:cubicBezTo>
                      <a:pt x="48" y="317"/>
                      <a:pt x="53" y="315"/>
                      <a:pt x="57" y="312"/>
                    </a:cubicBezTo>
                    <a:cubicBezTo>
                      <a:pt x="284" y="195"/>
                      <a:pt x="646" y="87"/>
                      <a:pt x="971" y="87"/>
                    </a:cubicBezTo>
                    <a:cubicBezTo>
                      <a:pt x="1169" y="87"/>
                      <a:pt x="1354" y="127"/>
                      <a:pt x="1485" y="231"/>
                    </a:cubicBezTo>
                    <a:cubicBezTo>
                      <a:pt x="1697" y="484"/>
                      <a:pt x="1331" y="922"/>
                      <a:pt x="1146" y="1112"/>
                    </a:cubicBezTo>
                    <a:cubicBezTo>
                      <a:pt x="747" y="1483"/>
                      <a:pt x="350" y="1763"/>
                      <a:pt x="879" y="2268"/>
                    </a:cubicBezTo>
                    <a:cubicBezTo>
                      <a:pt x="1010" y="2369"/>
                      <a:pt x="1184" y="2414"/>
                      <a:pt x="1366" y="2414"/>
                    </a:cubicBezTo>
                    <a:cubicBezTo>
                      <a:pt x="1928" y="2414"/>
                      <a:pt x="2569" y="1986"/>
                      <a:pt x="2279" y="1415"/>
                    </a:cubicBezTo>
                    <a:cubicBezTo>
                      <a:pt x="2207" y="1283"/>
                      <a:pt x="2061" y="1219"/>
                      <a:pt x="1917" y="1219"/>
                    </a:cubicBezTo>
                    <a:cubicBezTo>
                      <a:pt x="1728" y="1219"/>
                      <a:pt x="1543" y="1329"/>
                      <a:pt x="1532" y="1542"/>
                    </a:cubicBezTo>
                    <a:cubicBezTo>
                      <a:pt x="1523" y="1623"/>
                      <a:pt x="1556" y="1700"/>
                      <a:pt x="1586" y="1774"/>
                    </a:cubicBezTo>
                    <a:cubicBezTo>
                      <a:pt x="1591" y="1785"/>
                      <a:pt x="1602" y="1791"/>
                      <a:pt x="1613" y="1791"/>
                    </a:cubicBezTo>
                    <a:cubicBezTo>
                      <a:pt x="1617" y="1791"/>
                      <a:pt x="1622" y="1790"/>
                      <a:pt x="1626" y="1788"/>
                    </a:cubicBezTo>
                    <a:cubicBezTo>
                      <a:pt x="1641" y="1780"/>
                      <a:pt x="1647" y="1760"/>
                      <a:pt x="1639" y="1745"/>
                    </a:cubicBezTo>
                    <a:cubicBezTo>
                      <a:pt x="1513" y="1460"/>
                      <a:pt x="1699" y="1304"/>
                      <a:pt x="1898" y="1304"/>
                    </a:cubicBezTo>
                    <a:cubicBezTo>
                      <a:pt x="2067" y="1304"/>
                      <a:pt x="2245" y="1416"/>
                      <a:pt x="2250" y="1654"/>
                    </a:cubicBezTo>
                    <a:cubicBezTo>
                      <a:pt x="2267" y="2033"/>
                      <a:pt x="1792" y="2293"/>
                      <a:pt x="1376" y="2293"/>
                    </a:cubicBezTo>
                    <a:cubicBezTo>
                      <a:pt x="1141" y="2293"/>
                      <a:pt x="925" y="2211"/>
                      <a:pt x="826" y="2019"/>
                    </a:cubicBezTo>
                    <a:cubicBezTo>
                      <a:pt x="792" y="1963"/>
                      <a:pt x="766" y="1903"/>
                      <a:pt x="752" y="1840"/>
                    </a:cubicBezTo>
                    <a:cubicBezTo>
                      <a:pt x="734" y="1720"/>
                      <a:pt x="812" y="1605"/>
                      <a:pt x="911" y="1503"/>
                    </a:cubicBezTo>
                    <a:cubicBezTo>
                      <a:pt x="1118" y="1296"/>
                      <a:pt x="1365" y="1102"/>
                      <a:pt x="1515" y="838"/>
                    </a:cubicBezTo>
                    <a:cubicBezTo>
                      <a:pt x="1885" y="216"/>
                      <a:pt x="1505" y="0"/>
                      <a:pt x="10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36"/>
              <p:cNvSpPr/>
              <p:nvPr/>
            </p:nvSpPr>
            <p:spPr>
              <a:xfrm>
                <a:off x="6108919" y="3486505"/>
                <a:ext cx="68246" cy="21578"/>
              </a:xfrm>
              <a:custGeom>
                <a:rect b="b" l="l" r="r" t="t"/>
                <a:pathLst>
                  <a:path extrusionOk="0" h="516" w="1632">
                    <a:moveTo>
                      <a:pt x="1589" y="1"/>
                    </a:moveTo>
                    <a:cubicBezTo>
                      <a:pt x="1583" y="1"/>
                      <a:pt x="1577" y="3"/>
                      <a:pt x="1572" y="7"/>
                    </a:cubicBezTo>
                    <a:cubicBezTo>
                      <a:pt x="1220" y="260"/>
                      <a:pt x="796" y="405"/>
                      <a:pt x="366" y="405"/>
                    </a:cubicBezTo>
                    <a:cubicBezTo>
                      <a:pt x="260" y="405"/>
                      <a:pt x="153" y="396"/>
                      <a:pt x="47" y="378"/>
                    </a:cubicBezTo>
                    <a:cubicBezTo>
                      <a:pt x="45" y="378"/>
                      <a:pt x="43" y="377"/>
                      <a:pt x="41" y="377"/>
                    </a:cubicBezTo>
                    <a:cubicBezTo>
                      <a:pt x="12" y="377"/>
                      <a:pt x="1" y="423"/>
                      <a:pt x="32" y="435"/>
                    </a:cubicBezTo>
                    <a:cubicBezTo>
                      <a:pt x="181" y="489"/>
                      <a:pt x="340" y="515"/>
                      <a:pt x="499" y="515"/>
                    </a:cubicBezTo>
                    <a:cubicBezTo>
                      <a:pt x="910" y="515"/>
                      <a:pt x="1327" y="343"/>
                      <a:pt x="1611" y="51"/>
                    </a:cubicBezTo>
                    <a:cubicBezTo>
                      <a:pt x="1631" y="31"/>
                      <a:pt x="1612" y="1"/>
                      <a:pt x="15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36"/>
              <p:cNvSpPr/>
              <p:nvPr/>
            </p:nvSpPr>
            <p:spPr>
              <a:xfrm>
                <a:off x="6028420" y="3218121"/>
                <a:ext cx="32827" cy="7485"/>
              </a:xfrm>
              <a:custGeom>
                <a:rect b="b" l="l" r="r" t="t"/>
                <a:pathLst>
                  <a:path extrusionOk="0" h="179" w="785">
                    <a:moveTo>
                      <a:pt x="476" y="0"/>
                    </a:moveTo>
                    <a:cubicBezTo>
                      <a:pt x="319" y="0"/>
                      <a:pt x="160" y="42"/>
                      <a:pt x="26" y="123"/>
                    </a:cubicBezTo>
                    <a:cubicBezTo>
                      <a:pt x="1" y="138"/>
                      <a:pt x="13" y="179"/>
                      <a:pt x="41" y="179"/>
                    </a:cubicBezTo>
                    <a:cubicBezTo>
                      <a:pt x="43" y="179"/>
                      <a:pt x="44" y="179"/>
                      <a:pt x="46" y="179"/>
                    </a:cubicBezTo>
                    <a:cubicBezTo>
                      <a:pt x="282" y="142"/>
                      <a:pt x="505" y="115"/>
                      <a:pt x="746" y="105"/>
                    </a:cubicBezTo>
                    <a:cubicBezTo>
                      <a:pt x="777" y="104"/>
                      <a:pt x="785" y="56"/>
                      <a:pt x="754" y="47"/>
                    </a:cubicBezTo>
                    <a:cubicBezTo>
                      <a:pt x="666" y="16"/>
                      <a:pt x="571" y="0"/>
                      <a:pt x="47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36"/>
              <p:cNvSpPr/>
              <p:nvPr/>
            </p:nvSpPr>
            <p:spPr>
              <a:xfrm>
                <a:off x="6044018" y="3427794"/>
                <a:ext cx="32618" cy="59381"/>
              </a:xfrm>
              <a:custGeom>
                <a:rect b="b" l="l" r="r" t="t"/>
                <a:pathLst>
                  <a:path extrusionOk="0" h="1420" w="780">
                    <a:moveTo>
                      <a:pt x="399" y="0"/>
                    </a:moveTo>
                    <a:cubicBezTo>
                      <a:pt x="379" y="0"/>
                      <a:pt x="359" y="22"/>
                      <a:pt x="371" y="44"/>
                    </a:cubicBezTo>
                    <a:cubicBezTo>
                      <a:pt x="612" y="500"/>
                      <a:pt x="492" y="1109"/>
                      <a:pt x="28" y="1364"/>
                    </a:cubicBezTo>
                    <a:cubicBezTo>
                      <a:pt x="0" y="1379"/>
                      <a:pt x="15" y="1420"/>
                      <a:pt x="41" y="1420"/>
                    </a:cubicBezTo>
                    <a:cubicBezTo>
                      <a:pt x="44" y="1420"/>
                      <a:pt x="48" y="1419"/>
                      <a:pt x="51" y="1418"/>
                    </a:cubicBezTo>
                    <a:cubicBezTo>
                      <a:pt x="618" y="1237"/>
                      <a:pt x="779" y="452"/>
                      <a:pt x="421" y="12"/>
                    </a:cubicBezTo>
                    <a:cubicBezTo>
                      <a:pt x="415" y="4"/>
                      <a:pt x="407" y="0"/>
                      <a:pt x="3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36"/>
              <p:cNvSpPr/>
              <p:nvPr/>
            </p:nvSpPr>
            <p:spPr>
              <a:xfrm>
                <a:off x="6099426" y="3424323"/>
                <a:ext cx="26847" cy="57583"/>
              </a:xfrm>
              <a:custGeom>
                <a:rect b="b" l="l" r="r" t="t"/>
                <a:pathLst>
                  <a:path extrusionOk="0" h="1377" w="642">
                    <a:moveTo>
                      <a:pt x="223" y="1"/>
                    </a:moveTo>
                    <a:cubicBezTo>
                      <a:pt x="212" y="1"/>
                      <a:pt x="202" y="6"/>
                      <a:pt x="197" y="18"/>
                    </a:cubicBezTo>
                    <a:cubicBezTo>
                      <a:pt x="0" y="475"/>
                      <a:pt x="86" y="1157"/>
                      <a:pt x="588" y="1374"/>
                    </a:cubicBezTo>
                    <a:cubicBezTo>
                      <a:pt x="592" y="1376"/>
                      <a:pt x="596" y="1377"/>
                      <a:pt x="599" y="1377"/>
                    </a:cubicBezTo>
                    <a:cubicBezTo>
                      <a:pt x="625" y="1377"/>
                      <a:pt x="642" y="1339"/>
                      <a:pt x="616" y="1322"/>
                    </a:cubicBezTo>
                    <a:cubicBezTo>
                      <a:pt x="207" y="1042"/>
                      <a:pt x="167" y="485"/>
                      <a:pt x="253" y="36"/>
                    </a:cubicBezTo>
                    <a:cubicBezTo>
                      <a:pt x="257" y="15"/>
                      <a:pt x="240" y="1"/>
                      <a:pt x="2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8" name="Google Shape;368;p36"/>
            <p:cNvSpPr/>
            <p:nvPr/>
          </p:nvSpPr>
          <p:spPr>
            <a:xfrm rot="-2043293">
              <a:off x="297193" y="4342534"/>
              <a:ext cx="146027" cy="138633"/>
            </a:xfrm>
            <a:custGeom>
              <a:rect b="b" l="l" r="r" t="t"/>
              <a:pathLst>
                <a:path extrusionOk="0" h="9430" w="9933">
                  <a:moveTo>
                    <a:pt x="8342" y="4852"/>
                  </a:moveTo>
                  <a:lnTo>
                    <a:pt x="8342" y="4853"/>
                  </a:lnTo>
                  <a:lnTo>
                    <a:pt x="8342" y="4853"/>
                  </a:lnTo>
                  <a:lnTo>
                    <a:pt x="8342" y="4853"/>
                  </a:lnTo>
                  <a:cubicBezTo>
                    <a:pt x="8342" y="4853"/>
                    <a:pt x="8342" y="4852"/>
                    <a:pt x="8342" y="4852"/>
                  </a:cubicBezTo>
                  <a:close/>
                  <a:moveTo>
                    <a:pt x="2797" y="6438"/>
                  </a:moveTo>
                  <a:cubicBezTo>
                    <a:pt x="2797" y="6441"/>
                    <a:pt x="2797" y="6443"/>
                    <a:pt x="2797" y="6443"/>
                  </a:cubicBezTo>
                  <a:cubicBezTo>
                    <a:pt x="2797" y="6443"/>
                    <a:pt x="2797" y="6443"/>
                    <a:pt x="2797" y="6442"/>
                  </a:cubicBezTo>
                  <a:lnTo>
                    <a:pt x="2797" y="6438"/>
                  </a:lnTo>
                  <a:close/>
                  <a:moveTo>
                    <a:pt x="4291" y="0"/>
                  </a:moveTo>
                  <a:cubicBezTo>
                    <a:pt x="2927" y="0"/>
                    <a:pt x="1798" y="452"/>
                    <a:pt x="1122" y="954"/>
                  </a:cubicBezTo>
                  <a:cubicBezTo>
                    <a:pt x="730" y="1225"/>
                    <a:pt x="478" y="1536"/>
                    <a:pt x="308" y="1742"/>
                  </a:cubicBezTo>
                  <a:cubicBezTo>
                    <a:pt x="178" y="1931"/>
                    <a:pt x="108" y="2032"/>
                    <a:pt x="108" y="2032"/>
                  </a:cubicBezTo>
                  <a:cubicBezTo>
                    <a:pt x="1" y="2188"/>
                    <a:pt x="22" y="2403"/>
                    <a:pt x="166" y="2532"/>
                  </a:cubicBezTo>
                  <a:cubicBezTo>
                    <a:pt x="239" y="2598"/>
                    <a:pt x="331" y="2630"/>
                    <a:pt x="422" y="2630"/>
                  </a:cubicBezTo>
                  <a:cubicBezTo>
                    <a:pt x="526" y="2630"/>
                    <a:pt x="630" y="2588"/>
                    <a:pt x="705" y="2505"/>
                  </a:cubicBezTo>
                  <a:cubicBezTo>
                    <a:pt x="705" y="2505"/>
                    <a:pt x="788" y="2414"/>
                    <a:pt x="942" y="2243"/>
                  </a:cubicBezTo>
                  <a:cubicBezTo>
                    <a:pt x="1085" y="2114"/>
                    <a:pt x="1296" y="1921"/>
                    <a:pt x="1632" y="1730"/>
                  </a:cubicBezTo>
                  <a:cubicBezTo>
                    <a:pt x="1958" y="1541"/>
                    <a:pt x="2392" y="1366"/>
                    <a:pt x="2919" y="1272"/>
                  </a:cubicBezTo>
                  <a:cubicBezTo>
                    <a:pt x="3189" y="1226"/>
                    <a:pt x="3483" y="1201"/>
                    <a:pt x="3793" y="1201"/>
                  </a:cubicBezTo>
                  <a:cubicBezTo>
                    <a:pt x="4089" y="1201"/>
                    <a:pt x="4399" y="1224"/>
                    <a:pt x="4719" y="1272"/>
                  </a:cubicBezTo>
                  <a:cubicBezTo>
                    <a:pt x="5373" y="1379"/>
                    <a:pt x="6071" y="1601"/>
                    <a:pt x="6706" y="1974"/>
                  </a:cubicBezTo>
                  <a:cubicBezTo>
                    <a:pt x="7340" y="2343"/>
                    <a:pt x="7902" y="2884"/>
                    <a:pt x="8179" y="3532"/>
                  </a:cubicBezTo>
                  <a:cubicBezTo>
                    <a:pt x="8317" y="3855"/>
                    <a:pt x="8382" y="4205"/>
                    <a:pt x="8366" y="4567"/>
                  </a:cubicBezTo>
                  <a:cubicBezTo>
                    <a:pt x="8364" y="4657"/>
                    <a:pt x="8346" y="4750"/>
                    <a:pt x="8339" y="4840"/>
                  </a:cubicBezTo>
                  <a:lnTo>
                    <a:pt x="8335" y="4875"/>
                  </a:lnTo>
                  <a:lnTo>
                    <a:pt x="8335" y="4880"/>
                  </a:lnTo>
                  <a:lnTo>
                    <a:pt x="8321" y="4940"/>
                  </a:lnTo>
                  <a:lnTo>
                    <a:pt x="8280" y="5115"/>
                  </a:lnTo>
                  <a:lnTo>
                    <a:pt x="8199" y="5466"/>
                  </a:lnTo>
                  <a:cubicBezTo>
                    <a:pt x="8172" y="5582"/>
                    <a:pt x="8149" y="5710"/>
                    <a:pt x="8106" y="5778"/>
                  </a:cubicBezTo>
                  <a:cubicBezTo>
                    <a:pt x="8023" y="5942"/>
                    <a:pt x="7976" y="6113"/>
                    <a:pt x="7884" y="6278"/>
                  </a:cubicBezTo>
                  <a:cubicBezTo>
                    <a:pt x="7771" y="6436"/>
                    <a:pt x="7686" y="6617"/>
                    <a:pt x="7560" y="6761"/>
                  </a:cubicBezTo>
                  <a:cubicBezTo>
                    <a:pt x="7308" y="7048"/>
                    <a:pt x="7025" y="7307"/>
                    <a:pt x="6680" y="7473"/>
                  </a:cubicBezTo>
                  <a:cubicBezTo>
                    <a:pt x="6240" y="7707"/>
                    <a:pt x="5721" y="7835"/>
                    <a:pt x="5204" y="7835"/>
                  </a:cubicBezTo>
                  <a:cubicBezTo>
                    <a:pt x="4937" y="7835"/>
                    <a:pt x="4670" y="7800"/>
                    <a:pt x="4414" y="7729"/>
                  </a:cubicBezTo>
                  <a:lnTo>
                    <a:pt x="4137" y="7651"/>
                  </a:lnTo>
                  <a:cubicBezTo>
                    <a:pt x="4046" y="7621"/>
                    <a:pt x="3966" y="7573"/>
                    <a:pt x="3880" y="7539"/>
                  </a:cubicBezTo>
                  <a:cubicBezTo>
                    <a:pt x="3697" y="7477"/>
                    <a:pt x="3564" y="7361"/>
                    <a:pt x="3410" y="7269"/>
                  </a:cubicBezTo>
                  <a:cubicBezTo>
                    <a:pt x="3154" y="7048"/>
                    <a:pt x="2913" y="6809"/>
                    <a:pt x="2842" y="6522"/>
                  </a:cubicBezTo>
                  <a:lnTo>
                    <a:pt x="2797" y="6420"/>
                  </a:lnTo>
                  <a:lnTo>
                    <a:pt x="2792" y="6408"/>
                  </a:lnTo>
                  <a:cubicBezTo>
                    <a:pt x="2790" y="6400"/>
                    <a:pt x="2790" y="6397"/>
                    <a:pt x="2789" y="6397"/>
                  </a:cubicBezTo>
                  <a:lnTo>
                    <a:pt x="2789" y="6397"/>
                  </a:lnTo>
                  <a:cubicBezTo>
                    <a:pt x="2789" y="6397"/>
                    <a:pt x="2790" y="6399"/>
                    <a:pt x="2790" y="6403"/>
                  </a:cubicBezTo>
                  <a:lnTo>
                    <a:pt x="2790" y="6403"/>
                  </a:lnTo>
                  <a:lnTo>
                    <a:pt x="2788" y="6388"/>
                  </a:lnTo>
                  <a:lnTo>
                    <a:pt x="2772" y="6305"/>
                  </a:lnTo>
                  <a:cubicBezTo>
                    <a:pt x="2755" y="6201"/>
                    <a:pt x="2720" y="6063"/>
                    <a:pt x="2719" y="5988"/>
                  </a:cubicBezTo>
                  <a:cubicBezTo>
                    <a:pt x="2717" y="5914"/>
                    <a:pt x="2712" y="5843"/>
                    <a:pt x="2704" y="5769"/>
                  </a:cubicBezTo>
                  <a:lnTo>
                    <a:pt x="2716" y="5531"/>
                  </a:lnTo>
                  <a:cubicBezTo>
                    <a:pt x="2752" y="5225"/>
                    <a:pt x="2862" y="4963"/>
                    <a:pt x="3049" y="4756"/>
                  </a:cubicBezTo>
                  <a:cubicBezTo>
                    <a:pt x="3403" y="4362"/>
                    <a:pt x="4010" y="4158"/>
                    <a:pt x="4570" y="4158"/>
                  </a:cubicBezTo>
                  <a:cubicBezTo>
                    <a:pt x="4606" y="4158"/>
                    <a:pt x="4642" y="4158"/>
                    <a:pt x="4677" y="4160"/>
                  </a:cubicBezTo>
                  <a:lnTo>
                    <a:pt x="4894" y="4179"/>
                  </a:lnTo>
                  <a:lnTo>
                    <a:pt x="4922" y="4181"/>
                  </a:lnTo>
                  <a:lnTo>
                    <a:pt x="4927" y="4181"/>
                  </a:lnTo>
                  <a:lnTo>
                    <a:pt x="4957" y="4189"/>
                  </a:lnTo>
                  <a:lnTo>
                    <a:pt x="5086" y="4221"/>
                  </a:lnTo>
                  <a:lnTo>
                    <a:pt x="5214" y="4254"/>
                  </a:lnTo>
                  <a:lnTo>
                    <a:pt x="5258" y="4283"/>
                  </a:lnTo>
                  <a:cubicBezTo>
                    <a:pt x="5285" y="4306"/>
                    <a:pt x="5321" y="4294"/>
                    <a:pt x="5355" y="4332"/>
                  </a:cubicBezTo>
                  <a:cubicBezTo>
                    <a:pt x="5510" y="4426"/>
                    <a:pt x="5603" y="4568"/>
                    <a:pt x="5632" y="4737"/>
                  </a:cubicBezTo>
                  <a:cubicBezTo>
                    <a:pt x="5663" y="4905"/>
                    <a:pt x="5630" y="5079"/>
                    <a:pt x="5563" y="5214"/>
                  </a:cubicBezTo>
                  <a:cubicBezTo>
                    <a:pt x="5496" y="5353"/>
                    <a:pt x="5385" y="5428"/>
                    <a:pt x="5281" y="5494"/>
                  </a:cubicBezTo>
                  <a:cubicBezTo>
                    <a:pt x="5180" y="5547"/>
                    <a:pt x="5068" y="5564"/>
                    <a:pt x="4960" y="5564"/>
                  </a:cubicBezTo>
                  <a:cubicBezTo>
                    <a:pt x="4829" y="5564"/>
                    <a:pt x="4703" y="5538"/>
                    <a:pt x="4607" y="5517"/>
                  </a:cubicBezTo>
                  <a:cubicBezTo>
                    <a:pt x="4426" y="5454"/>
                    <a:pt x="4329" y="5421"/>
                    <a:pt x="4329" y="5421"/>
                  </a:cubicBezTo>
                  <a:lnTo>
                    <a:pt x="4261" y="5398"/>
                  </a:lnTo>
                  <a:cubicBezTo>
                    <a:pt x="4221" y="5384"/>
                    <a:pt x="4180" y="5378"/>
                    <a:pt x="4139" y="5378"/>
                  </a:cubicBezTo>
                  <a:cubicBezTo>
                    <a:pt x="4001" y="5378"/>
                    <a:pt x="3868" y="5454"/>
                    <a:pt x="3801" y="5585"/>
                  </a:cubicBezTo>
                  <a:cubicBezTo>
                    <a:pt x="3707" y="5771"/>
                    <a:pt x="3783" y="5998"/>
                    <a:pt x="3969" y="6092"/>
                  </a:cubicBezTo>
                  <a:cubicBezTo>
                    <a:pt x="3969" y="6092"/>
                    <a:pt x="4097" y="6157"/>
                    <a:pt x="4336" y="6278"/>
                  </a:cubicBezTo>
                  <a:cubicBezTo>
                    <a:pt x="4508" y="6334"/>
                    <a:pt x="4761" y="6445"/>
                    <a:pt x="5097" y="6445"/>
                  </a:cubicBezTo>
                  <a:cubicBezTo>
                    <a:pt x="5252" y="6445"/>
                    <a:pt x="5423" y="6422"/>
                    <a:pt x="5612" y="6359"/>
                  </a:cubicBezTo>
                  <a:cubicBezTo>
                    <a:pt x="5896" y="6249"/>
                    <a:pt x="6201" y="6056"/>
                    <a:pt x="6404" y="5745"/>
                  </a:cubicBezTo>
                  <a:cubicBezTo>
                    <a:pt x="6605" y="5439"/>
                    <a:pt x="6730" y="5050"/>
                    <a:pt x="6701" y="4620"/>
                  </a:cubicBezTo>
                  <a:cubicBezTo>
                    <a:pt x="6681" y="4195"/>
                    <a:pt x="6459" y="3719"/>
                    <a:pt x="6072" y="3412"/>
                  </a:cubicBezTo>
                  <a:cubicBezTo>
                    <a:pt x="5990" y="3325"/>
                    <a:pt x="5857" y="3262"/>
                    <a:pt x="5739" y="3194"/>
                  </a:cubicBezTo>
                  <a:lnTo>
                    <a:pt x="5553" y="3103"/>
                  </a:lnTo>
                  <a:lnTo>
                    <a:pt x="5428" y="3062"/>
                  </a:lnTo>
                  <a:lnTo>
                    <a:pt x="5302" y="3021"/>
                  </a:lnTo>
                  <a:lnTo>
                    <a:pt x="5238" y="3000"/>
                  </a:lnTo>
                  <a:lnTo>
                    <a:pt x="5222" y="2994"/>
                  </a:lnTo>
                  <a:lnTo>
                    <a:pt x="5143" y="2976"/>
                  </a:lnTo>
                  <a:lnTo>
                    <a:pt x="5103" y="2969"/>
                  </a:lnTo>
                  <a:cubicBezTo>
                    <a:pt x="4997" y="2952"/>
                    <a:pt x="4889" y="2935"/>
                    <a:pt x="4780" y="2918"/>
                  </a:cubicBezTo>
                  <a:cubicBezTo>
                    <a:pt x="4642" y="2903"/>
                    <a:pt x="4499" y="2895"/>
                    <a:pt x="4353" y="2895"/>
                  </a:cubicBezTo>
                  <a:cubicBezTo>
                    <a:pt x="3589" y="2895"/>
                    <a:pt x="2737" y="3118"/>
                    <a:pt x="2045" y="3791"/>
                  </a:cubicBezTo>
                  <a:cubicBezTo>
                    <a:pt x="1640" y="4186"/>
                    <a:pt x="1366" y="4749"/>
                    <a:pt x="1274" y="5317"/>
                  </a:cubicBezTo>
                  <a:lnTo>
                    <a:pt x="1229" y="5744"/>
                  </a:lnTo>
                  <a:cubicBezTo>
                    <a:pt x="1231" y="5894"/>
                    <a:pt x="1237" y="6047"/>
                    <a:pt x="1246" y="6199"/>
                  </a:cubicBezTo>
                  <a:cubicBezTo>
                    <a:pt x="1256" y="6350"/>
                    <a:pt x="1279" y="6434"/>
                    <a:pt x="1294" y="6555"/>
                  </a:cubicBezTo>
                  <a:lnTo>
                    <a:pt x="1308" y="6640"/>
                  </a:lnTo>
                  <a:lnTo>
                    <a:pt x="1315" y="6682"/>
                  </a:lnTo>
                  <a:lnTo>
                    <a:pt x="1316" y="6692"/>
                  </a:lnTo>
                  <a:cubicBezTo>
                    <a:pt x="1316" y="6692"/>
                    <a:pt x="1316" y="6692"/>
                    <a:pt x="1316" y="6692"/>
                  </a:cubicBezTo>
                  <a:lnTo>
                    <a:pt x="1316" y="6692"/>
                  </a:lnTo>
                  <a:cubicBezTo>
                    <a:pt x="1316" y="6692"/>
                    <a:pt x="1328" y="6754"/>
                    <a:pt x="1329" y="6754"/>
                  </a:cubicBezTo>
                  <a:cubicBezTo>
                    <a:pt x="1329" y="6754"/>
                    <a:pt x="1329" y="6752"/>
                    <a:pt x="1328" y="6747"/>
                  </a:cubicBezTo>
                  <a:lnTo>
                    <a:pt x="1328" y="6747"/>
                  </a:lnTo>
                  <a:lnTo>
                    <a:pt x="1336" y="6775"/>
                  </a:lnTo>
                  <a:lnTo>
                    <a:pt x="1410" y="6996"/>
                  </a:lnTo>
                  <a:cubicBezTo>
                    <a:pt x="1577" y="7613"/>
                    <a:pt x="2003" y="8096"/>
                    <a:pt x="2450" y="8487"/>
                  </a:cubicBezTo>
                  <a:cubicBezTo>
                    <a:pt x="2691" y="8657"/>
                    <a:pt x="2930" y="8845"/>
                    <a:pt x="3198" y="8956"/>
                  </a:cubicBezTo>
                  <a:cubicBezTo>
                    <a:pt x="3458" y="9098"/>
                    <a:pt x="3734" y="9184"/>
                    <a:pt x="4013" y="9261"/>
                  </a:cubicBezTo>
                  <a:cubicBezTo>
                    <a:pt x="4414" y="9373"/>
                    <a:pt x="4830" y="9429"/>
                    <a:pt x="5248" y="9429"/>
                  </a:cubicBezTo>
                  <a:cubicBezTo>
                    <a:pt x="5994" y="9429"/>
                    <a:pt x="6748" y="9252"/>
                    <a:pt x="7432" y="8900"/>
                  </a:cubicBezTo>
                  <a:cubicBezTo>
                    <a:pt x="7971" y="8634"/>
                    <a:pt x="8426" y="8219"/>
                    <a:pt x="8808" y="7765"/>
                  </a:cubicBezTo>
                  <a:cubicBezTo>
                    <a:pt x="8996" y="7537"/>
                    <a:pt x="9131" y="7276"/>
                    <a:pt x="9289" y="7030"/>
                  </a:cubicBezTo>
                  <a:cubicBezTo>
                    <a:pt x="9429" y="6771"/>
                    <a:pt x="9526" y="6473"/>
                    <a:pt x="9636" y="6195"/>
                  </a:cubicBezTo>
                  <a:cubicBezTo>
                    <a:pt x="9699" y="6043"/>
                    <a:pt x="9716" y="5933"/>
                    <a:pt x="9742" y="5815"/>
                  </a:cubicBezTo>
                  <a:lnTo>
                    <a:pt x="9819" y="5463"/>
                  </a:lnTo>
                  <a:lnTo>
                    <a:pt x="9856" y="5288"/>
                  </a:lnTo>
                  <a:lnTo>
                    <a:pt x="9875" y="5200"/>
                  </a:lnTo>
                  <a:lnTo>
                    <a:pt x="9877" y="5190"/>
                  </a:lnTo>
                  <a:lnTo>
                    <a:pt x="9890" y="5116"/>
                  </a:lnTo>
                  <a:lnTo>
                    <a:pt x="9892" y="5089"/>
                  </a:lnTo>
                  <a:lnTo>
                    <a:pt x="9897" y="5035"/>
                  </a:lnTo>
                  <a:cubicBezTo>
                    <a:pt x="9906" y="4889"/>
                    <a:pt x="9925" y="4745"/>
                    <a:pt x="9924" y="4599"/>
                  </a:cubicBezTo>
                  <a:cubicBezTo>
                    <a:pt x="9932" y="4015"/>
                    <a:pt x="9802" y="3425"/>
                    <a:pt x="9560" y="2911"/>
                  </a:cubicBezTo>
                  <a:cubicBezTo>
                    <a:pt x="9075" y="1866"/>
                    <a:pt x="8218" y="1179"/>
                    <a:pt x="7383" y="747"/>
                  </a:cubicBezTo>
                  <a:cubicBezTo>
                    <a:pt x="6539" y="304"/>
                    <a:pt x="5671" y="97"/>
                    <a:pt x="4866" y="27"/>
                  </a:cubicBezTo>
                  <a:cubicBezTo>
                    <a:pt x="4671" y="9"/>
                    <a:pt x="4479" y="0"/>
                    <a:pt x="42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36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ExtraBold"/>
              <a:buNone/>
              <a:defRPr sz="35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Source Sans Pro"/>
              <a:buNone/>
              <a:defRPr sz="35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Source Sans Pro"/>
              <a:buNone/>
              <a:defRPr sz="35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Source Sans Pro"/>
              <a:buNone/>
              <a:defRPr sz="35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Source Sans Pro"/>
              <a:buNone/>
              <a:defRPr sz="35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Source Sans Pro"/>
              <a:buNone/>
              <a:defRPr sz="35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Source Sans Pro"/>
              <a:buNone/>
              <a:defRPr sz="35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Source Sans Pro"/>
              <a:buNone/>
              <a:defRPr sz="35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Source Sans Pro"/>
              <a:buNone/>
              <a:defRPr sz="35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 Medium"/>
              <a:buChar char="●"/>
              <a:defRPr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 Medium"/>
              <a:buChar char="○"/>
              <a:defRPr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 Medium"/>
              <a:buChar char="■"/>
              <a:defRPr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 Medium"/>
              <a:buChar char="●"/>
              <a:defRPr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 Medium"/>
              <a:buChar char="○"/>
              <a:defRPr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 Medium"/>
              <a:buChar char="■"/>
              <a:defRPr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 Medium"/>
              <a:buChar char="●"/>
              <a:defRPr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 Medium"/>
              <a:buChar char="○"/>
              <a:defRPr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aleway Medium"/>
              <a:buChar char="■"/>
              <a:defRPr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abta.org" TargetMode="External"/><Relationship Id="rId4" Type="http://schemas.openxmlformats.org/officeDocument/2006/relationships/hyperlink" Target="https://seer.cancer.gov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7"/>
          <p:cNvSpPr/>
          <p:nvPr/>
        </p:nvSpPr>
        <p:spPr>
          <a:xfrm>
            <a:off x="1984950" y="1786500"/>
            <a:ext cx="5174100" cy="52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74" name="Google Shape;374;p37"/>
          <p:cNvSpPr txBox="1"/>
          <p:nvPr>
            <p:ph type="ctrTitle"/>
          </p:nvPr>
        </p:nvSpPr>
        <p:spPr>
          <a:xfrm>
            <a:off x="837775" y="73375"/>
            <a:ext cx="7823700" cy="166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282435"/>
                </a:solidFill>
              </a:rPr>
              <a:t>AI in </a:t>
            </a:r>
            <a:endParaRPr sz="5000">
              <a:solidFill>
                <a:srgbClr val="28243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282435"/>
                </a:solidFill>
              </a:rPr>
              <a:t>Brain Tumor Diagnosis</a:t>
            </a:r>
            <a:endParaRPr sz="3400">
              <a:solidFill>
                <a:schemeClr val="accent4"/>
              </a:solidFill>
            </a:endParaRPr>
          </a:p>
        </p:txBody>
      </p:sp>
      <p:sp>
        <p:nvSpPr>
          <p:cNvPr id="375" name="Google Shape;375;p37"/>
          <p:cNvSpPr txBox="1"/>
          <p:nvPr>
            <p:ph idx="1" type="subTitle"/>
          </p:nvPr>
        </p:nvSpPr>
        <p:spPr>
          <a:xfrm>
            <a:off x="3471750" y="2716400"/>
            <a:ext cx="3876900" cy="7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B2CC74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b="1" lang="en">
                <a:solidFill>
                  <a:srgbClr val="B2CC74"/>
                </a:solidFill>
                <a:latin typeface="Raleway"/>
                <a:ea typeface="Raleway"/>
                <a:cs typeface="Raleway"/>
                <a:sym typeface="Raleway"/>
              </a:rPr>
              <a:t>Under Supervision Of :</a:t>
            </a:r>
            <a:endParaRPr b="1">
              <a:solidFill>
                <a:srgbClr val="B2CC7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Raleway"/>
                <a:ea typeface="Raleway"/>
                <a:cs typeface="Raleway"/>
                <a:sym typeface="Raleway"/>
              </a:rPr>
              <a:t>Prof . Marwa Reda</a:t>
            </a:r>
            <a:endParaRPr b="1" sz="2500"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376" name="Google Shape;376;p37"/>
          <p:cNvGrpSpPr/>
          <p:nvPr/>
        </p:nvGrpSpPr>
        <p:grpSpPr>
          <a:xfrm>
            <a:off x="66249" y="2427402"/>
            <a:ext cx="2588368" cy="2735692"/>
            <a:chOff x="783850" y="516525"/>
            <a:chExt cx="2520074" cy="2663511"/>
          </a:xfrm>
        </p:grpSpPr>
        <p:sp>
          <p:nvSpPr>
            <p:cNvPr id="377" name="Google Shape;377;p37"/>
            <p:cNvSpPr/>
            <p:nvPr/>
          </p:nvSpPr>
          <p:spPr>
            <a:xfrm>
              <a:off x="1478433" y="1038109"/>
              <a:ext cx="1825491" cy="2141917"/>
            </a:xfrm>
            <a:custGeom>
              <a:rect b="b" l="l" r="r" t="t"/>
              <a:pathLst>
                <a:path extrusionOk="0" h="36438" w="31055">
                  <a:moveTo>
                    <a:pt x="14317" y="0"/>
                  </a:moveTo>
                  <a:cubicBezTo>
                    <a:pt x="10374" y="0"/>
                    <a:pt x="6786" y="1692"/>
                    <a:pt x="3891" y="4985"/>
                  </a:cubicBezTo>
                  <a:cubicBezTo>
                    <a:pt x="1" y="9410"/>
                    <a:pt x="1298" y="19306"/>
                    <a:pt x="3891" y="21900"/>
                  </a:cubicBezTo>
                  <a:cubicBezTo>
                    <a:pt x="6485" y="24493"/>
                    <a:pt x="8123" y="25995"/>
                    <a:pt x="8669" y="29134"/>
                  </a:cubicBezTo>
                  <a:cubicBezTo>
                    <a:pt x="9023" y="31165"/>
                    <a:pt x="9222" y="34403"/>
                    <a:pt x="9320" y="36438"/>
                  </a:cubicBezTo>
                  <a:lnTo>
                    <a:pt x="19464" y="36438"/>
                  </a:lnTo>
                  <a:cubicBezTo>
                    <a:pt x="19618" y="34726"/>
                    <a:pt x="19887" y="32409"/>
                    <a:pt x="20226" y="32068"/>
                  </a:cubicBezTo>
                  <a:cubicBezTo>
                    <a:pt x="20295" y="31999"/>
                    <a:pt x="20441" y="31969"/>
                    <a:pt x="20644" y="31969"/>
                  </a:cubicBezTo>
                  <a:cubicBezTo>
                    <a:pt x="21836" y="31969"/>
                    <a:pt x="25005" y="32987"/>
                    <a:pt x="26299" y="32987"/>
                  </a:cubicBezTo>
                  <a:cubicBezTo>
                    <a:pt x="26520" y="32987"/>
                    <a:pt x="26686" y="32958"/>
                    <a:pt x="26778" y="32889"/>
                  </a:cubicBezTo>
                  <a:cubicBezTo>
                    <a:pt x="27505" y="32342"/>
                    <a:pt x="27847" y="26177"/>
                    <a:pt x="28325" y="24653"/>
                  </a:cubicBezTo>
                  <a:cubicBezTo>
                    <a:pt x="28803" y="23128"/>
                    <a:pt x="31055" y="21694"/>
                    <a:pt x="31055" y="21216"/>
                  </a:cubicBezTo>
                  <a:cubicBezTo>
                    <a:pt x="31055" y="20740"/>
                    <a:pt x="29168" y="19764"/>
                    <a:pt x="28281" y="19013"/>
                  </a:cubicBezTo>
                  <a:cubicBezTo>
                    <a:pt x="27394" y="18261"/>
                    <a:pt x="26414" y="17509"/>
                    <a:pt x="26550" y="16099"/>
                  </a:cubicBezTo>
                  <a:cubicBezTo>
                    <a:pt x="26585" y="15732"/>
                    <a:pt x="27574" y="13709"/>
                    <a:pt x="27436" y="12891"/>
                  </a:cubicBezTo>
                  <a:cubicBezTo>
                    <a:pt x="27302" y="12072"/>
                    <a:pt x="26687" y="2926"/>
                    <a:pt x="18496" y="604"/>
                  </a:cubicBezTo>
                  <a:cubicBezTo>
                    <a:pt x="17071" y="201"/>
                    <a:pt x="15673" y="0"/>
                    <a:pt x="14317" y="0"/>
                  </a:cubicBezTo>
                  <a:close/>
                </a:path>
              </a:pathLst>
            </a:custGeom>
            <a:solidFill>
              <a:srgbClr val="E5A3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7"/>
            <p:cNvSpPr/>
            <p:nvPr/>
          </p:nvSpPr>
          <p:spPr>
            <a:xfrm>
              <a:off x="1562964" y="1814636"/>
              <a:ext cx="1489725" cy="1365400"/>
            </a:xfrm>
            <a:custGeom>
              <a:rect b="b" l="l" r="r" t="t"/>
              <a:pathLst>
                <a:path extrusionOk="0" h="23228" w="25343">
                  <a:moveTo>
                    <a:pt x="0" y="1"/>
                  </a:moveTo>
                  <a:lnTo>
                    <a:pt x="0" y="1"/>
                  </a:lnTo>
                  <a:cubicBezTo>
                    <a:pt x="12" y="3688"/>
                    <a:pt x="1039" y="7275"/>
                    <a:pt x="2453" y="8690"/>
                  </a:cubicBezTo>
                  <a:cubicBezTo>
                    <a:pt x="5047" y="11283"/>
                    <a:pt x="6685" y="12785"/>
                    <a:pt x="7231" y="15924"/>
                  </a:cubicBezTo>
                  <a:cubicBezTo>
                    <a:pt x="7585" y="17955"/>
                    <a:pt x="7784" y="21193"/>
                    <a:pt x="7882" y="23228"/>
                  </a:cubicBezTo>
                  <a:lnTo>
                    <a:pt x="18026" y="23228"/>
                  </a:lnTo>
                  <a:cubicBezTo>
                    <a:pt x="18180" y="21516"/>
                    <a:pt x="18449" y="19199"/>
                    <a:pt x="18788" y="18858"/>
                  </a:cubicBezTo>
                  <a:cubicBezTo>
                    <a:pt x="18857" y="18789"/>
                    <a:pt x="19003" y="18759"/>
                    <a:pt x="19206" y="18759"/>
                  </a:cubicBezTo>
                  <a:cubicBezTo>
                    <a:pt x="20398" y="18759"/>
                    <a:pt x="23567" y="19777"/>
                    <a:pt x="24861" y="19777"/>
                  </a:cubicBezTo>
                  <a:cubicBezTo>
                    <a:pt x="25082" y="19777"/>
                    <a:pt x="25248" y="19748"/>
                    <a:pt x="25340" y="19679"/>
                  </a:cubicBezTo>
                  <a:cubicBezTo>
                    <a:pt x="25342" y="19678"/>
                    <a:pt x="25342" y="19675"/>
                    <a:pt x="25343" y="19674"/>
                  </a:cubicBezTo>
                  <a:cubicBezTo>
                    <a:pt x="19024" y="17961"/>
                    <a:pt x="13723" y="16185"/>
                    <a:pt x="12654" y="7617"/>
                  </a:cubicBezTo>
                  <a:cubicBezTo>
                    <a:pt x="11563" y="4887"/>
                    <a:pt x="7231" y="1933"/>
                    <a:pt x="4501" y="841"/>
                  </a:cubicBezTo>
                  <a:cubicBezTo>
                    <a:pt x="3129" y="342"/>
                    <a:pt x="1596" y="73"/>
                    <a:pt x="0" y="1"/>
                  </a:cubicBezTo>
                  <a:close/>
                </a:path>
              </a:pathLst>
            </a:custGeom>
            <a:solidFill>
              <a:srgbClr val="D384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37"/>
            <p:cNvSpPr/>
            <p:nvPr/>
          </p:nvSpPr>
          <p:spPr>
            <a:xfrm>
              <a:off x="1264874" y="988378"/>
              <a:ext cx="1669129" cy="2191647"/>
            </a:xfrm>
            <a:custGeom>
              <a:rect b="b" l="l" r="r" t="t"/>
              <a:pathLst>
                <a:path extrusionOk="0" h="37284" w="28395">
                  <a:moveTo>
                    <a:pt x="18131" y="1"/>
                  </a:moveTo>
                  <a:cubicBezTo>
                    <a:pt x="16261" y="1"/>
                    <a:pt x="14163" y="393"/>
                    <a:pt x="11867" y="1412"/>
                  </a:cubicBezTo>
                  <a:cubicBezTo>
                    <a:pt x="1902" y="5833"/>
                    <a:pt x="2360" y="16391"/>
                    <a:pt x="5726" y="21568"/>
                  </a:cubicBezTo>
                  <a:cubicBezTo>
                    <a:pt x="7193" y="23825"/>
                    <a:pt x="3494" y="23560"/>
                    <a:pt x="1748" y="28483"/>
                  </a:cubicBezTo>
                  <a:cubicBezTo>
                    <a:pt x="1" y="33404"/>
                    <a:pt x="5454" y="37284"/>
                    <a:pt x="5454" y="37284"/>
                  </a:cubicBezTo>
                  <a:lnTo>
                    <a:pt x="17658" y="37284"/>
                  </a:lnTo>
                  <a:cubicBezTo>
                    <a:pt x="19837" y="35786"/>
                    <a:pt x="21726" y="32425"/>
                    <a:pt x="18248" y="27133"/>
                  </a:cubicBezTo>
                  <a:cubicBezTo>
                    <a:pt x="16895" y="25073"/>
                    <a:pt x="17168" y="21035"/>
                    <a:pt x="19305" y="18642"/>
                  </a:cubicBezTo>
                  <a:cubicBezTo>
                    <a:pt x="22191" y="15408"/>
                    <a:pt x="18138" y="11736"/>
                    <a:pt x="22372" y="10771"/>
                  </a:cubicBezTo>
                  <a:cubicBezTo>
                    <a:pt x="25946" y="9956"/>
                    <a:pt x="28394" y="4693"/>
                    <a:pt x="28076" y="4375"/>
                  </a:cubicBezTo>
                  <a:cubicBezTo>
                    <a:pt x="28076" y="4375"/>
                    <a:pt x="24378" y="1"/>
                    <a:pt x="18131" y="1"/>
                  </a:cubicBezTo>
                  <a:close/>
                </a:path>
              </a:pathLst>
            </a:custGeom>
            <a:solidFill>
              <a:srgbClr val="282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37"/>
            <p:cNvSpPr/>
            <p:nvPr/>
          </p:nvSpPr>
          <p:spPr>
            <a:xfrm>
              <a:off x="2714058" y="1652629"/>
              <a:ext cx="404718" cy="742952"/>
            </a:xfrm>
            <a:custGeom>
              <a:rect b="b" l="l" r="r" t="t"/>
              <a:pathLst>
                <a:path extrusionOk="0" h="12639" w="6885">
                  <a:moveTo>
                    <a:pt x="1544" y="0"/>
                  </a:moveTo>
                  <a:cubicBezTo>
                    <a:pt x="1025" y="0"/>
                    <a:pt x="495" y="121"/>
                    <a:pt x="26" y="296"/>
                  </a:cubicBezTo>
                  <a:cubicBezTo>
                    <a:pt x="9" y="302"/>
                    <a:pt x="1" y="321"/>
                    <a:pt x="7" y="337"/>
                  </a:cubicBezTo>
                  <a:cubicBezTo>
                    <a:pt x="12" y="350"/>
                    <a:pt x="23" y="358"/>
                    <a:pt x="37" y="358"/>
                  </a:cubicBezTo>
                  <a:cubicBezTo>
                    <a:pt x="40" y="358"/>
                    <a:pt x="44" y="358"/>
                    <a:pt x="48" y="356"/>
                  </a:cubicBezTo>
                  <a:cubicBezTo>
                    <a:pt x="511" y="198"/>
                    <a:pt x="1003" y="89"/>
                    <a:pt x="1490" y="89"/>
                  </a:cubicBezTo>
                  <a:cubicBezTo>
                    <a:pt x="1700" y="89"/>
                    <a:pt x="1910" y="109"/>
                    <a:pt x="2115" y="155"/>
                  </a:cubicBezTo>
                  <a:cubicBezTo>
                    <a:pt x="4482" y="725"/>
                    <a:pt x="4154" y="3759"/>
                    <a:pt x="3407" y="5506"/>
                  </a:cubicBezTo>
                  <a:cubicBezTo>
                    <a:pt x="2989" y="6498"/>
                    <a:pt x="2758" y="7645"/>
                    <a:pt x="3317" y="8633"/>
                  </a:cubicBezTo>
                  <a:cubicBezTo>
                    <a:pt x="3822" y="9582"/>
                    <a:pt x="4596" y="10349"/>
                    <a:pt x="5325" y="11120"/>
                  </a:cubicBezTo>
                  <a:cubicBezTo>
                    <a:pt x="5821" y="11629"/>
                    <a:pt x="6325" y="12128"/>
                    <a:pt x="6827" y="12629"/>
                  </a:cubicBezTo>
                  <a:cubicBezTo>
                    <a:pt x="6833" y="12635"/>
                    <a:pt x="6841" y="12638"/>
                    <a:pt x="6849" y="12638"/>
                  </a:cubicBezTo>
                  <a:cubicBezTo>
                    <a:pt x="6857" y="12638"/>
                    <a:pt x="6866" y="12635"/>
                    <a:pt x="6872" y="12629"/>
                  </a:cubicBezTo>
                  <a:cubicBezTo>
                    <a:pt x="6884" y="12617"/>
                    <a:pt x="6884" y="12596"/>
                    <a:pt x="6872" y="12584"/>
                  </a:cubicBezTo>
                  <a:cubicBezTo>
                    <a:pt x="5895" y="11561"/>
                    <a:pt x="4868" y="10574"/>
                    <a:pt x="3992" y="9463"/>
                  </a:cubicBezTo>
                  <a:cubicBezTo>
                    <a:pt x="2937" y="8140"/>
                    <a:pt x="2883" y="7091"/>
                    <a:pt x="3531" y="5557"/>
                  </a:cubicBezTo>
                  <a:cubicBezTo>
                    <a:pt x="4152" y="3994"/>
                    <a:pt x="4543" y="1756"/>
                    <a:pt x="3113" y="514"/>
                  </a:cubicBezTo>
                  <a:cubicBezTo>
                    <a:pt x="2662" y="143"/>
                    <a:pt x="2109" y="0"/>
                    <a:pt x="15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37"/>
            <p:cNvSpPr/>
            <p:nvPr/>
          </p:nvSpPr>
          <p:spPr>
            <a:xfrm>
              <a:off x="2035640" y="1845203"/>
              <a:ext cx="397605" cy="580301"/>
            </a:xfrm>
            <a:custGeom>
              <a:rect b="b" l="l" r="r" t="t"/>
              <a:pathLst>
                <a:path extrusionOk="0" h="9872" w="6764">
                  <a:moveTo>
                    <a:pt x="3494" y="1"/>
                  </a:moveTo>
                  <a:cubicBezTo>
                    <a:pt x="3364" y="1"/>
                    <a:pt x="3227" y="30"/>
                    <a:pt x="3084" y="93"/>
                  </a:cubicBezTo>
                  <a:cubicBezTo>
                    <a:pt x="1" y="1443"/>
                    <a:pt x="317" y="8387"/>
                    <a:pt x="2900" y="9509"/>
                  </a:cubicBezTo>
                  <a:cubicBezTo>
                    <a:pt x="3451" y="9748"/>
                    <a:pt x="3955" y="9872"/>
                    <a:pt x="4395" y="9872"/>
                  </a:cubicBezTo>
                  <a:cubicBezTo>
                    <a:pt x="6020" y="9872"/>
                    <a:pt x="6763" y="8187"/>
                    <a:pt x="5689" y="4401"/>
                  </a:cubicBezTo>
                  <a:cubicBezTo>
                    <a:pt x="5689" y="4401"/>
                    <a:pt x="5093" y="1"/>
                    <a:pt x="3494" y="1"/>
                  </a:cubicBezTo>
                  <a:close/>
                </a:path>
              </a:pathLst>
            </a:custGeom>
            <a:solidFill>
              <a:srgbClr val="E5A3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37"/>
            <p:cNvSpPr/>
            <p:nvPr/>
          </p:nvSpPr>
          <p:spPr>
            <a:xfrm>
              <a:off x="783850" y="1560869"/>
              <a:ext cx="644903" cy="640494"/>
            </a:xfrm>
            <a:custGeom>
              <a:rect b="b" l="l" r="r" t="t"/>
              <a:pathLst>
                <a:path extrusionOk="0" h="10896" w="10971">
                  <a:moveTo>
                    <a:pt x="3661" y="0"/>
                  </a:moveTo>
                  <a:cubicBezTo>
                    <a:pt x="3407" y="0"/>
                    <a:pt x="1078" y="1506"/>
                    <a:pt x="1022" y="1806"/>
                  </a:cubicBezTo>
                  <a:cubicBezTo>
                    <a:pt x="1022" y="1806"/>
                    <a:pt x="1973" y="3243"/>
                    <a:pt x="3130" y="4972"/>
                  </a:cubicBezTo>
                  <a:cubicBezTo>
                    <a:pt x="1443" y="6142"/>
                    <a:pt x="53" y="7139"/>
                    <a:pt x="38" y="7219"/>
                  </a:cubicBezTo>
                  <a:cubicBezTo>
                    <a:pt x="1" y="7421"/>
                    <a:pt x="1540" y="9809"/>
                    <a:pt x="1844" y="9867"/>
                  </a:cubicBezTo>
                  <a:cubicBezTo>
                    <a:pt x="1844" y="9867"/>
                    <a:pt x="3278" y="8917"/>
                    <a:pt x="5005" y="7762"/>
                  </a:cubicBezTo>
                  <a:cubicBezTo>
                    <a:pt x="6160" y="9467"/>
                    <a:pt x="7137" y="10878"/>
                    <a:pt x="7216" y="10895"/>
                  </a:cubicBezTo>
                  <a:cubicBezTo>
                    <a:pt x="7219" y="10895"/>
                    <a:pt x="7222" y="10896"/>
                    <a:pt x="7225" y="10896"/>
                  </a:cubicBezTo>
                  <a:cubicBezTo>
                    <a:pt x="7476" y="10896"/>
                    <a:pt x="9818" y="9340"/>
                    <a:pt x="9865" y="9089"/>
                  </a:cubicBezTo>
                  <a:cubicBezTo>
                    <a:pt x="9884" y="8991"/>
                    <a:pt x="8958" y="7565"/>
                    <a:pt x="7816" y="5873"/>
                  </a:cubicBezTo>
                  <a:cubicBezTo>
                    <a:pt x="9515" y="4722"/>
                    <a:pt x="10918" y="3751"/>
                    <a:pt x="10932" y="3672"/>
                  </a:cubicBezTo>
                  <a:cubicBezTo>
                    <a:pt x="10971" y="3469"/>
                    <a:pt x="9382" y="1071"/>
                    <a:pt x="9128" y="1023"/>
                  </a:cubicBezTo>
                  <a:cubicBezTo>
                    <a:pt x="9127" y="1023"/>
                    <a:pt x="9126" y="1023"/>
                    <a:pt x="9124" y="1023"/>
                  </a:cubicBezTo>
                  <a:cubicBezTo>
                    <a:pt x="8999" y="1023"/>
                    <a:pt x="7582" y="1944"/>
                    <a:pt x="5904" y="3074"/>
                  </a:cubicBezTo>
                  <a:cubicBezTo>
                    <a:pt x="4738" y="1395"/>
                    <a:pt x="3750" y="16"/>
                    <a:pt x="3670" y="1"/>
                  </a:cubicBezTo>
                  <a:cubicBezTo>
                    <a:pt x="3667" y="0"/>
                    <a:pt x="3664" y="0"/>
                    <a:pt x="366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37"/>
            <p:cNvSpPr/>
            <p:nvPr/>
          </p:nvSpPr>
          <p:spPr>
            <a:xfrm>
              <a:off x="1160651" y="865698"/>
              <a:ext cx="1184938" cy="1378920"/>
            </a:xfrm>
            <a:custGeom>
              <a:rect b="b" l="l" r="r" t="t"/>
              <a:pathLst>
                <a:path extrusionOk="0" h="23458" w="20158">
                  <a:moveTo>
                    <a:pt x="5426" y="0"/>
                  </a:moveTo>
                  <a:cubicBezTo>
                    <a:pt x="5423" y="0"/>
                    <a:pt x="5420" y="1"/>
                    <a:pt x="5417" y="2"/>
                  </a:cubicBezTo>
                  <a:cubicBezTo>
                    <a:pt x="1408" y="1667"/>
                    <a:pt x="2166" y="6727"/>
                    <a:pt x="2248" y="7014"/>
                  </a:cubicBezTo>
                  <a:cubicBezTo>
                    <a:pt x="2331" y="7301"/>
                    <a:pt x="491" y="8673"/>
                    <a:pt x="245" y="12056"/>
                  </a:cubicBezTo>
                  <a:cubicBezTo>
                    <a:pt x="0" y="15439"/>
                    <a:pt x="3096" y="16719"/>
                    <a:pt x="3469" y="16997"/>
                  </a:cubicBezTo>
                  <a:cubicBezTo>
                    <a:pt x="3841" y="17273"/>
                    <a:pt x="4273" y="19221"/>
                    <a:pt x="5420" y="20852"/>
                  </a:cubicBezTo>
                  <a:cubicBezTo>
                    <a:pt x="6316" y="22126"/>
                    <a:pt x="7890" y="22445"/>
                    <a:pt x="8808" y="22445"/>
                  </a:cubicBezTo>
                  <a:cubicBezTo>
                    <a:pt x="9065" y="22445"/>
                    <a:pt x="9270" y="22420"/>
                    <a:pt x="9395" y="22384"/>
                  </a:cubicBezTo>
                  <a:cubicBezTo>
                    <a:pt x="9445" y="22370"/>
                    <a:pt x="9495" y="22363"/>
                    <a:pt x="9544" y="22363"/>
                  </a:cubicBezTo>
                  <a:cubicBezTo>
                    <a:pt x="10068" y="22363"/>
                    <a:pt x="10665" y="23104"/>
                    <a:pt x="13067" y="23417"/>
                  </a:cubicBezTo>
                  <a:cubicBezTo>
                    <a:pt x="13278" y="23445"/>
                    <a:pt x="13497" y="23457"/>
                    <a:pt x="13721" y="23457"/>
                  </a:cubicBezTo>
                  <a:cubicBezTo>
                    <a:pt x="16283" y="23457"/>
                    <a:pt x="19501" y="21766"/>
                    <a:pt x="19816" y="21220"/>
                  </a:cubicBezTo>
                  <a:cubicBezTo>
                    <a:pt x="20158" y="20629"/>
                    <a:pt x="6073" y="0"/>
                    <a:pt x="54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37"/>
            <p:cNvSpPr/>
            <p:nvPr/>
          </p:nvSpPr>
          <p:spPr>
            <a:xfrm>
              <a:off x="1589063" y="705337"/>
              <a:ext cx="1225791" cy="1337067"/>
            </a:xfrm>
            <a:custGeom>
              <a:rect b="b" l="l" r="r" t="t"/>
              <a:pathLst>
                <a:path extrusionOk="0" h="22746" w="20853">
                  <a:moveTo>
                    <a:pt x="4057" y="0"/>
                  </a:moveTo>
                  <a:cubicBezTo>
                    <a:pt x="2832" y="0"/>
                    <a:pt x="1512" y="371"/>
                    <a:pt x="386" y="1529"/>
                  </a:cubicBezTo>
                  <a:cubicBezTo>
                    <a:pt x="1" y="1925"/>
                    <a:pt x="14043" y="22745"/>
                    <a:pt x="14783" y="22745"/>
                  </a:cubicBezTo>
                  <a:cubicBezTo>
                    <a:pt x="14785" y="22745"/>
                    <a:pt x="14786" y="22745"/>
                    <a:pt x="14788" y="22745"/>
                  </a:cubicBezTo>
                  <a:cubicBezTo>
                    <a:pt x="15465" y="22645"/>
                    <a:pt x="18669" y="19857"/>
                    <a:pt x="19321" y="17284"/>
                  </a:cubicBezTo>
                  <a:cubicBezTo>
                    <a:pt x="19973" y="14713"/>
                    <a:pt x="19350" y="13964"/>
                    <a:pt x="19716" y="13491"/>
                  </a:cubicBezTo>
                  <a:cubicBezTo>
                    <a:pt x="20082" y="13017"/>
                    <a:pt x="20853" y="10897"/>
                    <a:pt x="19761" y="9230"/>
                  </a:cubicBezTo>
                  <a:cubicBezTo>
                    <a:pt x="18668" y="7562"/>
                    <a:pt x="17019" y="6443"/>
                    <a:pt x="16898" y="5993"/>
                  </a:cubicBezTo>
                  <a:cubicBezTo>
                    <a:pt x="16778" y="5544"/>
                    <a:pt x="16732" y="2195"/>
                    <a:pt x="13497" y="1173"/>
                  </a:cubicBezTo>
                  <a:cubicBezTo>
                    <a:pt x="12511" y="862"/>
                    <a:pt x="11644" y="757"/>
                    <a:pt x="10908" y="757"/>
                  </a:cubicBezTo>
                  <a:cubicBezTo>
                    <a:pt x="9407" y="757"/>
                    <a:pt x="8453" y="1192"/>
                    <a:pt x="8151" y="1192"/>
                  </a:cubicBezTo>
                  <a:cubicBezTo>
                    <a:pt x="8115" y="1192"/>
                    <a:pt x="8089" y="1186"/>
                    <a:pt x="8072" y="1172"/>
                  </a:cubicBezTo>
                  <a:cubicBezTo>
                    <a:pt x="7924" y="1058"/>
                    <a:pt x="6125" y="0"/>
                    <a:pt x="40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37"/>
            <p:cNvSpPr/>
            <p:nvPr/>
          </p:nvSpPr>
          <p:spPr>
            <a:xfrm>
              <a:off x="1554322" y="2434505"/>
              <a:ext cx="391433" cy="388729"/>
            </a:xfrm>
            <a:custGeom>
              <a:rect b="b" l="l" r="r" t="t"/>
              <a:pathLst>
                <a:path extrusionOk="0" h="6613" w="6659">
                  <a:moveTo>
                    <a:pt x="2223" y="0"/>
                  </a:moveTo>
                  <a:cubicBezTo>
                    <a:pt x="2069" y="0"/>
                    <a:pt x="655" y="914"/>
                    <a:pt x="620" y="1097"/>
                  </a:cubicBezTo>
                  <a:cubicBezTo>
                    <a:pt x="620" y="1097"/>
                    <a:pt x="1198" y="1968"/>
                    <a:pt x="1900" y="3018"/>
                  </a:cubicBezTo>
                  <a:cubicBezTo>
                    <a:pt x="876" y="3728"/>
                    <a:pt x="34" y="4332"/>
                    <a:pt x="24" y="4381"/>
                  </a:cubicBezTo>
                  <a:cubicBezTo>
                    <a:pt x="0" y="4503"/>
                    <a:pt x="936" y="5954"/>
                    <a:pt x="1120" y="5988"/>
                  </a:cubicBezTo>
                  <a:cubicBezTo>
                    <a:pt x="1120" y="5988"/>
                    <a:pt x="1989" y="5412"/>
                    <a:pt x="3039" y="4710"/>
                  </a:cubicBezTo>
                  <a:cubicBezTo>
                    <a:pt x="3739" y="5746"/>
                    <a:pt x="4332" y="6602"/>
                    <a:pt x="4381" y="6612"/>
                  </a:cubicBezTo>
                  <a:cubicBezTo>
                    <a:pt x="4382" y="6612"/>
                    <a:pt x="4384" y="6612"/>
                    <a:pt x="4386" y="6612"/>
                  </a:cubicBezTo>
                  <a:cubicBezTo>
                    <a:pt x="4538" y="6612"/>
                    <a:pt x="5958" y="5668"/>
                    <a:pt x="5987" y="5516"/>
                  </a:cubicBezTo>
                  <a:cubicBezTo>
                    <a:pt x="5999" y="5456"/>
                    <a:pt x="5437" y="4591"/>
                    <a:pt x="4744" y="3564"/>
                  </a:cubicBezTo>
                  <a:cubicBezTo>
                    <a:pt x="5774" y="2866"/>
                    <a:pt x="6627" y="2276"/>
                    <a:pt x="6636" y="2229"/>
                  </a:cubicBezTo>
                  <a:cubicBezTo>
                    <a:pt x="6659" y="2106"/>
                    <a:pt x="5694" y="650"/>
                    <a:pt x="5540" y="621"/>
                  </a:cubicBezTo>
                  <a:cubicBezTo>
                    <a:pt x="5539" y="621"/>
                    <a:pt x="5538" y="621"/>
                    <a:pt x="5538" y="621"/>
                  </a:cubicBezTo>
                  <a:cubicBezTo>
                    <a:pt x="5462" y="621"/>
                    <a:pt x="4603" y="1181"/>
                    <a:pt x="3585" y="1866"/>
                  </a:cubicBezTo>
                  <a:cubicBezTo>
                    <a:pt x="2877" y="847"/>
                    <a:pt x="2277" y="9"/>
                    <a:pt x="2228" y="1"/>
                  </a:cubicBezTo>
                  <a:cubicBezTo>
                    <a:pt x="2226" y="0"/>
                    <a:pt x="2225" y="0"/>
                    <a:pt x="222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386" name="Google Shape;386;p37"/>
            <p:cNvSpPr/>
            <p:nvPr/>
          </p:nvSpPr>
          <p:spPr>
            <a:xfrm>
              <a:off x="1946701" y="516525"/>
              <a:ext cx="196921" cy="195452"/>
            </a:xfrm>
            <a:custGeom>
              <a:rect b="b" l="l" r="r" t="t"/>
              <a:pathLst>
                <a:path extrusionOk="0" h="3325" w="3350">
                  <a:moveTo>
                    <a:pt x="1119" y="0"/>
                  </a:moveTo>
                  <a:cubicBezTo>
                    <a:pt x="1040" y="0"/>
                    <a:pt x="329" y="460"/>
                    <a:pt x="313" y="550"/>
                  </a:cubicBezTo>
                  <a:cubicBezTo>
                    <a:pt x="313" y="550"/>
                    <a:pt x="603" y="990"/>
                    <a:pt x="956" y="1518"/>
                  </a:cubicBezTo>
                  <a:cubicBezTo>
                    <a:pt x="441" y="1874"/>
                    <a:pt x="17" y="2178"/>
                    <a:pt x="12" y="2203"/>
                  </a:cubicBezTo>
                  <a:cubicBezTo>
                    <a:pt x="1" y="2264"/>
                    <a:pt x="471" y="2993"/>
                    <a:pt x="564" y="3011"/>
                  </a:cubicBezTo>
                  <a:cubicBezTo>
                    <a:pt x="564" y="3011"/>
                    <a:pt x="1001" y="2721"/>
                    <a:pt x="1528" y="2369"/>
                  </a:cubicBezTo>
                  <a:cubicBezTo>
                    <a:pt x="1881" y="2889"/>
                    <a:pt x="2179" y="3320"/>
                    <a:pt x="2203" y="3324"/>
                  </a:cubicBezTo>
                  <a:cubicBezTo>
                    <a:pt x="2203" y="3324"/>
                    <a:pt x="2204" y="3325"/>
                    <a:pt x="2205" y="3325"/>
                  </a:cubicBezTo>
                  <a:cubicBezTo>
                    <a:pt x="2283" y="3325"/>
                    <a:pt x="2997" y="2849"/>
                    <a:pt x="3011" y="2773"/>
                  </a:cubicBezTo>
                  <a:cubicBezTo>
                    <a:pt x="3017" y="2743"/>
                    <a:pt x="2734" y="2309"/>
                    <a:pt x="2386" y="1791"/>
                  </a:cubicBezTo>
                  <a:cubicBezTo>
                    <a:pt x="2904" y="1441"/>
                    <a:pt x="3332" y="1144"/>
                    <a:pt x="3338" y="1121"/>
                  </a:cubicBezTo>
                  <a:cubicBezTo>
                    <a:pt x="3350" y="1059"/>
                    <a:pt x="2864" y="326"/>
                    <a:pt x="2787" y="312"/>
                  </a:cubicBezTo>
                  <a:cubicBezTo>
                    <a:pt x="2786" y="312"/>
                    <a:pt x="2786" y="312"/>
                    <a:pt x="2786" y="312"/>
                  </a:cubicBezTo>
                  <a:cubicBezTo>
                    <a:pt x="2746" y="312"/>
                    <a:pt x="2315" y="593"/>
                    <a:pt x="1803" y="939"/>
                  </a:cubicBezTo>
                  <a:cubicBezTo>
                    <a:pt x="1447" y="426"/>
                    <a:pt x="1144" y="5"/>
                    <a:pt x="1122" y="0"/>
                  </a:cubicBezTo>
                  <a:cubicBezTo>
                    <a:pt x="1121" y="0"/>
                    <a:pt x="1120" y="0"/>
                    <a:pt x="11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37"/>
            <p:cNvSpPr/>
            <p:nvPr/>
          </p:nvSpPr>
          <p:spPr>
            <a:xfrm>
              <a:off x="2354480" y="516525"/>
              <a:ext cx="508821" cy="505236"/>
            </a:xfrm>
            <a:custGeom>
              <a:rect b="b" l="l" r="r" t="t"/>
              <a:pathLst>
                <a:path extrusionOk="0" h="8595" w="8656">
                  <a:moveTo>
                    <a:pt x="2889" y="1"/>
                  </a:moveTo>
                  <a:cubicBezTo>
                    <a:pt x="2688" y="1"/>
                    <a:pt x="850" y="1188"/>
                    <a:pt x="806" y="1424"/>
                  </a:cubicBezTo>
                  <a:cubicBezTo>
                    <a:pt x="806" y="1424"/>
                    <a:pt x="1557" y="2559"/>
                    <a:pt x="2470" y="3923"/>
                  </a:cubicBezTo>
                  <a:cubicBezTo>
                    <a:pt x="1138" y="4846"/>
                    <a:pt x="42" y="5631"/>
                    <a:pt x="31" y="5695"/>
                  </a:cubicBezTo>
                  <a:cubicBezTo>
                    <a:pt x="1" y="5856"/>
                    <a:pt x="1216" y="7739"/>
                    <a:pt x="1454" y="7783"/>
                  </a:cubicBezTo>
                  <a:cubicBezTo>
                    <a:pt x="1454" y="7783"/>
                    <a:pt x="2586" y="7034"/>
                    <a:pt x="3950" y="6124"/>
                  </a:cubicBezTo>
                  <a:cubicBezTo>
                    <a:pt x="4860" y="7469"/>
                    <a:pt x="5631" y="8582"/>
                    <a:pt x="5693" y="8594"/>
                  </a:cubicBezTo>
                  <a:cubicBezTo>
                    <a:pt x="5695" y="8594"/>
                    <a:pt x="5698" y="8594"/>
                    <a:pt x="5700" y="8594"/>
                  </a:cubicBezTo>
                  <a:cubicBezTo>
                    <a:pt x="5900" y="8594"/>
                    <a:pt x="7746" y="7368"/>
                    <a:pt x="7784" y="7170"/>
                  </a:cubicBezTo>
                  <a:cubicBezTo>
                    <a:pt x="7798" y="7092"/>
                    <a:pt x="7068" y="5967"/>
                    <a:pt x="6167" y="4632"/>
                  </a:cubicBezTo>
                  <a:cubicBezTo>
                    <a:pt x="7507" y="3726"/>
                    <a:pt x="8614" y="2959"/>
                    <a:pt x="8625" y="2896"/>
                  </a:cubicBezTo>
                  <a:cubicBezTo>
                    <a:pt x="8656" y="2737"/>
                    <a:pt x="7401" y="845"/>
                    <a:pt x="7201" y="807"/>
                  </a:cubicBezTo>
                  <a:cubicBezTo>
                    <a:pt x="7200" y="807"/>
                    <a:pt x="7200" y="807"/>
                    <a:pt x="7199" y="807"/>
                  </a:cubicBezTo>
                  <a:cubicBezTo>
                    <a:pt x="7100" y="807"/>
                    <a:pt x="5983" y="1533"/>
                    <a:pt x="4659" y="2426"/>
                  </a:cubicBezTo>
                  <a:cubicBezTo>
                    <a:pt x="3739" y="1101"/>
                    <a:pt x="2959" y="13"/>
                    <a:pt x="2896" y="1"/>
                  </a:cubicBezTo>
                  <a:cubicBezTo>
                    <a:pt x="2894" y="1"/>
                    <a:pt x="2892" y="1"/>
                    <a:pt x="28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8" name="Google Shape;388;p37"/>
            <p:cNvGrpSpPr/>
            <p:nvPr/>
          </p:nvGrpSpPr>
          <p:grpSpPr>
            <a:xfrm>
              <a:off x="1299556" y="794276"/>
              <a:ext cx="1435718" cy="1370940"/>
              <a:chOff x="1299556" y="794276"/>
              <a:chExt cx="1435718" cy="1370940"/>
            </a:xfrm>
          </p:grpSpPr>
          <p:sp>
            <p:nvSpPr>
              <p:cNvPr id="389" name="Google Shape;389;p37"/>
              <p:cNvSpPr/>
              <p:nvPr/>
            </p:nvSpPr>
            <p:spPr>
              <a:xfrm>
                <a:off x="1374269" y="1654628"/>
                <a:ext cx="298615" cy="216614"/>
              </a:xfrm>
              <a:custGeom>
                <a:rect b="b" l="l" r="r" t="t"/>
                <a:pathLst>
                  <a:path extrusionOk="0" h="3685" w="5080">
                    <a:moveTo>
                      <a:pt x="3144" y="1"/>
                    </a:moveTo>
                    <a:cubicBezTo>
                      <a:pt x="2081" y="1"/>
                      <a:pt x="1013" y="713"/>
                      <a:pt x="482" y="1617"/>
                    </a:cubicBezTo>
                    <a:cubicBezTo>
                      <a:pt x="121" y="2227"/>
                      <a:pt x="0" y="2959"/>
                      <a:pt x="93" y="3657"/>
                    </a:cubicBezTo>
                    <a:cubicBezTo>
                      <a:pt x="95" y="3676"/>
                      <a:pt x="109" y="3684"/>
                      <a:pt x="124" y="3684"/>
                    </a:cubicBezTo>
                    <a:cubicBezTo>
                      <a:pt x="142" y="3684"/>
                      <a:pt x="161" y="3671"/>
                      <a:pt x="157" y="3649"/>
                    </a:cubicBezTo>
                    <a:cubicBezTo>
                      <a:pt x="92" y="2964"/>
                      <a:pt x="228" y="2262"/>
                      <a:pt x="585" y="1678"/>
                    </a:cubicBezTo>
                    <a:cubicBezTo>
                      <a:pt x="1109" y="817"/>
                      <a:pt x="2137" y="131"/>
                      <a:pt x="3159" y="131"/>
                    </a:cubicBezTo>
                    <a:cubicBezTo>
                      <a:pt x="3468" y="131"/>
                      <a:pt x="3776" y="194"/>
                      <a:pt x="4070" y="333"/>
                    </a:cubicBezTo>
                    <a:cubicBezTo>
                      <a:pt x="4698" y="640"/>
                      <a:pt x="4974" y="1359"/>
                      <a:pt x="5015" y="2027"/>
                    </a:cubicBezTo>
                    <a:cubicBezTo>
                      <a:pt x="5016" y="2044"/>
                      <a:pt x="5030" y="2057"/>
                      <a:pt x="5047" y="2057"/>
                    </a:cubicBezTo>
                    <a:cubicBezTo>
                      <a:pt x="5047" y="2057"/>
                      <a:pt x="5048" y="2057"/>
                      <a:pt x="5048" y="2057"/>
                    </a:cubicBezTo>
                    <a:cubicBezTo>
                      <a:pt x="5066" y="2056"/>
                      <a:pt x="5079" y="2042"/>
                      <a:pt x="5079" y="2024"/>
                    </a:cubicBezTo>
                    <a:cubicBezTo>
                      <a:pt x="5064" y="1326"/>
                      <a:pt x="4784" y="563"/>
                      <a:pt x="4126" y="227"/>
                    </a:cubicBezTo>
                    <a:cubicBezTo>
                      <a:pt x="3811" y="71"/>
                      <a:pt x="3478" y="1"/>
                      <a:pt x="31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37"/>
              <p:cNvSpPr/>
              <p:nvPr/>
            </p:nvSpPr>
            <p:spPr>
              <a:xfrm>
                <a:off x="1299556" y="1245790"/>
                <a:ext cx="229252" cy="65425"/>
              </a:xfrm>
              <a:custGeom>
                <a:rect b="b" l="l" r="r" t="t"/>
                <a:pathLst>
                  <a:path extrusionOk="0" h="1113" w="3900">
                    <a:moveTo>
                      <a:pt x="1619" y="0"/>
                    </a:moveTo>
                    <a:cubicBezTo>
                      <a:pt x="1059" y="0"/>
                      <a:pt x="500" y="161"/>
                      <a:pt x="29" y="498"/>
                    </a:cubicBezTo>
                    <a:cubicBezTo>
                      <a:pt x="0" y="517"/>
                      <a:pt x="20" y="557"/>
                      <a:pt x="47" y="557"/>
                    </a:cubicBezTo>
                    <a:cubicBezTo>
                      <a:pt x="52" y="557"/>
                      <a:pt x="58" y="556"/>
                      <a:pt x="63" y="552"/>
                    </a:cubicBezTo>
                    <a:cubicBezTo>
                      <a:pt x="534" y="268"/>
                      <a:pt x="1061" y="132"/>
                      <a:pt x="1586" y="132"/>
                    </a:cubicBezTo>
                    <a:cubicBezTo>
                      <a:pt x="2417" y="132"/>
                      <a:pt x="3242" y="472"/>
                      <a:pt x="3832" y="1103"/>
                    </a:cubicBezTo>
                    <a:cubicBezTo>
                      <a:pt x="3839" y="1110"/>
                      <a:pt x="3847" y="1113"/>
                      <a:pt x="3855" y="1113"/>
                    </a:cubicBezTo>
                    <a:cubicBezTo>
                      <a:pt x="3879" y="1113"/>
                      <a:pt x="3900" y="1083"/>
                      <a:pt x="3880" y="1060"/>
                    </a:cubicBezTo>
                    <a:cubicBezTo>
                      <a:pt x="3332" y="374"/>
                      <a:pt x="2474" y="0"/>
                      <a:pt x="16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37"/>
              <p:cNvSpPr/>
              <p:nvPr/>
            </p:nvSpPr>
            <p:spPr>
              <a:xfrm>
                <a:off x="1708452" y="1898226"/>
                <a:ext cx="379030" cy="266990"/>
              </a:xfrm>
              <a:custGeom>
                <a:rect b="b" l="l" r="r" t="t"/>
                <a:pathLst>
                  <a:path extrusionOk="0" h="4542" w="6448">
                    <a:moveTo>
                      <a:pt x="3716" y="0"/>
                    </a:moveTo>
                    <a:cubicBezTo>
                      <a:pt x="1727" y="0"/>
                      <a:pt x="0" y="2555"/>
                      <a:pt x="282" y="4515"/>
                    </a:cubicBezTo>
                    <a:cubicBezTo>
                      <a:pt x="285" y="4534"/>
                      <a:pt x="298" y="4541"/>
                      <a:pt x="312" y="4541"/>
                    </a:cubicBezTo>
                    <a:cubicBezTo>
                      <a:pt x="331" y="4541"/>
                      <a:pt x="351" y="4528"/>
                      <a:pt x="346" y="4506"/>
                    </a:cubicBezTo>
                    <a:cubicBezTo>
                      <a:pt x="285" y="4008"/>
                      <a:pt x="357" y="3500"/>
                      <a:pt x="510" y="3023"/>
                    </a:cubicBezTo>
                    <a:cubicBezTo>
                      <a:pt x="937" y="1596"/>
                      <a:pt x="2254" y="130"/>
                      <a:pt x="3725" y="130"/>
                    </a:cubicBezTo>
                    <a:cubicBezTo>
                      <a:pt x="4148" y="130"/>
                      <a:pt x="4583" y="251"/>
                      <a:pt x="5014" y="529"/>
                    </a:cubicBezTo>
                    <a:cubicBezTo>
                      <a:pt x="5431" y="788"/>
                      <a:pt x="5754" y="1212"/>
                      <a:pt x="5839" y="1697"/>
                    </a:cubicBezTo>
                    <a:cubicBezTo>
                      <a:pt x="5993" y="2392"/>
                      <a:pt x="5553" y="3181"/>
                      <a:pt x="4812" y="3181"/>
                    </a:cubicBezTo>
                    <a:cubicBezTo>
                      <a:pt x="4771" y="3181"/>
                      <a:pt x="4729" y="3178"/>
                      <a:pt x="4687" y="3173"/>
                    </a:cubicBezTo>
                    <a:cubicBezTo>
                      <a:pt x="4441" y="3153"/>
                      <a:pt x="4201" y="3066"/>
                      <a:pt x="3982" y="2947"/>
                    </a:cubicBezTo>
                    <a:cubicBezTo>
                      <a:pt x="3977" y="2944"/>
                      <a:pt x="3972" y="2943"/>
                      <a:pt x="3967" y="2943"/>
                    </a:cubicBezTo>
                    <a:cubicBezTo>
                      <a:pt x="3938" y="2943"/>
                      <a:pt x="3919" y="2986"/>
                      <a:pt x="3950" y="3004"/>
                    </a:cubicBezTo>
                    <a:cubicBezTo>
                      <a:pt x="4280" y="3184"/>
                      <a:pt x="4576" y="3262"/>
                      <a:pt x="4833" y="3262"/>
                    </a:cubicBezTo>
                    <a:cubicBezTo>
                      <a:pt x="6138" y="3262"/>
                      <a:pt x="6448" y="1257"/>
                      <a:pt x="5080" y="424"/>
                    </a:cubicBezTo>
                    <a:cubicBezTo>
                      <a:pt x="4626" y="130"/>
                      <a:pt x="4164" y="0"/>
                      <a:pt x="37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37"/>
              <p:cNvSpPr/>
              <p:nvPr/>
            </p:nvSpPr>
            <p:spPr>
              <a:xfrm>
                <a:off x="2298166" y="1052981"/>
                <a:ext cx="282626" cy="264404"/>
              </a:xfrm>
              <a:custGeom>
                <a:rect b="b" l="l" r="r" t="t"/>
                <a:pathLst>
                  <a:path extrusionOk="0" h="4498" w="4808">
                    <a:moveTo>
                      <a:pt x="3270" y="0"/>
                    </a:moveTo>
                    <a:cubicBezTo>
                      <a:pt x="1689" y="0"/>
                      <a:pt x="1" y="1314"/>
                      <a:pt x="153" y="2973"/>
                    </a:cubicBezTo>
                    <a:cubicBezTo>
                      <a:pt x="236" y="3708"/>
                      <a:pt x="854" y="4237"/>
                      <a:pt x="1503" y="4494"/>
                    </a:cubicBezTo>
                    <a:cubicBezTo>
                      <a:pt x="1507" y="4496"/>
                      <a:pt x="1511" y="4497"/>
                      <a:pt x="1515" y="4497"/>
                    </a:cubicBezTo>
                    <a:cubicBezTo>
                      <a:pt x="1527" y="4497"/>
                      <a:pt x="1538" y="4490"/>
                      <a:pt x="1544" y="4479"/>
                    </a:cubicBezTo>
                    <a:cubicBezTo>
                      <a:pt x="1551" y="4462"/>
                      <a:pt x="1544" y="4443"/>
                      <a:pt x="1527" y="4436"/>
                    </a:cubicBezTo>
                    <a:cubicBezTo>
                      <a:pt x="916" y="4164"/>
                      <a:pt x="340" y="3654"/>
                      <a:pt x="271" y="2958"/>
                    </a:cubicBezTo>
                    <a:cubicBezTo>
                      <a:pt x="153" y="1561"/>
                      <a:pt x="1463" y="410"/>
                      <a:pt x="2751" y="165"/>
                    </a:cubicBezTo>
                    <a:cubicBezTo>
                      <a:pt x="2934" y="130"/>
                      <a:pt x="3120" y="112"/>
                      <a:pt x="3305" y="112"/>
                    </a:cubicBezTo>
                    <a:cubicBezTo>
                      <a:pt x="3801" y="112"/>
                      <a:pt x="4297" y="235"/>
                      <a:pt x="4747" y="453"/>
                    </a:cubicBezTo>
                    <a:cubicBezTo>
                      <a:pt x="4753" y="455"/>
                      <a:pt x="4758" y="457"/>
                      <a:pt x="4763" y="457"/>
                    </a:cubicBezTo>
                    <a:cubicBezTo>
                      <a:pt x="4792" y="457"/>
                      <a:pt x="4807" y="413"/>
                      <a:pt x="4777" y="396"/>
                    </a:cubicBezTo>
                    <a:cubicBezTo>
                      <a:pt x="4466" y="233"/>
                      <a:pt x="4132" y="112"/>
                      <a:pt x="3785" y="49"/>
                    </a:cubicBezTo>
                    <a:cubicBezTo>
                      <a:pt x="3616" y="16"/>
                      <a:pt x="3444" y="0"/>
                      <a:pt x="32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37"/>
              <p:cNvSpPr/>
              <p:nvPr/>
            </p:nvSpPr>
            <p:spPr>
              <a:xfrm>
                <a:off x="1967686" y="794276"/>
                <a:ext cx="85646" cy="225019"/>
              </a:xfrm>
              <a:custGeom>
                <a:rect b="b" l="l" r="r" t="t"/>
                <a:pathLst>
                  <a:path extrusionOk="0" h="3828" w="1457">
                    <a:moveTo>
                      <a:pt x="1410" y="1"/>
                    </a:moveTo>
                    <a:cubicBezTo>
                      <a:pt x="1404" y="1"/>
                      <a:pt x="1398" y="3"/>
                      <a:pt x="1392" y="7"/>
                    </a:cubicBezTo>
                    <a:cubicBezTo>
                      <a:pt x="1102" y="209"/>
                      <a:pt x="849" y="468"/>
                      <a:pt x="651" y="765"/>
                    </a:cubicBezTo>
                    <a:cubicBezTo>
                      <a:pt x="45" y="1657"/>
                      <a:pt x="29" y="2886"/>
                      <a:pt x="571" y="3812"/>
                    </a:cubicBezTo>
                    <a:cubicBezTo>
                      <a:pt x="577" y="3823"/>
                      <a:pt x="587" y="3828"/>
                      <a:pt x="597" y="3828"/>
                    </a:cubicBezTo>
                    <a:cubicBezTo>
                      <a:pt x="618" y="3828"/>
                      <a:pt x="640" y="3806"/>
                      <a:pt x="628" y="3782"/>
                    </a:cubicBezTo>
                    <a:cubicBezTo>
                      <a:pt x="1" y="2518"/>
                      <a:pt x="318" y="940"/>
                      <a:pt x="1431" y="58"/>
                    </a:cubicBezTo>
                    <a:cubicBezTo>
                      <a:pt x="1457" y="37"/>
                      <a:pt x="1436" y="1"/>
                      <a:pt x="14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37"/>
              <p:cNvSpPr/>
              <p:nvPr/>
            </p:nvSpPr>
            <p:spPr>
              <a:xfrm>
                <a:off x="2379757" y="1477984"/>
                <a:ext cx="355517" cy="291385"/>
              </a:xfrm>
              <a:custGeom>
                <a:rect b="b" l="l" r="r" t="t"/>
                <a:pathLst>
                  <a:path extrusionOk="0" h="4957" w="6048">
                    <a:moveTo>
                      <a:pt x="4226" y="0"/>
                    </a:moveTo>
                    <a:cubicBezTo>
                      <a:pt x="2291" y="0"/>
                      <a:pt x="1" y="1274"/>
                      <a:pt x="508" y="3483"/>
                    </a:cubicBezTo>
                    <a:cubicBezTo>
                      <a:pt x="689" y="4431"/>
                      <a:pt x="1483" y="4956"/>
                      <a:pt x="2186" y="4956"/>
                    </a:cubicBezTo>
                    <a:cubicBezTo>
                      <a:pt x="2877" y="4956"/>
                      <a:pt x="3480" y="4446"/>
                      <a:pt x="3319" y="3327"/>
                    </a:cubicBezTo>
                    <a:cubicBezTo>
                      <a:pt x="3317" y="3309"/>
                      <a:pt x="3303" y="3300"/>
                      <a:pt x="3288" y="3300"/>
                    </a:cubicBezTo>
                    <a:cubicBezTo>
                      <a:pt x="3270" y="3300"/>
                      <a:pt x="3252" y="3313"/>
                      <a:pt x="3255" y="3336"/>
                    </a:cubicBezTo>
                    <a:cubicBezTo>
                      <a:pt x="3290" y="3584"/>
                      <a:pt x="3287" y="3838"/>
                      <a:pt x="3220" y="4076"/>
                    </a:cubicBezTo>
                    <a:cubicBezTo>
                      <a:pt x="3092" y="4597"/>
                      <a:pt x="2637" y="4852"/>
                      <a:pt x="2162" y="4852"/>
                    </a:cubicBezTo>
                    <a:cubicBezTo>
                      <a:pt x="1910" y="4852"/>
                      <a:pt x="1653" y="4780"/>
                      <a:pt x="1435" y="4639"/>
                    </a:cubicBezTo>
                    <a:cubicBezTo>
                      <a:pt x="1009" y="4388"/>
                      <a:pt x="726" y="3939"/>
                      <a:pt x="630" y="3457"/>
                    </a:cubicBezTo>
                    <a:cubicBezTo>
                      <a:pt x="187" y="1336"/>
                      <a:pt x="2325" y="102"/>
                      <a:pt x="4284" y="102"/>
                    </a:cubicBezTo>
                    <a:cubicBezTo>
                      <a:pt x="4898" y="102"/>
                      <a:pt x="5494" y="223"/>
                      <a:pt x="5987" y="476"/>
                    </a:cubicBezTo>
                    <a:cubicBezTo>
                      <a:pt x="5993" y="479"/>
                      <a:pt x="5999" y="480"/>
                      <a:pt x="6004" y="480"/>
                    </a:cubicBezTo>
                    <a:cubicBezTo>
                      <a:pt x="6033" y="480"/>
                      <a:pt x="6048" y="438"/>
                      <a:pt x="6019" y="420"/>
                    </a:cubicBezTo>
                    <a:cubicBezTo>
                      <a:pt x="5568" y="171"/>
                      <a:pt x="5057" y="46"/>
                      <a:pt x="4547" y="12"/>
                    </a:cubicBezTo>
                    <a:cubicBezTo>
                      <a:pt x="4442" y="4"/>
                      <a:pt x="4334" y="0"/>
                      <a:pt x="42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95" name="Google Shape;395;p37"/>
            <p:cNvSpPr/>
            <p:nvPr/>
          </p:nvSpPr>
          <p:spPr>
            <a:xfrm>
              <a:off x="1537334" y="1031349"/>
              <a:ext cx="887910" cy="881914"/>
            </a:xfrm>
            <a:custGeom>
              <a:rect b="b" l="l" r="r" t="t"/>
              <a:pathLst>
                <a:path extrusionOk="0" h="15003" w="15105">
                  <a:moveTo>
                    <a:pt x="5041" y="1"/>
                  </a:moveTo>
                  <a:cubicBezTo>
                    <a:pt x="4692" y="1"/>
                    <a:pt x="1484" y="2074"/>
                    <a:pt x="1405" y="2487"/>
                  </a:cubicBezTo>
                  <a:cubicBezTo>
                    <a:pt x="1405" y="2487"/>
                    <a:pt x="2716" y="4465"/>
                    <a:pt x="4308" y="6848"/>
                  </a:cubicBezTo>
                  <a:cubicBezTo>
                    <a:pt x="1986" y="8459"/>
                    <a:pt x="74" y="9830"/>
                    <a:pt x="52" y="9940"/>
                  </a:cubicBezTo>
                  <a:cubicBezTo>
                    <a:pt x="0" y="10220"/>
                    <a:pt x="2120" y="13506"/>
                    <a:pt x="2539" y="13587"/>
                  </a:cubicBezTo>
                  <a:cubicBezTo>
                    <a:pt x="2539" y="13587"/>
                    <a:pt x="4512" y="12279"/>
                    <a:pt x="6890" y="10689"/>
                  </a:cubicBezTo>
                  <a:cubicBezTo>
                    <a:pt x="8480" y="13037"/>
                    <a:pt x="9825" y="14980"/>
                    <a:pt x="9935" y="15002"/>
                  </a:cubicBezTo>
                  <a:cubicBezTo>
                    <a:pt x="9938" y="15003"/>
                    <a:pt x="9942" y="15003"/>
                    <a:pt x="9946" y="15003"/>
                  </a:cubicBezTo>
                  <a:cubicBezTo>
                    <a:pt x="10291" y="15003"/>
                    <a:pt x="13516" y="12860"/>
                    <a:pt x="13582" y="12516"/>
                  </a:cubicBezTo>
                  <a:cubicBezTo>
                    <a:pt x="13608" y="12380"/>
                    <a:pt x="12333" y="10416"/>
                    <a:pt x="10762" y="8085"/>
                  </a:cubicBezTo>
                  <a:cubicBezTo>
                    <a:pt x="13100" y="6503"/>
                    <a:pt x="15032" y="5165"/>
                    <a:pt x="15052" y="5056"/>
                  </a:cubicBezTo>
                  <a:cubicBezTo>
                    <a:pt x="15105" y="4778"/>
                    <a:pt x="12916" y="1475"/>
                    <a:pt x="12567" y="1410"/>
                  </a:cubicBezTo>
                  <a:cubicBezTo>
                    <a:pt x="12565" y="1410"/>
                    <a:pt x="12564" y="1410"/>
                    <a:pt x="12562" y="1410"/>
                  </a:cubicBezTo>
                  <a:cubicBezTo>
                    <a:pt x="12392" y="1410"/>
                    <a:pt x="10440" y="2677"/>
                    <a:pt x="8128" y="4235"/>
                  </a:cubicBezTo>
                  <a:cubicBezTo>
                    <a:pt x="6525" y="1923"/>
                    <a:pt x="5162" y="22"/>
                    <a:pt x="5053" y="2"/>
                  </a:cubicBezTo>
                  <a:cubicBezTo>
                    <a:pt x="5050" y="1"/>
                    <a:pt x="5046" y="1"/>
                    <a:pt x="504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6" name="Google Shape;396;p37"/>
          <p:cNvSpPr txBox="1"/>
          <p:nvPr/>
        </p:nvSpPr>
        <p:spPr>
          <a:xfrm>
            <a:off x="1452450" y="1770438"/>
            <a:ext cx="6239100" cy="6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accent4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Classification and care</a:t>
            </a:r>
            <a:endParaRPr sz="11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97" name="Google Shape;397;p37"/>
          <p:cNvSpPr txBox="1"/>
          <p:nvPr>
            <p:ph idx="1" type="subTitle"/>
          </p:nvPr>
        </p:nvSpPr>
        <p:spPr>
          <a:xfrm>
            <a:off x="1875450" y="3763450"/>
            <a:ext cx="7069500" cy="11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Noura Shousha | Esraa Alaa | Manal Anwer </a:t>
            </a:r>
            <a:endParaRPr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Mohamed El-Gazar | Mahmoud El-Gendy</a:t>
            </a:r>
            <a:endParaRPr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Mohamed Abd El-Shafy | </a:t>
            </a:r>
            <a:r>
              <a:rPr b="1" lang="en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Ahmed Gebreel</a:t>
            </a:r>
            <a:r>
              <a:rPr b="1" lang="en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Abd El-Rahman Al-Asfar</a:t>
            </a:r>
            <a:endParaRPr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8"/>
          <p:cNvSpPr txBox="1"/>
          <p:nvPr>
            <p:ph type="title"/>
          </p:nvPr>
        </p:nvSpPr>
        <p:spPr>
          <a:xfrm>
            <a:off x="720000" y="1371634"/>
            <a:ext cx="1275300" cy="59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03" name="Google Shape;403;p38"/>
          <p:cNvSpPr txBox="1"/>
          <p:nvPr>
            <p:ph idx="2" type="title"/>
          </p:nvPr>
        </p:nvSpPr>
        <p:spPr>
          <a:xfrm>
            <a:off x="3403800" y="1371634"/>
            <a:ext cx="1275300" cy="59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2CC74"/>
                </a:solidFill>
              </a:rPr>
              <a:t>02</a:t>
            </a:r>
            <a:endParaRPr>
              <a:solidFill>
                <a:srgbClr val="B2CC74"/>
              </a:solidFill>
            </a:endParaRPr>
          </a:p>
        </p:txBody>
      </p:sp>
      <p:sp>
        <p:nvSpPr>
          <p:cNvPr id="404" name="Google Shape;404;p38"/>
          <p:cNvSpPr txBox="1"/>
          <p:nvPr>
            <p:ph idx="4" type="title"/>
          </p:nvPr>
        </p:nvSpPr>
        <p:spPr>
          <a:xfrm>
            <a:off x="6087600" y="1371634"/>
            <a:ext cx="1275300" cy="59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05" name="Google Shape;405;p38"/>
          <p:cNvSpPr txBox="1"/>
          <p:nvPr>
            <p:ph idx="6" type="title"/>
          </p:nvPr>
        </p:nvSpPr>
        <p:spPr>
          <a:xfrm>
            <a:off x="720000" y="3032050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06" name="Google Shape;406;p38"/>
          <p:cNvSpPr txBox="1"/>
          <p:nvPr>
            <p:ph idx="8" type="title"/>
          </p:nvPr>
        </p:nvSpPr>
        <p:spPr>
          <a:xfrm>
            <a:off x="3403800" y="3032050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2CC74"/>
                </a:solidFill>
              </a:rPr>
              <a:t>05</a:t>
            </a:r>
            <a:endParaRPr>
              <a:solidFill>
                <a:srgbClr val="B2CC74"/>
              </a:solidFill>
            </a:endParaRPr>
          </a:p>
        </p:txBody>
      </p:sp>
      <p:sp>
        <p:nvSpPr>
          <p:cNvPr id="407" name="Google Shape;407;p38"/>
          <p:cNvSpPr txBox="1"/>
          <p:nvPr>
            <p:ph idx="15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</a:t>
            </a:r>
            <a:r>
              <a:rPr lang="en">
                <a:solidFill>
                  <a:schemeClr val="accent4"/>
                </a:solidFill>
              </a:rPr>
              <a:t>CONTENTS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408" name="Google Shape;408;p38"/>
          <p:cNvSpPr txBox="1"/>
          <p:nvPr>
            <p:ph idx="16" type="subTitle"/>
          </p:nvPr>
        </p:nvSpPr>
        <p:spPr>
          <a:xfrm>
            <a:off x="720000" y="1884400"/>
            <a:ext cx="2336400" cy="51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INTRODUCTION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09" name="Google Shape;409;p38"/>
          <p:cNvSpPr txBox="1"/>
          <p:nvPr>
            <p:ph idx="17" type="subTitle"/>
          </p:nvPr>
        </p:nvSpPr>
        <p:spPr>
          <a:xfrm>
            <a:off x="3403800" y="1884400"/>
            <a:ext cx="2336400" cy="51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2CC74"/>
                </a:solidFill>
              </a:rPr>
              <a:t>PROBLEM</a:t>
            </a:r>
            <a:endParaRPr>
              <a:solidFill>
                <a:srgbClr val="B2CC74"/>
              </a:solidFill>
            </a:endParaRPr>
          </a:p>
        </p:txBody>
      </p:sp>
      <p:sp>
        <p:nvSpPr>
          <p:cNvPr id="410" name="Google Shape;410;p38"/>
          <p:cNvSpPr txBox="1"/>
          <p:nvPr>
            <p:ph idx="18" type="subTitle"/>
          </p:nvPr>
        </p:nvSpPr>
        <p:spPr>
          <a:xfrm>
            <a:off x="6087600" y="1884400"/>
            <a:ext cx="2336400" cy="51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SOLUTION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11" name="Google Shape;411;p38"/>
          <p:cNvSpPr txBox="1"/>
          <p:nvPr>
            <p:ph idx="19" type="subTitle"/>
          </p:nvPr>
        </p:nvSpPr>
        <p:spPr>
          <a:xfrm>
            <a:off x="715100" y="3544950"/>
            <a:ext cx="2336400" cy="51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RESULTS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12" name="Google Shape;412;p38"/>
          <p:cNvSpPr txBox="1"/>
          <p:nvPr>
            <p:ph idx="20" type="subTitle"/>
          </p:nvPr>
        </p:nvSpPr>
        <p:spPr>
          <a:xfrm>
            <a:off x="3403800" y="3544950"/>
            <a:ext cx="2336400" cy="51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</a:rPr>
              <a:t>CONCLUSIONS</a:t>
            </a:r>
            <a:endParaRPr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7" name="Google Shape;417;p39"/>
          <p:cNvGrpSpPr/>
          <p:nvPr/>
        </p:nvGrpSpPr>
        <p:grpSpPr>
          <a:xfrm>
            <a:off x="292560" y="4324085"/>
            <a:ext cx="519812" cy="568830"/>
            <a:chOff x="277185" y="4387060"/>
            <a:chExt cx="519812" cy="568830"/>
          </a:xfrm>
        </p:grpSpPr>
        <p:grpSp>
          <p:nvGrpSpPr>
            <p:cNvPr id="418" name="Google Shape;418;p39"/>
            <p:cNvGrpSpPr/>
            <p:nvPr/>
          </p:nvGrpSpPr>
          <p:grpSpPr>
            <a:xfrm>
              <a:off x="277185" y="4387060"/>
              <a:ext cx="519812" cy="442886"/>
              <a:chOff x="523060" y="2768285"/>
              <a:chExt cx="519812" cy="442886"/>
            </a:xfrm>
          </p:grpSpPr>
          <p:grpSp>
            <p:nvGrpSpPr>
              <p:cNvPr id="419" name="Google Shape;419;p39"/>
              <p:cNvGrpSpPr/>
              <p:nvPr/>
            </p:nvGrpSpPr>
            <p:grpSpPr>
              <a:xfrm rot="-2562586">
                <a:off x="576654" y="2883813"/>
                <a:ext cx="159752" cy="220488"/>
                <a:chOff x="2916600" y="-617325"/>
                <a:chExt cx="184250" cy="254300"/>
              </a:xfrm>
            </p:grpSpPr>
            <p:sp>
              <p:nvSpPr>
                <p:cNvPr id="420" name="Google Shape;420;p39"/>
                <p:cNvSpPr/>
                <p:nvPr/>
              </p:nvSpPr>
              <p:spPr>
                <a:xfrm>
                  <a:off x="2916600" y="-617325"/>
                  <a:ext cx="184250" cy="254300"/>
                </a:xfrm>
                <a:custGeom>
                  <a:rect b="b" l="l" r="r" t="t"/>
                  <a:pathLst>
                    <a:path extrusionOk="0" h="10172" w="7370">
                      <a:moveTo>
                        <a:pt x="3449" y="1"/>
                      </a:moveTo>
                      <a:cubicBezTo>
                        <a:pt x="1" y="1"/>
                        <a:pt x="1027" y="10171"/>
                        <a:pt x="1490" y="10171"/>
                      </a:cubicBezTo>
                      <a:cubicBezTo>
                        <a:pt x="1502" y="10171"/>
                        <a:pt x="1514" y="10165"/>
                        <a:pt x="1525" y="10150"/>
                      </a:cubicBezTo>
                      <a:cubicBezTo>
                        <a:pt x="2090" y="9433"/>
                        <a:pt x="7370" y="362"/>
                        <a:pt x="3622" y="9"/>
                      </a:cubicBezTo>
                      <a:cubicBezTo>
                        <a:pt x="3563" y="3"/>
                        <a:pt x="3505" y="1"/>
                        <a:pt x="3449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1" name="Google Shape;421;p39"/>
                <p:cNvSpPr/>
                <p:nvPr/>
              </p:nvSpPr>
              <p:spPr>
                <a:xfrm>
                  <a:off x="2965150" y="-602650"/>
                  <a:ext cx="62000" cy="205775"/>
                </a:xfrm>
                <a:custGeom>
                  <a:rect b="b" l="l" r="r" t="t"/>
                  <a:pathLst>
                    <a:path extrusionOk="0" h="8231" w="2480">
                      <a:moveTo>
                        <a:pt x="2233" y="1"/>
                      </a:moveTo>
                      <a:cubicBezTo>
                        <a:pt x="2233" y="1"/>
                        <a:pt x="2223" y="134"/>
                        <a:pt x="2208" y="369"/>
                      </a:cubicBezTo>
                      <a:cubicBezTo>
                        <a:pt x="2185" y="601"/>
                        <a:pt x="2196" y="945"/>
                        <a:pt x="2131" y="1334"/>
                      </a:cubicBezTo>
                      <a:cubicBezTo>
                        <a:pt x="2105" y="1530"/>
                        <a:pt x="2077" y="1742"/>
                        <a:pt x="2047" y="1965"/>
                      </a:cubicBezTo>
                      <a:cubicBezTo>
                        <a:pt x="2020" y="2190"/>
                        <a:pt x="1954" y="2424"/>
                        <a:pt x="1914" y="2669"/>
                      </a:cubicBezTo>
                      <a:cubicBezTo>
                        <a:pt x="1865" y="2912"/>
                        <a:pt x="1826" y="3166"/>
                        <a:pt x="1752" y="3416"/>
                      </a:cubicBezTo>
                      <a:cubicBezTo>
                        <a:pt x="1685" y="3669"/>
                        <a:pt x="1617" y="3926"/>
                        <a:pt x="1550" y="4182"/>
                      </a:cubicBezTo>
                      <a:cubicBezTo>
                        <a:pt x="1389" y="4687"/>
                        <a:pt x="1251" y="5202"/>
                        <a:pt x="1061" y="5663"/>
                      </a:cubicBezTo>
                      <a:cubicBezTo>
                        <a:pt x="974" y="5896"/>
                        <a:pt x="890" y="6121"/>
                        <a:pt x="811" y="6336"/>
                      </a:cubicBezTo>
                      <a:cubicBezTo>
                        <a:pt x="721" y="6546"/>
                        <a:pt x="636" y="6745"/>
                        <a:pt x="557" y="6928"/>
                      </a:cubicBezTo>
                      <a:cubicBezTo>
                        <a:pt x="409" y="7299"/>
                        <a:pt x="253" y="7594"/>
                        <a:pt x="156" y="7806"/>
                      </a:cubicBezTo>
                      <a:cubicBezTo>
                        <a:pt x="56" y="8018"/>
                        <a:pt x="0" y="8138"/>
                        <a:pt x="0" y="8138"/>
                      </a:cubicBezTo>
                      <a:lnTo>
                        <a:pt x="159" y="8230"/>
                      </a:lnTo>
                      <a:cubicBezTo>
                        <a:pt x="159" y="8230"/>
                        <a:pt x="230" y="8115"/>
                        <a:pt x="351" y="7912"/>
                      </a:cubicBezTo>
                      <a:cubicBezTo>
                        <a:pt x="466" y="7705"/>
                        <a:pt x="659" y="7424"/>
                        <a:pt x="828" y="7056"/>
                      </a:cubicBezTo>
                      <a:cubicBezTo>
                        <a:pt x="1009" y="6692"/>
                        <a:pt x="1219" y="6267"/>
                        <a:pt x="1399" y="5792"/>
                      </a:cubicBezTo>
                      <a:cubicBezTo>
                        <a:pt x="1601" y="5325"/>
                        <a:pt x="1750" y="4803"/>
                        <a:pt x="1923" y="4290"/>
                      </a:cubicBezTo>
                      <a:cubicBezTo>
                        <a:pt x="2050" y="3762"/>
                        <a:pt x="2199" y="3239"/>
                        <a:pt x="2270" y="2735"/>
                      </a:cubicBezTo>
                      <a:cubicBezTo>
                        <a:pt x="2311" y="2483"/>
                        <a:pt x="2364" y="2244"/>
                        <a:pt x="2379" y="2008"/>
                      </a:cubicBezTo>
                      <a:cubicBezTo>
                        <a:pt x="2397" y="1774"/>
                        <a:pt x="2414" y="1552"/>
                        <a:pt x="2430" y="1348"/>
                      </a:cubicBezTo>
                      <a:cubicBezTo>
                        <a:pt x="2479" y="938"/>
                        <a:pt x="2426" y="608"/>
                        <a:pt x="2431" y="372"/>
                      </a:cubicBezTo>
                      <a:cubicBezTo>
                        <a:pt x="2421" y="137"/>
                        <a:pt x="2416" y="3"/>
                        <a:pt x="2416" y="3"/>
                      </a:cubicBezTo>
                      <a:lnTo>
                        <a:pt x="2233" y="1"/>
                      </a:lnTo>
                      <a:close/>
                    </a:path>
                  </a:pathLst>
                </a:custGeom>
                <a:solidFill>
                  <a:srgbClr val="3C354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22" name="Google Shape;422;p39"/>
              <p:cNvGrpSpPr/>
              <p:nvPr/>
            </p:nvGrpSpPr>
            <p:grpSpPr>
              <a:xfrm rot="-834866">
                <a:off x="701010" y="2774338"/>
                <a:ext cx="88547" cy="313067"/>
                <a:chOff x="1825350" y="-685725"/>
                <a:chExt cx="102125" cy="361075"/>
              </a:xfrm>
            </p:grpSpPr>
            <p:sp>
              <p:nvSpPr>
                <p:cNvPr id="423" name="Google Shape;423;p39"/>
                <p:cNvSpPr/>
                <p:nvPr/>
              </p:nvSpPr>
              <p:spPr>
                <a:xfrm>
                  <a:off x="1825350" y="-685725"/>
                  <a:ext cx="102125" cy="361075"/>
                </a:xfrm>
                <a:custGeom>
                  <a:rect b="b" l="l" r="r" t="t"/>
                  <a:pathLst>
                    <a:path extrusionOk="0" h="14443" w="4085">
                      <a:moveTo>
                        <a:pt x="352" y="0"/>
                      </a:moveTo>
                      <a:cubicBezTo>
                        <a:pt x="350" y="0"/>
                        <a:pt x="348" y="0"/>
                        <a:pt x="346" y="1"/>
                      </a:cubicBezTo>
                      <a:cubicBezTo>
                        <a:pt x="1" y="49"/>
                        <a:pt x="1684" y="4346"/>
                        <a:pt x="1967" y="7674"/>
                      </a:cubicBezTo>
                      <a:cubicBezTo>
                        <a:pt x="2250" y="10993"/>
                        <a:pt x="556" y="14442"/>
                        <a:pt x="826" y="14442"/>
                      </a:cubicBezTo>
                      <a:cubicBezTo>
                        <a:pt x="826" y="14442"/>
                        <a:pt x="827" y="14442"/>
                        <a:pt x="828" y="14442"/>
                      </a:cubicBezTo>
                      <a:cubicBezTo>
                        <a:pt x="1106" y="14426"/>
                        <a:pt x="4013" y="10965"/>
                        <a:pt x="4049" y="7421"/>
                      </a:cubicBezTo>
                      <a:cubicBezTo>
                        <a:pt x="4084" y="3898"/>
                        <a:pt x="715" y="0"/>
                        <a:pt x="35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4" name="Google Shape;424;p39"/>
                <p:cNvSpPr/>
                <p:nvPr/>
              </p:nvSpPr>
              <p:spPr>
                <a:xfrm>
                  <a:off x="1875075" y="-548750"/>
                  <a:ext cx="11550" cy="112475"/>
                </a:xfrm>
                <a:custGeom>
                  <a:rect b="b" l="l" r="r" t="t"/>
                  <a:pathLst>
                    <a:path extrusionOk="0" h="4499" w="462">
                      <a:moveTo>
                        <a:pt x="101" y="1"/>
                      </a:moveTo>
                      <a:lnTo>
                        <a:pt x="1" y="24"/>
                      </a:lnTo>
                      <a:cubicBezTo>
                        <a:pt x="1" y="24"/>
                        <a:pt x="13" y="94"/>
                        <a:pt x="35" y="215"/>
                      </a:cubicBezTo>
                      <a:cubicBezTo>
                        <a:pt x="55" y="337"/>
                        <a:pt x="99" y="510"/>
                        <a:pt x="122" y="717"/>
                      </a:cubicBezTo>
                      <a:cubicBezTo>
                        <a:pt x="136" y="820"/>
                        <a:pt x="151" y="932"/>
                        <a:pt x="168" y="1051"/>
                      </a:cubicBezTo>
                      <a:cubicBezTo>
                        <a:pt x="186" y="1168"/>
                        <a:pt x="187" y="1296"/>
                        <a:pt x="202" y="1426"/>
                      </a:cubicBezTo>
                      <a:cubicBezTo>
                        <a:pt x="233" y="1686"/>
                        <a:pt x="232" y="1966"/>
                        <a:pt x="244" y="2244"/>
                      </a:cubicBezTo>
                      <a:cubicBezTo>
                        <a:pt x="243" y="2524"/>
                        <a:pt x="250" y="2804"/>
                        <a:pt x="233" y="3066"/>
                      </a:cubicBezTo>
                      <a:cubicBezTo>
                        <a:pt x="225" y="3328"/>
                        <a:pt x="210" y="3573"/>
                        <a:pt x="195" y="3784"/>
                      </a:cubicBezTo>
                      <a:cubicBezTo>
                        <a:pt x="165" y="4205"/>
                        <a:pt x="145" y="4485"/>
                        <a:pt x="145" y="4485"/>
                      </a:cubicBezTo>
                      <a:lnTo>
                        <a:pt x="246" y="4499"/>
                      </a:lnTo>
                      <a:cubicBezTo>
                        <a:pt x="246" y="4499"/>
                        <a:pt x="259" y="4429"/>
                        <a:pt x="281" y="4308"/>
                      </a:cubicBezTo>
                      <a:cubicBezTo>
                        <a:pt x="299" y="4185"/>
                        <a:pt x="340" y="4012"/>
                        <a:pt x="362" y="3800"/>
                      </a:cubicBezTo>
                      <a:cubicBezTo>
                        <a:pt x="386" y="3589"/>
                        <a:pt x="422" y="3343"/>
                        <a:pt x="435" y="3077"/>
                      </a:cubicBezTo>
                      <a:cubicBezTo>
                        <a:pt x="457" y="2811"/>
                        <a:pt x="455" y="2526"/>
                        <a:pt x="462" y="2241"/>
                      </a:cubicBezTo>
                      <a:cubicBezTo>
                        <a:pt x="446" y="1956"/>
                        <a:pt x="440" y="1672"/>
                        <a:pt x="404" y="1406"/>
                      </a:cubicBezTo>
                      <a:cubicBezTo>
                        <a:pt x="388" y="1274"/>
                        <a:pt x="379" y="1145"/>
                        <a:pt x="353" y="1024"/>
                      </a:cubicBezTo>
                      <a:cubicBezTo>
                        <a:pt x="329" y="902"/>
                        <a:pt x="307" y="789"/>
                        <a:pt x="286" y="682"/>
                      </a:cubicBezTo>
                      <a:cubicBezTo>
                        <a:pt x="251" y="470"/>
                        <a:pt x="186" y="307"/>
                        <a:pt x="157" y="187"/>
                      </a:cubicBezTo>
                      <a:cubicBezTo>
                        <a:pt x="121" y="68"/>
                        <a:pt x="101" y="1"/>
                        <a:pt x="10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25" name="Google Shape;425;p39"/>
              <p:cNvGrpSpPr/>
              <p:nvPr/>
            </p:nvGrpSpPr>
            <p:grpSpPr>
              <a:xfrm rot="2700000">
                <a:off x="816600" y="2909445"/>
                <a:ext cx="156593" cy="261946"/>
                <a:chOff x="2258725" y="-1293450"/>
                <a:chExt cx="211475" cy="353750"/>
              </a:xfrm>
            </p:grpSpPr>
            <p:sp>
              <p:nvSpPr>
                <p:cNvPr id="426" name="Google Shape;426;p39"/>
                <p:cNvSpPr/>
                <p:nvPr/>
              </p:nvSpPr>
              <p:spPr>
                <a:xfrm>
                  <a:off x="2258725" y="-1293450"/>
                  <a:ext cx="211475" cy="353750"/>
                </a:xfrm>
                <a:custGeom>
                  <a:rect b="b" l="l" r="r" t="t"/>
                  <a:pathLst>
                    <a:path extrusionOk="0" h="14150" w="8459">
                      <a:moveTo>
                        <a:pt x="4028" y="1"/>
                      </a:moveTo>
                      <a:cubicBezTo>
                        <a:pt x="3369" y="1"/>
                        <a:pt x="109" y="1940"/>
                        <a:pt x="57" y="2371"/>
                      </a:cubicBezTo>
                      <a:cubicBezTo>
                        <a:pt x="1" y="2830"/>
                        <a:pt x="3632" y="6667"/>
                        <a:pt x="3604" y="6896"/>
                      </a:cubicBezTo>
                      <a:cubicBezTo>
                        <a:pt x="3596" y="6965"/>
                        <a:pt x="3334" y="6978"/>
                        <a:pt x="2972" y="6978"/>
                      </a:cubicBezTo>
                      <a:cubicBezTo>
                        <a:pt x="2752" y="6978"/>
                        <a:pt x="2495" y="6974"/>
                        <a:pt x="2236" y="6974"/>
                      </a:cubicBezTo>
                      <a:cubicBezTo>
                        <a:pt x="1514" y="6974"/>
                        <a:pt x="776" y="7011"/>
                        <a:pt x="767" y="7297"/>
                      </a:cubicBezTo>
                      <a:cubicBezTo>
                        <a:pt x="749" y="7841"/>
                        <a:pt x="5577" y="14150"/>
                        <a:pt x="6158" y="14150"/>
                      </a:cubicBezTo>
                      <a:cubicBezTo>
                        <a:pt x="6171" y="14150"/>
                        <a:pt x="6182" y="14147"/>
                        <a:pt x="6191" y="14140"/>
                      </a:cubicBezTo>
                      <a:cubicBezTo>
                        <a:pt x="6570" y="13857"/>
                        <a:pt x="4923" y="9848"/>
                        <a:pt x="5036" y="9675"/>
                      </a:cubicBezTo>
                      <a:cubicBezTo>
                        <a:pt x="5151" y="9502"/>
                        <a:pt x="8024" y="8827"/>
                        <a:pt x="8241" y="8574"/>
                      </a:cubicBezTo>
                      <a:cubicBezTo>
                        <a:pt x="8458" y="8321"/>
                        <a:pt x="4450" y="297"/>
                        <a:pt x="4120" y="24"/>
                      </a:cubicBezTo>
                      <a:cubicBezTo>
                        <a:pt x="4100" y="8"/>
                        <a:pt x="4069" y="1"/>
                        <a:pt x="4028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7" name="Google Shape;427;p39"/>
                <p:cNvSpPr/>
                <p:nvPr/>
              </p:nvSpPr>
              <p:spPr>
                <a:xfrm>
                  <a:off x="2372450" y="-1049725"/>
                  <a:ext cx="28650" cy="83150"/>
                </a:xfrm>
                <a:custGeom>
                  <a:rect b="b" l="l" r="r" t="t"/>
                  <a:pathLst>
                    <a:path extrusionOk="0" h="3326" w="1146">
                      <a:moveTo>
                        <a:pt x="115" y="0"/>
                      </a:moveTo>
                      <a:lnTo>
                        <a:pt x="0" y="39"/>
                      </a:lnTo>
                      <a:cubicBezTo>
                        <a:pt x="0" y="39"/>
                        <a:pt x="49" y="251"/>
                        <a:pt x="136" y="561"/>
                      </a:cubicBezTo>
                      <a:cubicBezTo>
                        <a:pt x="183" y="715"/>
                        <a:pt x="231" y="897"/>
                        <a:pt x="293" y="1088"/>
                      </a:cubicBezTo>
                      <a:cubicBezTo>
                        <a:pt x="355" y="1279"/>
                        <a:pt x="421" y="1484"/>
                        <a:pt x="486" y="1687"/>
                      </a:cubicBezTo>
                      <a:cubicBezTo>
                        <a:pt x="610" y="2101"/>
                        <a:pt x="734" y="2513"/>
                        <a:pt x="843" y="2819"/>
                      </a:cubicBezTo>
                      <a:cubicBezTo>
                        <a:pt x="947" y="3124"/>
                        <a:pt x="1029" y="3325"/>
                        <a:pt x="1029" y="3325"/>
                      </a:cubicBezTo>
                      <a:lnTo>
                        <a:pt x="1146" y="3293"/>
                      </a:lnTo>
                      <a:cubicBezTo>
                        <a:pt x="1146" y="3293"/>
                        <a:pt x="1107" y="3080"/>
                        <a:pt x="1034" y="2765"/>
                      </a:cubicBezTo>
                      <a:cubicBezTo>
                        <a:pt x="963" y="2448"/>
                        <a:pt x="850" y="2033"/>
                        <a:pt x="734" y="1617"/>
                      </a:cubicBezTo>
                      <a:cubicBezTo>
                        <a:pt x="663" y="1413"/>
                        <a:pt x="590" y="1209"/>
                        <a:pt x="522" y="1017"/>
                      </a:cubicBezTo>
                      <a:cubicBezTo>
                        <a:pt x="455" y="826"/>
                        <a:pt x="383" y="651"/>
                        <a:pt x="325" y="500"/>
                      </a:cubicBezTo>
                      <a:cubicBezTo>
                        <a:pt x="205" y="198"/>
                        <a:pt x="115" y="0"/>
                        <a:pt x="115" y="0"/>
                      </a:cubicBezTo>
                      <a:close/>
                    </a:path>
                  </a:pathLst>
                </a:custGeom>
                <a:solidFill>
                  <a:srgbClr val="3C354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8" name="Google Shape;428;p39"/>
                <p:cNvSpPr/>
                <p:nvPr/>
              </p:nvSpPr>
              <p:spPr>
                <a:xfrm>
                  <a:off x="2383825" y="-1076500"/>
                  <a:ext cx="46450" cy="19125"/>
                </a:xfrm>
                <a:custGeom>
                  <a:rect b="b" l="l" r="r" t="t"/>
                  <a:pathLst>
                    <a:path extrusionOk="0" h="765" w="1858">
                      <a:moveTo>
                        <a:pt x="1816" y="1"/>
                      </a:moveTo>
                      <a:cubicBezTo>
                        <a:pt x="1816" y="1"/>
                        <a:pt x="1696" y="21"/>
                        <a:pt x="1519" y="66"/>
                      </a:cubicBezTo>
                      <a:cubicBezTo>
                        <a:pt x="1343" y="109"/>
                        <a:pt x="1114" y="184"/>
                        <a:pt x="885" y="261"/>
                      </a:cubicBezTo>
                      <a:cubicBezTo>
                        <a:pt x="773" y="305"/>
                        <a:pt x="661" y="348"/>
                        <a:pt x="555" y="389"/>
                      </a:cubicBezTo>
                      <a:cubicBezTo>
                        <a:pt x="450" y="429"/>
                        <a:pt x="354" y="477"/>
                        <a:pt x="272" y="512"/>
                      </a:cubicBezTo>
                      <a:cubicBezTo>
                        <a:pt x="107" y="589"/>
                        <a:pt x="1" y="650"/>
                        <a:pt x="1" y="650"/>
                      </a:cubicBezTo>
                      <a:lnTo>
                        <a:pt x="41" y="765"/>
                      </a:lnTo>
                      <a:cubicBezTo>
                        <a:pt x="41" y="765"/>
                        <a:pt x="162" y="745"/>
                        <a:pt x="338" y="699"/>
                      </a:cubicBezTo>
                      <a:cubicBezTo>
                        <a:pt x="425" y="674"/>
                        <a:pt x="528" y="650"/>
                        <a:pt x="636" y="615"/>
                      </a:cubicBezTo>
                      <a:cubicBezTo>
                        <a:pt x="743" y="580"/>
                        <a:pt x="858" y="542"/>
                        <a:pt x="973" y="505"/>
                      </a:cubicBezTo>
                      <a:cubicBezTo>
                        <a:pt x="1198" y="419"/>
                        <a:pt x="1422" y="332"/>
                        <a:pt x="1586" y="254"/>
                      </a:cubicBezTo>
                      <a:cubicBezTo>
                        <a:pt x="1752" y="177"/>
                        <a:pt x="1857" y="116"/>
                        <a:pt x="1857" y="116"/>
                      </a:cubicBezTo>
                      <a:lnTo>
                        <a:pt x="1816" y="1"/>
                      </a:lnTo>
                      <a:close/>
                    </a:path>
                  </a:pathLst>
                </a:custGeom>
                <a:solidFill>
                  <a:srgbClr val="3C354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29" name="Google Shape;429;p39"/>
              <p:cNvSpPr/>
              <p:nvPr/>
            </p:nvSpPr>
            <p:spPr>
              <a:xfrm>
                <a:off x="562407" y="3129238"/>
                <a:ext cx="69748" cy="42951"/>
              </a:xfrm>
              <a:custGeom>
                <a:rect b="b" l="l" r="r" t="t"/>
                <a:pathLst>
                  <a:path extrusionOk="0" h="1699" w="2759">
                    <a:moveTo>
                      <a:pt x="1306" y="0"/>
                    </a:moveTo>
                    <a:cubicBezTo>
                      <a:pt x="1110" y="0"/>
                      <a:pt x="909" y="62"/>
                      <a:pt x="723" y="209"/>
                    </a:cubicBezTo>
                    <a:cubicBezTo>
                      <a:pt x="1" y="777"/>
                      <a:pt x="995" y="1699"/>
                      <a:pt x="1751" y="1699"/>
                    </a:cubicBezTo>
                    <a:cubicBezTo>
                      <a:pt x="1946" y="1699"/>
                      <a:pt x="2125" y="1638"/>
                      <a:pt x="2255" y="1493"/>
                    </a:cubicBezTo>
                    <a:cubicBezTo>
                      <a:pt x="2758" y="933"/>
                      <a:pt x="2067" y="0"/>
                      <a:pt x="130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" name="Google Shape;430;p39"/>
              <p:cNvSpPr/>
              <p:nvPr/>
            </p:nvSpPr>
            <p:spPr>
              <a:xfrm>
                <a:off x="854556" y="3159877"/>
                <a:ext cx="50434" cy="51293"/>
              </a:xfrm>
              <a:custGeom>
                <a:rect b="b" l="l" r="r" t="t"/>
                <a:pathLst>
                  <a:path extrusionOk="0" h="2029" w="1995">
                    <a:moveTo>
                      <a:pt x="926" y="0"/>
                    </a:moveTo>
                    <a:cubicBezTo>
                      <a:pt x="860" y="0"/>
                      <a:pt x="790" y="11"/>
                      <a:pt x="716" y="34"/>
                    </a:cubicBezTo>
                    <a:cubicBezTo>
                      <a:pt x="0" y="255"/>
                      <a:pt x="108" y="2029"/>
                      <a:pt x="948" y="2029"/>
                    </a:cubicBezTo>
                    <a:cubicBezTo>
                      <a:pt x="994" y="2029"/>
                      <a:pt x="1042" y="2024"/>
                      <a:pt x="1093" y="2012"/>
                    </a:cubicBezTo>
                    <a:cubicBezTo>
                      <a:pt x="1994" y="1812"/>
                      <a:pt x="1791" y="0"/>
                      <a:pt x="92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39"/>
              <p:cNvSpPr/>
              <p:nvPr/>
            </p:nvSpPr>
            <p:spPr>
              <a:xfrm rot="2945411">
                <a:off x="825805" y="2869074"/>
                <a:ext cx="50433" cy="51296"/>
              </a:xfrm>
              <a:custGeom>
                <a:rect b="b" l="l" r="r" t="t"/>
                <a:pathLst>
                  <a:path extrusionOk="0" h="2029" w="1995">
                    <a:moveTo>
                      <a:pt x="926" y="0"/>
                    </a:moveTo>
                    <a:cubicBezTo>
                      <a:pt x="860" y="0"/>
                      <a:pt x="790" y="11"/>
                      <a:pt x="716" y="34"/>
                    </a:cubicBezTo>
                    <a:cubicBezTo>
                      <a:pt x="0" y="255"/>
                      <a:pt x="108" y="2029"/>
                      <a:pt x="948" y="2029"/>
                    </a:cubicBezTo>
                    <a:cubicBezTo>
                      <a:pt x="994" y="2029"/>
                      <a:pt x="1042" y="2024"/>
                      <a:pt x="1093" y="2012"/>
                    </a:cubicBezTo>
                    <a:cubicBezTo>
                      <a:pt x="1994" y="1812"/>
                      <a:pt x="1791" y="0"/>
                      <a:pt x="92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32" name="Google Shape;432;p39"/>
            <p:cNvSpPr/>
            <p:nvPr/>
          </p:nvSpPr>
          <p:spPr>
            <a:xfrm rot="4916648">
              <a:off x="379910" y="4776145"/>
              <a:ext cx="173478" cy="164667"/>
            </a:xfrm>
            <a:custGeom>
              <a:rect b="b" l="l" r="r" t="t"/>
              <a:pathLst>
                <a:path extrusionOk="0" h="9430" w="9933">
                  <a:moveTo>
                    <a:pt x="8342" y="4852"/>
                  </a:moveTo>
                  <a:lnTo>
                    <a:pt x="8342" y="4853"/>
                  </a:lnTo>
                  <a:lnTo>
                    <a:pt x="8342" y="4853"/>
                  </a:lnTo>
                  <a:lnTo>
                    <a:pt x="8342" y="4853"/>
                  </a:lnTo>
                  <a:cubicBezTo>
                    <a:pt x="8342" y="4853"/>
                    <a:pt x="8342" y="4852"/>
                    <a:pt x="8342" y="4852"/>
                  </a:cubicBezTo>
                  <a:close/>
                  <a:moveTo>
                    <a:pt x="2797" y="6438"/>
                  </a:moveTo>
                  <a:cubicBezTo>
                    <a:pt x="2797" y="6441"/>
                    <a:pt x="2797" y="6443"/>
                    <a:pt x="2797" y="6443"/>
                  </a:cubicBezTo>
                  <a:cubicBezTo>
                    <a:pt x="2797" y="6443"/>
                    <a:pt x="2797" y="6443"/>
                    <a:pt x="2797" y="6442"/>
                  </a:cubicBezTo>
                  <a:lnTo>
                    <a:pt x="2797" y="6438"/>
                  </a:lnTo>
                  <a:close/>
                  <a:moveTo>
                    <a:pt x="4291" y="0"/>
                  </a:moveTo>
                  <a:cubicBezTo>
                    <a:pt x="2927" y="0"/>
                    <a:pt x="1798" y="452"/>
                    <a:pt x="1122" y="954"/>
                  </a:cubicBezTo>
                  <a:cubicBezTo>
                    <a:pt x="730" y="1225"/>
                    <a:pt x="478" y="1536"/>
                    <a:pt x="308" y="1742"/>
                  </a:cubicBezTo>
                  <a:cubicBezTo>
                    <a:pt x="178" y="1931"/>
                    <a:pt x="108" y="2032"/>
                    <a:pt x="108" y="2032"/>
                  </a:cubicBezTo>
                  <a:cubicBezTo>
                    <a:pt x="1" y="2188"/>
                    <a:pt x="22" y="2403"/>
                    <a:pt x="166" y="2532"/>
                  </a:cubicBezTo>
                  <a:cubicBezTo>
                    <a:pt x="239" y="2598"/>
                    <a:pt x="331" y="2630"/>
                    <a:pt x="422" y="2630"/>
                  </a:cubicBezTo>
                  <a:cubicBezTo>
                    <a:pt x="526" y="2630"/>
                    <a:pt x="630" y="2588"/>
                    <a:pt x="705" y="2505"/>
                  </a:cubicBezTo>
                  <a:cubicBezTo>
                    <a:pt x="705" y="2505"/>
                    <a:pt x="788" y="2414"/>
                    <a:pt x="942" y="2243"/>
                  </a:cubicBezTo>
                  <a:cubicBezTo>
                    <a:pt x="1085" y="2114"/>
                    <a:pt x="1296" y="1921"/>
                    <a:pt x="1632" y="1730"/>
                  </a:cubicBezTo>
                  <a:cubicBezTo>
                    <a:pt x="1958" y="1541"/>
                    <a:pt x="2392" y="1366"/>
                    <a:pt x="2919" y="1272"/>
                  </a:cubicBezTo>
                  <a:cubicBezTo>
                    <a:pt x="3189" y="1226"/>
                    <a:pt x="3483" y="1201"/>
                    <a:pt x="3793" y="1201"/>
                  </a:cubicBezTo>
                  <a:cubicBezTo>
                    <a:pt x="4089" y="1201"/>
                    <a:pt x="4399" y="1224"/>
                    <a:pt x="4719" y="1272"/>
                  </a:cubicBezTo>
                  <a:cubicBezTo>
                    <a:pt x="5373" y="1379"/>
                    <a:pt x="6071" y="1601"/>
                    <a:pt x="6706" y="1974"/>
                  </a:cubicBezTo>
                  <a:cubicBezTo>
                    <a:pt x="7340" y="2343"/>
                    <a:pt x="7902" y="2884"/>
                    <a:pt x="8179" y="3532"/>
                  </a:cubicBezTo>
                  <a:cubicBezTo>
                    <a:pt x="8317" y="3855"/>
                    <a:pt x="8382" y="4205"/>
                    <a:pt x="8366" y="4567"/>
                  </a:cubicBezTo>
                  <a:cubicBezTo>
                    <a:pt x="8364" y="4657"/>
                    <a:pt x="8346" y="4750"/>
                    <a:pt x="8339" y="4840"/>
                  </a:cubicBezTo>
                  <a:lnTo>
                    <a:pt x="8335" y="4875"/>
                  </a:lnTo>
                  <a:lnTo>
                    <a:pt x="8335" y="4880"/>
                  </a:lnTo>
                  <a:lnTo>
                    <a:pt x="8321" y="4940"/>
                  </a:lnTo>
                  <a:lnTo>
                    <a:pt x="8280" y="5115"/>
                  </a:lnTo>
                  <a:lnTo>
                    <a:pt x="8199" y="5466"/>
                  </a:lnTo>
                  <a:cubicBezTo>
                    <a:pt x="8172" y="5582"/>
                    <a:pt x="8149" y="5710"/>
                    <a:pt x="8106" y="5778"/>
                  </a:cubicBezTo>
                  <a:cubicBezTo>
                    <a:pt x="8023" y="5942"/>
                    <a:pt x="7976" y="6113"/>
                    <a:pt x="7884" y="6278"/>
                  </a:cubicBezTo>
                  <a:cubicBezTo>
                    <a:pt x="7771" y="6436"/>
                    <a:pt x="7686" y="6617"/>
                    <a:pt x="7560" y="6761"/>
                  </a:cubicBezTo>
                  <a:cubicBezTo>
                    <a:pt x="7308" y="7048"/>
                    <a:pt x="7025" y="7307"/>
                    <a:pt x="6680" y="7473"/>
                  </a:cubicBezTo>
                  <a:cubicBezTo>
                    <a:pt x="6240" y="7707"/>
                    <a:pt x="5721" y="7835"/>
                    <a:pt x="5204" y="7835"/>
                  </a:cubicBezTo>
                  <a:cubicBezTo>
                    <a:pt x="4937" y="7835"/>
                    <a:pt x="4670" y="7800"/>
                    <a:pt x="4414" y="7729"/>
                  </a:cubicBezTo>
                  <a:lnTo>
                    <a:pt x="4137" y="7651"/>
                  </a:lnTo>
                  <a:cubicBezTo>
                    <a:pt x="4046" y="7621"/>
                    <a:pt x="3966" y="7573"/>
                    <a:pt x="3880" y="7539"/>
                  </a:cubicBezTo>
                  <a:cubicBezTo>
                    <a:pt x="3697" y="7477"/>
                    <a:pt x="3564" y="7361"/>
                    <a:pt x="3410" y="7269"/>
                  </a:cubicBezTo>
                  <a:cubicBezTo>
                    <a:pt x="3154" y="7048"/>
                    <a:pt x="2913" y="6809"/>
                    <a:pt x="2842" y="6522"/>
                  </a:cubicBezTo>
                  <a:lnTo>
                    <a:pt x="2797" y="6420"/>
                  </a:lnTo>
                  <a:lnTo>
                    <a:pt x="2792" y="6408"/>
                  </a:lnTo>
                  <a:cubicBezTo>
                    <a:pt x="2790" y="6400"/>
                    <a:pt x="2790" y="6397"/>
                    <a:pt x="2789" y="6397"/>
                  </a:cubicBezTo>
                  <a:lnTo>
                    <a:pt x="2789" y="6397"/>
                  </a:lnTo>
                  <a:cubicBezTo>
                    <a:pt x="2789" y="6397"/>
                    <a:pt x="2790" y="6399"/>
                    <a:pt x="2790" y="6403"/>
                  </a:cubicBezTo>
                  <a:lnTo>
                    <a:pt x="2790" y="6403"/>
                  </a:lnTo>
                  <a:lnTo>
                    <a:pt x="2788" y="6388"/>
                  </a:lnTo>
                  <a:lnTo>
                    <a:pt x="2772" y="6305"/>
                  </a:lnTo>
                  <a:cubicBezTo>
                    <a:pt x="2755" y="6201"/>
                    <a:pt x="2720" y="6063"/>
                    <a:pt x="2719" y="5988"/>
                  </a:cubicBezTo>
                  <a:cubicBezTo>
                    <a:pt x="2717" y="5914"/>
                    <a:pt x="2712" y="5843"/>
                    <a:pt x="2704" y="5769"/>
                  </a:cubicBezTo>
                  <a:lnTo>
                    <a:pt x="2716" y="5531"/>
                  </a:lnTo>
                  <a:cubicBezTo>
                    <a:pt x="2752" y="5225"/>
                    <a:pt x="2862" y="4963"/>
                    <a:pt x="3049" y="4756"/>
                  </a:cubicBezTo>
                  <a:cubicBezTo>
                    <a:pt x="3403" y="4362"/>
                    <a:pt x="4010" y="4158"/>
                    <a:pt x="4570" y="4158"/>
                  </a:cubicBezTo>
                  <a:cubicBezTo>
                    <a:pt x="4606" y="4158"/>
                    <a:pt x="4642" y="4158"/>
                    <a:pt x="4677" y="4160"/>
                  </a:cubicBezTo>
                  <a:lnTo>
                    <a:pt x="4894" y="4179"/>
                  </a:lnTo>
                  <a:lnTo>
                    <a:pt x="4922" y="4181"/>
                  </a:lnTo>
                  <a:lnTo>
                    <a:pt x="4927" y="4181"/>
                  </a:lnTo>
                  <a:lnTo>
                    <a:pt x="4957" y="4189"/>
                  </a:lnTo>
                  <a:lnTo>
                    <a:pt x="5086" y="4221"/>
                  </a:lnTo>
                  <a:lnTo>
                    <a:pt x="5214" y="4254"/>
                  </a:lnTo>
                  <a:lnTo>
                    <a:pt x="5258" y="4283"/>
                  </a:lnTo>
                  <a:cubicBezTo>
                    <a:pt x="5285" y="4306"/>
                    <a:pt x="5321" y="4294"/>
                    <a:pt x="5355" y="4332"/>
                  </a:cubicBezTo>
                  <a:cubicBezTo>
                    <a:pt x="5510" y="4426"/>
                    <a:pt x="5603" y="4568"/>
                    <a:pt x="5632" y="4737"/>
                  </a:cubicBezTo>
                  <a:cubicBezTo>
                    <a:pt x="5663" y="4905"/>
                    <a:pt x="5630" y="5079"/>
                    <a:pt x="5563" y="5214"/>
                  </a:cubicBezTo>
                  <a:cubicBezTo>
                    <a:pt x="5496" y="5353"/>
                    <a:pt x="5385" y="5428"/>
                    <a:pt x="5281" y="5494"/>
                  </a:cubicBezTo>
                  <a:cubicBezTo>
                    <a:pt x="5180" y="5547"/>
                    <a:pt x="5068" y="5564"/>
                    <a:pt x="4960" y="5564"/>
                  </a:cubicBezTo>
                  <a:cubicBezTo>
                    <a:pt x="4829" y="5564"/>
                    <a:pt x="4703" y="5538"/>
                    <a:pt x="4607" y="5517"/>
                  </a:cubicBezTo>
                  <a:cubicBezTo>
                    <a:pt x="4426" y="5454"/>
                    <a:pt x="4329" y="5421"/>
                    <a:pt x="4329" y="5421"/>
                  </a:cubicBezTo>
                  <a:lnTo>
                    <a:pt x="4261" y="5398"/>
                  </a:lnTo>
                  <a:cubicBezTo>
                    <a:pt x="4221" y="5384"/>
                    <a:pt x="4180" y="5378"/>
                    <a:pt x="4139" y="5378"/>
                  </a:cubicBezTo>
                  <a:cubicBezTo>
                    <a:pt x="4001" y="5378"/>
                    <a:pt x="3868" y="5454"/>
                    <a:pt x="3801" y="5585"/>
                  </a:cubicBezTo>
                  <a:cubicBezTo>
                    <a:pt x="3707" y="5771"/>
                    <a:pt x="3783" y="5998"/>
                    <a:pt x="3969" y="6092"/>
                  </a:cubicBezTo>
                  <a:cubicBezTo>
                    <a:pt x="3969" y="6092"/>
                    <a:pt x="4097" y="6157"/>
                    <a:pt x="4336" y="6278"/>
                  </a:cubicBezTo>
                  <a:cubicBezTo>
                    <a:pt x="4508" y="6334"/>
                    <a:pt x="4761" y="6445"/>
                    <a:pt x="5097" y="6445"/>
                  </a:cubicBezTo>
                  <a:cubicBezTo>
                    <a:pt x="5252" y="6445"/>
                    <a:pt x="5423" y="6422"/>
                    <a:pt x="5612" y="6359"/>
                  </a:cubicBezTo>
                  <a:cubicBezTo>
                    <a:pt x="5896" y="6249"/>
                    <a:pt x="6201" y="6056"/>
                    <a:pt x="6404" y="5745"/>
                  </a:cubicBezTo>
                  <a:cubicBezTo>
                    <a:pt x="6605" y="5439"/>
                    <a:pt x="6730" y="5050"/>
                    <a:pt x="6701" y="4620"/>
                  </a:cubicBezTo>
                  <a:cubicBezTo>
                    <a:pt x="6681" y="4195"/>
                    <a:pt x="6459" y="3719"/>
                    <a:pt x="6072" y="3412"/>
                  </a:cubicBezTo>
                  <a:cubicBezTo>
                    <a:pt x="5990" y="3325"/>
                    <a:pt x="5857" y="3262"/>
                    <a:pt x="5739" y="3194"/>
                  </a:cubicBezTo>
                  <a:lnTo>
                    <a:pt x="5553" y="3103"/>
                  </a:lnTo>
                  <a:lnTo>
                    <a:pt x="5428" y="3062"/>
                  </a:lnTo>
                  <a:lnTo>
                    <a:pt x="5302" y="3021"/>
                  </a:lnTo>
                  <a:lnTo>
                    <a:pt x="5238" y="3000"/>
                  </a:lnTo>
                  <a:lnTo>
                    <a:pt x="5222" y="2994"/>
                  </a:lnTo>
                  <a:lnTo>
                    <a:pt x="5143" y="2976"/>
                  </a:lnTo>
                  <a:lnTo>
                    <a:pt x="5103" y="2969"/>
                  </a:lnTo>
                  <a:cubicBezTo>
                    <a:pt x="4997" y="2952"/>
                    <a:pt x="4889" y="2935"/>
                    <a:pt x="4780" y="2918"/>
                  </a:cubicBezTo>
                  <a:cubicBezTo>
                    <a:pt x="4642" y="2903"/>
                    <a:pt x="4499" y="2895"/>
                    <a:pt x="4353" y="2895"/>
                  </a:cubicBezTo>
                  <a:cubicBezTo>
                    <a:pt x="3589" y="2895"/>
                    <a:pt x="2737" y="3118"/>
                    <a:pt x="2045" y="3791"/>
                  </a:cubicBezTo>
                  <a:cubicBezTo>
                    <a:pt x="1640" y="4186"/>
                    <a:pt x="1366" y="4749"/>
                    <a:pt x="1274" y="5317"/>
                  </a:cubicBezTo>
                  <a:lnTo>
                    <a:pt x="1229" y="5744"/>
                  </a:lnTo>
                  <a:cubicBezTo>
                    <a:pt x="1231" y="5894"/>
                    <a:pt x="1237" y="6047"/>
                    <a:pt x="1246" y="6199"/>
                  </a:cubicBezTo>
                  <a:cubicBezTo>
                    <a:pt x="1256" y="6350"/>
                    <a:pt x="1279" y="6434"/>
                    <a:pt x="1294" y="6555"/>
                  </a:cubicBezTo>
                  <a:lnTo>
                    <a:pt x="1308" y="6640"/>
                  </a:lnTo>
                  <a:lnTo>
                    <a:pt x="1315" y="6682"/>
                  </a:lnTo>
                  <a:lnTo>
                    <a:pt x="1316" y="6692"/>
                  </a:lnTo>
                  <a:cubicBezTo>
                    <a:pt x="1316" y="6692"/>
                    <a:pt x="1316" y="6692"/>
                    <a:pt x="1316" y="6692"/>
                  </a:cubicBezTo>
                  <a:lnTo>
                    <a:pt x="1316" y="6692"/>
                  </a:lnTo>
                  <a:cubicBezTo>
                    <a:pt x="1316" y="6692"/>
                    <a:pt x="1328" y="6754"/>
                    <a:pt x="1329" y="6754"/>
                  </a:cubicBezTo>
                  <a:cubicBezTo>
                    <a:pt x="1329" y="6754"/>
                    <a:pt x="1329" y="6752"/>
                    <a:pt x="1328" y="6747"/>
                  </a:cubicBezTo>
                  <a:lnTo>
                    <a:pt x="1328" y="6747"/>
                  </a:lnTo>
                  <a:lnTo>
                    <a:pt x="1336" y="6775"/>
                  </a:lnTo>
                  <a:lnTo>
                    <a:pt x="1410" y="6996"/>
                  </a:lnTo>
                  <a:cubicBezTo>
                    <a:pt x="1577" y="7613"/>
                    <a:pt x="2003" y="8096"/>
                    <a:pt x="2450" y="8487"/>
                  </a:cubicBezTo>
                  <a:cubicBezTo>
                    <a:pt x="2691" y="8657"/>
                    <a:pt x="2930" y="8845"/>
                    <a:pt x="3198" y="8956"/>
                  </a:cubicBezTo>
                  <a:cubicBezTo>
                    <a:pt x="3458" y="9098"/>
                    <a:pt x="3734" y="9184"/>
                    <a:pt x="4013" y="9261"/>
                  </a:cubicBezTo>
                  <a:cubicBezTo>
                    <a:pt x="4414" y="9373"/>
                    <a:pt x="4830" y="9429"/>
                    <a:pt x="5248" y="9429"/>
                  </a:cubicBezTo>
                  <a:cubicBezTo>
                    <a:pt x="5994" y="9429"/>
                    <a:pt x="6748" y="9252"/>
                    <a:pt x="7432" y="8900"/>
                  </a:cubicBezTo>
                  <a:cubicBezTo>
                    <a:pt x="7971" y="8634"/>
                    <a:pt x="8426" y="8219"/>
                    <a:pt x="8808" y="7765"/>
                  </a:cubicBezTo>
                  <a:cubicBezTo>
                    <a:pt x="8996" y="7537"/>
                    <a:pt x="9131" y="7276"/>
                    <a:pt x="9289" y="7030"/>
                  </a:cubicBezTo>
                  <a:cubicBezTo>
                    <a:pt x="9429" y="6771"/>
                    <a:pt x="9526" y="6473"/>
                    <a:pt x="9636" y="6195"/>
                  </a:cubicBezTo>
                  <a:cubicBezTo>
                    <a:pt x="9699" y="6043"/>
                    <a:pt x="9716" y="5933"/>
                    <a:pt x="9742" y="5815"/>
                  </a:cubicBezTo>
                  <a:lnTo>
                    <a:pt x="9819" y="5463"/>
                  </a:lnTo>
                  <a:lnTo>
                    <a:pt x="9856" y="5288"/>
                  </a:lnTo>
                  <a:lnTo>
                    <a:pt x="9875" y="5200"/>
                  </a:lnTo>
                  <a:lnTo>
                    <a:pt x="9877" y="5190"/>
                  </a:lnTo>
                  <a:lnTo>
                    <a:pt x="9890" y="5116"/>
                  </a:lnTo>
                  <a:lnTo>
                    <a:pt x="9892" y="5089"/>
                  </a:lnTo>
                  <a:lnTo>
                    <a:pt x="9897" y="5035"/>
                  </a:lnTo>
                  <a:cubicBezTo>
                    <a:pt x="9906" y="4889"/>
                    <a:pt x="9925" y="4745"/>
                    <a:pt x="9924" y="4599"/>
                  </a:cubicBezTo>
                  <a:cubicBezTo>
                    <a:pt x="9932" y="4015"/>
                    <a:pt x="9802" y="3425"/>
                    <a:pt x="9560" y="2911"/>
                  </a:cubicBezTo>
                  <a:cubicBezTo>
                    <a:pt x="9075" y="1866"/>
                    <a:pt x="8218" y="1179"/>
                    <a:pt x="7383" y="747"/>
                  </a:cubicBezTo>
                  <a:cubicBezTo>
                    <a:pt x="6539" y="304"/>
                    <a:pt x="5671" y="97"/>
                    <a:pt x="4866" y="27"/>
                  </a:cubicBezTo>
                  <a:cubicBezTo>
                    <a:pt x="4671" y="9"/>
                    <a:pt x="4479" y="0"/>
                    <a:pt x="42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33" name="Google Shape;43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400" y="457200"/>
            <a:ext cx="2706523" cy="3687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2324" y="457200"/>
            <a:ext cx="2706624" cy="3685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81347" y="457200"/>
            <a:ext cx="2706624" cy="3685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0"/>
          <p:cNvSpPr/>
          <p:nvPr/>
        </p:nvSpPr>
        <p:spPr>
          <a:xfrm>
            <a:off x="1765475" y="1026050"/>
            <a:ext cx="5600700" cy="3099300"/>
          </a:xfrm>
          <a:prstGeom prst="round2DiagRect">
            <a:avLst>
              <a:gd fmla="val 26518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40"/>
          <p:cNvSpPr txBox="1"/>
          <p:nvPr>
            <p:ph type="title"/>
          </p:nvPr>
        </p:nvSpPr>
        <p:spPr>
          <a:xfrm>
            <a:off x="2104500" y="1927650"/>
            <a:ext cx="49350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300">
                <a:solidFill>
                  <a:schemeClr val="lt1"/>
                </a:solidFill>
              </a:rPr>
              <a:t>PROBLEM</a:t>
            </a:r>
            <a:endParaRPr sz="7300">
              <a:solidFill>
                <a:schemeClr val="lt1"/>
              </a:solidFill>
            </a:endParaRPr>
          </a:p>
        </p:txBody>
      </p:sp>
      <p:grpSp>
        <p:nvGrpSpPr>
          <p:cNvPr id="442" name="Google Shape;442;p40"/>
          <p:cNvGrpSpPr/>
          <p:nvPr/>
        </p:nvGrpSpPr>
        <p:grpSpPr>
          <a:xfrm>
            <a:off x="1314574" y="719862"/>
            <a:ext cx="887810" cy="816798"/>
            <a:chOff x="1176374" y="719862"/>
            <a:chExt cx="887810" cy="816798"/>
          </a:xfrm>
        </p:grpSpPr>
        <p:sp>
          <p:nvSpPr>
            <p:cNvPr id="443" name="Google Shape;443;p40"/>
            <p:cNvSpPr/>
            <p:nvPr/>
          </p:nvSpPr>
          <p:spPr>
            <a:xfrm>
              <a:off x="1666024" y="956131"/>
              <a:ext cx="99448" cy="61245"/>
            </a:xfrm>
            <a:custGeom>
              <a:rect b="b" l="l" r="r" t="t"/>
              <a:pathLst>
                <a:path extrusionOk="0" h="1699" w="2759">
                  <a:moveTo>
                    <a:pt x="1306" y="0"/>
                  </a:moveTo>
                  <a:cubicBezTo>
                    <a:pt x="1110" y="0"/>
                    <a:pt x="909" y="62"/>
                    <a:pt x="723" y="209"/>
                  </a:cubicBezTo>
                  <a:cubicBezTo>
                    <a:pt x="1" y="777"/>
                    <a:pt x="995" y="1699"/>
                    <a:pt x="1751" y="1699"/>
                  </a:cubicBezTo>
                  <a:cubicBezTo>
                    <a:pt x="1946" y="1699"/>
                    <a:pt x="2125" y="1638"/>
                    <a:pt x="2255" y="1493"/>
                  </a:cubicBezTo>
                  <a:cubicBezTo>
                    <a:pt x="2758" y="933"/>
                    <a:pt x="2067" y="0"/>
                    <a:pt x="13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44" name="Google Shape;444;p40"/>
            <p:cNvGrpSpPr/>
            <p:nvPr/>
          </p:nvGrpSpPr>
          <p:grpSpPr>
            <a:xfrm rot="-3850221">
              <a:off x="1305032" y="1029796"/>
              <a:ext cx="135701" cy="370953"/>
              <a:chOff x="2187550" y="-667000"/>
              <a:chExt cx="135700" cy="370950"/>
            </a:xfrm>
          </p:grpSpPr>
          <p:sp>
            <p:nvSpPr>
              <p:cNvPr id="445" name="Google Shape;445;p40"/>
              <p:cNvSpPr/>
              <p:nvPr/>
            </p:nvSpPr>
            <p:spPr>
              <a:xfrm>
                <a:off x="2187550" y="-667000"/>
                <a:ext cx="135700" cy="299650"/>
              </a:xfrm>
              <a:custGeom>
                <a:rect b="b" l="l" r="r" t="t"/>
                <a:pathLst>
                  <a:path extrusionOk="0" h="11986" w="5428">
                    <a:moveTo>
                      <a:pt x="244" y="1"/>
                    </a:moveTo>
                    <a:cubicBezTo>
                      <a:pt x="241" y="1"/>
                      <a:pt x="237" y="1"/>
                      <a:pt x="235" y="2"/>
                    </a:cubicBezTo>
                    <a:cubicBezTo>
                      <a:pt x="1" y="55"/>
                      <a:pt x="2223" y="2491"/>
                      <a:pt x="2782" y="5293"/>
                    </a:cubicBezTo>
                    <a:cubicBezTo>
                      <a:pt x="3341" y="8081"/>
                      <a:pt x="2987" y="11986"/>
                      <a:pt x="3274" y="11986"/>
                    </a:cubicBezTo>
                    <a:cubicBezTo>
                      <a:pt x="3275" y="11986"/>
                      <a:pt x="3277" y="11986"/>
                      <a:pt x="3278" y="11985"/>
                    </a:cubicBezTo>
                    <a:cubicBezTo>
                      <a:pt x="3560" y="11945"/>
                      <a:pt x="5427" y="7910"/>
                      <a:pt x="4554" y="5006"/>
                    </a:cubicBezTo>
                    <a:cubicBezTo>
                      <a:pt x="3691" y="2135"/>
                      <a:pt x="544" y="1"/>
                      <a:pt x="2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40"/>
              <p:cNvSpPr/>
              <p:nvPr/>
            </p:nvSpPr>
            <p:spPr>
              <a:xfrm>
                <a:off x="2246900" y="-583625"/>
                <a:ext cx="25825" cy="93475"/>
              </a:xfrm>
              <a:custGeom>
                <a:rect b="b" l="l" r="r" t="t"/>
                <a:pathLst>
                  <a:path extrusionOk="0" h="3739" w="1033">
                    <a:moveTo>
                      <a:pt x="81" y="0"/>
                    </a:moveTo>
                    <a:lnTo>
                      <a:pt x="1" y="36"/>
                    </a:lnTo>
                    <a:cubicBezTo>
                      <a:pt x="1" y="36"/>
                      <a:pt x="82" y="262"/>
                      <a:pt x="204" y="603"/>
                    </a:cubicBezTo>
                    <a:cubicBezTo>
                      <a:pt x="236" y="687"/>
                      <a:pt x="271" y="777"/>
                      <a:pt x="307" y="874"/>
                    </a:cubicBezTo>
                    <a:cubicBezTo>
                      <a:pt x="346" y="969"/>
                      <a:pt x="369" y="1077"/>
                      <a:pt x="405" y="1182"/>
                    </a:cubicBezTo>
                    <a:cubicBezTo>
                      <a:pt x="472" y="1396"/>
                      <a:pt x="544" y="1625"/>
                      <a:pt x="615" y="1853"/>
                    </a:cubicBezTo>
                    <a:cubicBezTo>
                      <a:pt x="668" y="2084"/>
                      <a:pt x="719" y="2316"/>
                      <a:pt x="768" y="2533"/>
                    </a:cubicBezTo>
                    <a:cubicBezTo>
                      <a:pt x="788" y="2643"/>
                      <a:pt x="827" y="2744"/>
                      <a:pt x="834" y="2848"/>
                    </a:cubicBezTo>
                    <a:cubicBezTo>
                      <a:pt x="846" y="2951"/>
                      <a:pt x="856" y="3049"/>
                      <a:pt x="867" y="3139"/>
                    </a:cubicBezTo>
                    <a:cubicBezTo>
                      <a:pt x="914" y="3498"/>
                      <a:pt x="945" y="3738"/>
                      <a:pt x="945" y="3738"/>
                    </a:cubicBezTo>
                    <a:lnTo>
                      <a:pt x="1033" y="3730"/>
                    </a:lnTo>
                    <a:cubicBezTo>
                      <a:pt x="1033" y="3730"/>
                      <a:pt x="1024" y="3489"/>
                      <a:pt x="1010" y="3127"/>
                    </a:cubicBezTo>
                    <a:cubicBezTo>
                      <a:pt x="1006" y="3037"/>
                      <a:pt x="1000" y="2938"/>
                      <a:pt x="993" y="2835"/>
                    </a:cubicBezTo>
                    <a:cubicBezTo>
                      <a:pt x="993" y="2731"/>
                      <a:pt x="960" y="2623"/>
                      <a:pt x="940" y="2511"/>
                    </a:cubicBezTo>
                    <a:cubicBezTo>
                      <a:pt x="894" y="2285"/>
                      <a:pt x="845" y="2044"/>
                      <a:pt x="795" y="1804"/>
                    </a:cubicBezTo>
                    <a:cubicBezTo>
                      <a:pt x="718" y="1574"/>
                      <a:pt x="642" y="1342"/>
                      <a:pt x="569" y="1127"/>
                    </a:cubicBezTo>
                    <a:cubicBezTo>
                      <a:pt x="532" y="1018"/>
                      <a:pt x="501" y="912"/>
                      <a:pt x="456" y="818"/>
                    </a:cubicBezTo>
                    <a:cubicBezTo>
                      <a:pt x="414" y="722"/>
                      <a:pt x="374" y="632"/>
                      <a:pt x="337" y="549"/>
                    </a:cubicBezTo>
                    <a:cubicBezTo>
                      <a:pt x="183" y="219"/>
                      <a:pt x="81" y="0"/>
                      <a:pt x="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p40"/>
              <p:cNvSpPr/>
              <p:nvPr/>
            </p:nvSpPr>
            <p:spPr>
              <a:xfrm>
                <a:off x="2241900" y="-334675"/>
                <a:ext cx="41850" cy="38625"/>
              </a:xfrm>
              <a:custGeom>
                <a:rect b="b" l="l" r="r" t="t"/>
                <a:pathLst>
                  <a:path extrusionOk="0" h="1545" w="1674">
                    <a:moveTo>
                      <a:pt x="924" y="0"/>
                    </a:moveTo>
                    <a:cubicBezTo>
                      <a:pt x="297" y="0"/>
                      <a:pt x="0" y="1190"/>
                      <a:pt x="767" y="1501"/>
                    </a:cubicBezTo>
                    <a:cubicBezTo>
                      <a:pt x="839" y="1531"/>
                      <a:pt x="906" y="1544"/>
                      <a:pt x="968" y="1544"/>
                    </a:cubicBezTo>
                    <a:cubicBezTo>
                      <a:pt x="1598" y="1544"/>
                      <a:pt x="1673" y="150"/>
                      <a:pt x="1035" y="13"/>
                    </a:cubicBezTo>
                    <a:cubicBezTo>
                      <a:pt x="997" y="4"/>
                      <a:pt x="960" y="0"/>
                      <a:pt x="9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8" name="Google Shape;448;p40"/>
            <p:cNvGrpSpPr/>
            <p:nvPr/>
          </p:nvGrpSpPr>
          <p:grpSpPr>
            <a:xfrm rot="872489">
              <a:off x="1793581" y="745799"/>
              <a:ext cx="239049" cy="254304"/>
              <a:chOff x="2577625" y="-1221650"/>
              <a:chExt cx="204500" cy="217550"/>
            </a:xfrm>
          </p:grpSpPr>
          <p:sp>
            <p:nvSpPr>
              <p:cNvPr id="449" name="Google Shape;449;p40"/>
              <p:cNvSpPr/>
              <p:nvPr/>
            </p:nvSpPr>
            <p:spPr>
              <a:xfrm>
                <a:off x="2577625" y="-1221650"/>
                <a:ext cx="204500" cy="217550"/>
              </a:xfrm>
              <a:custGeom>
                <a:rect b="b" l="l" r="r" t="t"/>
                <a:pathLst>
                  <a:path extrusionOk="0" h="8702" w="8180">
                    <a:moveTo>
                      <a:pt x="1535" y="1"/>
                    </a:moveTo>
                    <a:cubicBezTo>
                      <a:pt x="1452" y="1"/>
                      <a:pt x="1369" y="20"/>
                      <a:pt x="1286" y="61"/>
                    </a:cubicBezTo>
                    <a:cubicBezTo>
                      <a:pt x="0" y="704"/>
                      <a:pt x="3637" y="8702"/>
                      <a:pt x="4051" y="8702"/>
                    </a:cubicBezTo>
                    <a:cubicBezTo>
                      <a:pt x="4053" y="8702"/>
                      <a:pt x="4055" y="8702"/>
                      <a:pt x="4057" y="8701"/>
                    </a:cubicBezTo>
                    <a:cubicBezTo>
                      <a:pt x="4399" y="8625"/>
                      <a:pt x="8179" y="894"/>
                      <a:pt x="6966" y="522"/>
                    </a:cubicBezTo>
                    <a:cubicBezTo>
                      <a:pt x="6911" y="505"/>
                      <a:pt x="6856" y="497"/>
                      <a:pt x="6801" y="497"/>
                    </a:cubicBezTo>
                    <a:cubicBezTo>
                      <a:pt x="5625" y="497"/>
                      <a:pt x="4304" y="4122"/>
                      <a:pt x="4130" y="4122"/>
                    </a:cubicBezTo>
                    <a:cubicBezTo>
                      <a:pt x="3961" y="4122"/>
                      <a:pt x="2749" y="1"/>
                      <a:pt x="153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40"/>
              <p:cNvSpPr/>
              <p:nvPr/>
            </p:nvSpPr>
            <p:spPr>
              <a:xfrm>
                <a:off x="2676025" y="-1129325"/>
                <a:ext cx="53575" cy="110350"/>
              </a:xfrm>
              <a:custGeom>
                <a:rect b="b" l="l" r="r" t="t"/>
                <a:pathLst>
                  <a:path extrusionOk="0" h="4414" w="2143">
                    <a:moveTo>
                      <a:pt x="2022" y="1"/>
                    </a:moveTo>
                    <a:cubicBezTo>
                      <a:pt x="2022" y="1"/>
                      <a:pt x="1869" y="260"/>
                      <a:pt x="1654" y="658"/>
                    </a:cubicBezTo>
                    <a:cubicBezTo>
                      <a:pt x="1550" y="858"/>
                      <a:pt x="1422" y="1089"/>
                      <a:pt x="1295" y="1341"/>
                    </a:cubicBezTo>
                    <a:cubicBezTo>
                      <a:pt x="1168" y="1593"/>
                      <a:pt x="1034" y="1863"/>
                      <a:pt x="898" y="2132"/>
                    </a:cubicBezTo>
                    <a:cubicBezTo>
                      <a:pt x="661" y="2684"/>
                      <a:pt x="426" y="3237"/>
                      <a:pt x="264" y="3657"/>
                    </a:cubicBezTo>
                    <a:cubicBezTo>
                      <a:pt x="99" y="4077"/>
                      <a:pt x="1" y="4361"/>
                      <a:pt x="1" y="4361"/>
                    </a:cubicBezTo>
                    <a:lnTo>
                      <a:pt x="124" y="4414"/>
                    </a:lnTo>
                    <a:cubicBezTo>
                      <a:pt x="124" y="4414"/>
                      <a:pt x="266" y="4148"/>
                      <a:pt x="463" y="3743"/>
                    </a:cubicBezTo>
                    <a:cubicBezTo>
                      <a:pt x="663" y="3338"/>
                      <a:pt x="911" y="2791"/>
                      <a:pt x="1157" y="2243"/>
                    </a:cubicBezTo>
                    <a:cubicBezTo>
                      <a:pt x="1285" y="1972"/>
                      <a:pt x="1413" y="1702"/>
                      <a:pt x="1534" y="1448"/>
                    </a:cubicBezTo>
                    <a:cubicBezTo>
                      <a:pt x="1654" y="1194"/>
                      <a:pt x="1757" y="953"/>
                      <a:pt x="1851" y="749"/>
                    </a:cubicBezTo>
                    <a:cubicBezTo>
                      <a:pt x="2032" y="338"/>
                      <a:pt x="2142" y="58"/>
                      <a:pt x="2142" y="58"/>
                    </a:cubicBezTo>
                    <a:lnTo>
                      <a:pt x="20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40"/>
              <p:cNvSpPr/>
              <p:nvPr/>
            </p:nvSpPr>
            <p:spPr>
              <a:xfrm>
                <a:off x="2644125" y="-1169350"/>
                <a:ext cx="25575" cy="46200"/>
              </a:xfrm>
              <a:custGeom>
                <a:rect b="b" l="l" r="r" t="t"/>
                <a:pathLst>
                  <a:path extrusionOk="0" h="1848" w="1023">
                    <a:moveTo>
                      <a:pt x="120" y="0"/>
                    </a:moveTo>
                    <a:lnTo>
                      <a:pt x="1" y="60"/>
                    </a:lnTo>
                    <a:cubicBezTo>
                      <a:pt x="1" y="60"/>
                      <a:pt x="36" y="183"/>
                      <a:pt x="105" y="358"/>
                    </a:cubicBezTo>
                    <a:cubicBezTo>
                      <a:pt x="142" y="445"/>
                      <a:pt x="179" y="549"/>
                      <a:pt x="229" y="654"/>
                    </a:cubicBezTo>
                    <a:cubicBezTo>
                      <a:pt x="279" y="761"/>
                      <a:pt x="333" y="874"/>
                      <a:pt x="386" y="987"/>
                    </a:cubicBezTo>
                    <a:cubicBezTo>
                      <a:pt x="503" y="1208"/>
                      <a:pt x="622" y="1428"/>
                      <a:pt x="725" y="1587"/>
                    </a:cubicBezTo>
                    <a:cubicBezTo>
                      <a:pt x="825" y="1746"/>
                      <a:pt x="904" y="1847"/>
                      <a:pt x="904" y="1847"/>
                    </a:cubicBezTo>
                    <a:lnTo>
                      <a:pt x="1023" y="1787"/>
                    </a:lnTo>
                    <a:cubicBezTo>
                      <a:pt x="1023" y="1787"/>
                      <a:pt x="988" y="1665"/>
                      <a:pt x="919" y="1489"/>
                    </a:cubicBezTo>
                    <a:cubicBezTo>
                      <a:pt x="852" y="1312"/>
                      <a:pt x="746" y="1086"/>
                      <a:pt x="637" y="860"/>
                    </a:cubicBezTo>
                    <a:cubicBezTo>
                      <a:pt x="578" y="750"/>
                      <a:pt x="518" y="640"/>
                      <a:pt x="463" y="537"/>
                    </a:cubicBezTo>
                    <a:cubicBezTo>
                      <a:pt x="407" y="433"/>
                      <a:pt x="345" y="342"/>
                      <a:pt x="298" y="261"/>
                    </a:cubicBezTo>
                    <a:cubicBezTo>
                      <a:pt x="197" y="102"/>
                      <a:pt x="120" y="0"/>
                      <a:pt x="1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2" name="Google Shape;452;p40"/>
            <p:cNvGrpSpPr/>
            <p:nvPr/>
          </p:nvGrpSpPr>
          <p:grpSpPr>
            <a:xfrm rot="-3458214">
              <a:off x="1417184" y="859593"/>
              <a:ext cx="184256" cy="254308"/>
              <a:chOff x="2916600" y="-617325"/>
              <a:chExt cx="184250" cy="254300"/>
            </a:xfrm>
          </p:grpSpPr>
          <p:sp>
            <p:nvSpPr>
              <p:cNvPr id="453" name="Google Shape;453;p40"/>
              <p:cNvSpPr/>
              <p:nvPr/>
            </p:nvSpPr>
            <p:spPr>
              <a:xfrm>
                <a:off x="2916600" y="-617325"/>
                <a:ext cx="184250" cy="254300"/>
              </a:xfrm>
              <a:custGeom>
                <a:rect b="b" l="l" r="r" t="t"/>
                <a:pathLst>
                  <a:path extrusionOk="0" h="10172" w="7370">
                    <a:moveTo>
                      <a:pt x="3449" y="1"/>
                    </a:moveTo>
                    <a:cubicBezTo>
                      <a:pt x="1" y="1"/>
                      <a:pt x="1027" y="10171"/>
                      <a:pt x="1490" y="10171"/>
                    </a:cubicBezTo>
                    <a:cubicBezTo>
                      <a:pt x="1502" y="10171"/>
                      <a:pt x="1514" y="10165"/>
                      <a:pt x="1525" y="10150"/>
                    </a:cubicBezTo>
                    <a:cubicBezTo>
                      <a:pt x="2090" y="9433"/>
                      <a:pt x="7370" y="362"/>
                      <a:pt x="3622" y="9"/>
                    </a:cubicBezTo>
                    <a:cubicBezTo>
                      <a:pt x="3563" y="3"/>
                      <a:pt x="3505" y="1"/>
                      <a:pt x="34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" name="Google Shape;454;p40"/>
              <p:cNvSpPr/>
              <p:nvPr/>
            </p:nvSpPr>
            <p:spPr>
              <a:xfrm>
                <a:off x="2965150" y="-602650"/>
                <a:ext cx="62000" cy="205775"/>
              </a:xfrm>
              <a:custGeom>
                <a:rect b="b" l="l" r="r" t="t"/>
                <a:pathLst>
                  <a:path extrusionOk="0" h="8231" w="2480">
                    <a:moveTo>
                      <a:pt x="2233" y="1"/>
                    </a:moveTo>
                    <a:cubicBezTo>
                      <a:pt x="2233" y="1"/>
                      <a:pt x="2223" y="134"/>
                      <a:pt x="2208" y="369"/>
                    </a:cubicBezTo>
                    <a:cubicBezTo>
                      <a:pt x="2185" y="601"/>
                      <a:pt x="2196" y="945"/>
                      <a:pt x="2131" y="1334"/>
                    </a:cubicBezTo>
                    <a:cubicBezTo>
                      <a:pt x="2105" y="1530"/>
                      <a:pt x="2077" y="1742"/>
                      <a:pt x="2047" y="1965"/>
                    </a:cubicBezTo>
                    <a:cubicBezTo>
                      <a:pt x="2020" y="2190"/>
                      <a:pt x="1954" y="2424"/>
                      <a:pt x="1914" y="2669"/>
                    </a:cubicBezTo>
                    <a:cubicBezTo>
                      <a:pt x="1865" y="2912"/>
                      <a:pt x="1826" y="3166"/>
                      <a:pt x="1752" y="3416"/>
                    </a:cubicBezTo>
                    <a:cubicBezTo>
                      <a:pt x="1685" y="3669"/>
                      <a:pt x="1617" y="3926"/>
                      <a:pt x="1550" y="4182"/>
                    </a:cubicBezTo>
                    <a:cubicBezTo>
                      <a:pt x="1389" y="4687"/>
                      <a:pt x="1251" y="5202"/>
                      <a:pt x="1061" y="5663"/>
                    </a:cubicBezTo>
                    <a:cubicBezTo>
                      <a:pt x="974" y="5896"/>
                      <a:pt x="890" y="6121"/>
                      <a:pt x="811" y="6336"/>
                    </a:cubicBezTo>
                    <a:cubicBezTo>
                      <a:pt x="721" y="6546"/>
                      <a:pt x="636" y="6745"/>
                      <a:pt x="557" y="6928"/>
                    </a:cubicBezTo>
                    <a:cubicBezTo>
                      <a:pt x="409" y="7299"/>
                      <a:pt x="253" y="7594"/>
                      <a:pt x="156" y="7806"/>
                    </a:cubicBezTo>
                    <a:cubicBezTo>
                      <a:pt x="56" y="8018"/>
                      <a:pt x="0" y="8138"/>
                      <a:pt x="0" y="8138"/>
                    </a:cubicBezTo>
                    <a:lnTo>
                      <a:pt x="159" y="8230"/>
                    </a:lnTo>
                    <a:cubicBezTo>
                      <a:pt x="159" y="8230"/>
                      <a:pt x="230" y="8115"/>
                      <a:pt x="351" y="7912"/>
                    </a:cubicBezTo>
                    <a:cubicBezTo>
                      <a:pt x="466" y="7705"/>
                      <a:pt x="659" y="7424"/>
                      <a:pt x="828" y="7056"/>
                    </a:cubicBezTo>
                    <a:cubicBezTo>
                      <a:pt x="1009" y="6692"/>
                      <a:pt x="1219" y="6267"/>
                      <a:pt x="1399" y="5792"/>
                    </a:cubicBezTo>
                    <a:cubicBezTo>
                      <a:pt x="1601" y="5325"/>
                      <a:pt x="1750" y="4803"/>
                      <a:pt x="1923" y="4290"/>
                    </a:cubicBezTo>
                    <a:cubicBezTo>
                      <a:pt x="2050" y="3762"/>
                      <a:pt x="2199" y="3239"/>
                      <a:pt x="2270" y="2735"/>
                    </a:cubicBezTo>
                    <a:cubicBezTo>
                      <a:pt x="2311" y="2483"/>
                      <a:pt x="2364" y="2244"/>
                      <a:pt x="2379" y="2008"/>
                    </a:cubicBezTo>
                    <a:cubicBezTo>
                      <a:pt x="2397" y="1774"/>
                      <a:pt x="2414" y="1552"/>
                      <a:pt x="2430" y="1348"/>
                    </a:cubicBezTo>
                    <a:cubicBezTo>
                      <a:pt x="2479" y="938"/>
                      <a:pt x="2426" y="608"/>
                      <a:pt x="2431" y="372"/>
                    </a:cubicBezTo>
                    <a:cubicBezTo>
                      <a:pt x="2421" y="137"/>
                      <a:pt x="2416" y="3"/>
                      <a:pt x="2416" y="3"/>
                    </a:cubicBezTo>
                    <a:lnTo>
                      <a:pt x="223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5" name="Google Shape;455;p40"/>
            <p:cNvGrpSpPr/>
            <p:nvPr/>
          </p:nvGrpSpPr>
          <p:grpSpPr>
            <a:xfrm flipH="1" rot="-173">
              <a:off x="1569396" y="1073404"/>
              <a:ext cx="494788" cy="463243"/>
              <a:chOff x="3253250" y="-606750"/>
              <a:chExt cx="249000" cy="233125"/>
            </a:xfrm>
          </p:grpSpPr>
          <p:sp>
            <p:nvSpPr>
              <p:cNvPr id="456" name="Google Shape;456;p40"/>
              <p:cNvSpPr/>
              <p:nvPr/>
            </p:nvSpPr>
            <p:spPr>
              <a:xfrm>
                <a:off x="3253250" y="-606750"/>
                <a:ext cx="249000" cy="233125"/>
              </a:xfrm>
              <a:custGeom>
                <a:rect b="b" l="l" r="r" t="t"/>
                <a:pathLst>
                  <a:path extrusionOk="0" h="9325" w="9960">
                    <a:moveTo>
                      <a:pt x="5032" y="1"/>
                    </a:moveTo>
                    <a:cubicBezTo>
                      <a:pt x="2662" y="1"/>
                      <a:pt x="1600" y="1620"/>
                      <a:pt x="1208" y="2928"/>
                    </a:cubicBezTo>
                    <a:cubicBezTo>
                      <a:pt x="767" y="4405"/>
                      <a:pt x="1" y="7191"/>
                      <a:pt x="3402" y="8811"/>
                    </a:cubicBezTo>
                    <a:cubicBezTo>
                      <a:pt x="4154" y="9169"/>
                      <a:pt x="4848" y="9324"/>
                      <a:pt x="5479" y="9324"/>
                    </a:cubicBezTo>
                    <a:cubicBezTo>
                      <a:pt x="7705" y="9324"/>
                      <a:pt x="9143" y="7397"/>
                      <a:pt x="9500" y="5677"/>
                    </a:cubicBezTo>
                    <a:cubicBezTo>
                      <a:pt x="9960" y="3469"/>
                      <a:pt x="9519" y="663"/>
                      <a:pt x="6012" y="85"/>
                    </a:cubicBezTo>
                    <a:cubicBezTo>
                      <a:pt x="5663" y="28"/>
                      <a:pt x="5337" y="1"/>
                      <a:pt x="503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40"/>
              <p:cNvSpPr/>
              <p:nvPr/>
            </p:nvSpPr>
            <p:spPr>
              <a:xfrm>
                <a:off x="3347625" y="-525925"/>
                <a:ext cx="18275" cy="28675"/>
              </a:xfrm>
              <a:custGeom>
                <a:rect b="b" l="l" r="r" t="t"/>
                <a:pathLst>
                  <a:path extrusionOk="0" h="1147" w="731">
                    <a:moveTo>
                      <a:pt x="540" y="1"/>
                    </a:moveTo>
                    <a:cubicBezTo>
                      <a:pt x="353" y="1"/>
                      <a:pt x="0" y="1081"/>
                      <a:pt x="212" y="1144"/>
                    </a:cubicBezTo>
                    <a:cubicBezTo>
                      <a:pt x="217" y="1146"/>
                      <a:pt x="223" y="1146"/>
                      <a:pt x="230" y="1146"/>
                    </a:cubicBezTo>
                    <a:cubicBezTo>
                      <a:pt x="445" y="1146"/>
                      <a:pt x="730" y="56"/>
                      <a:pt x="553" y="3"/>
                    </a:cubicBezTo>
                    <a:cubicBezTo>
                      <a:pt x="549" y="1"/>
                      <a:pt x="544" y="1"/>
                      <a:pt x="5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" name="Google Shape;458;p40"/>
              <p:cNvSpPr/>
              <p:nvPr/>
            </p:nvSpPr>
            <p:spPr>
              <a:xfrm>
                <a:off x="3403575" y="-509175"/>
                <a:ext cx="18275" cy="28650"/>
              </a:xfrm>
              <a:custGeom>
                <a:rect b="b" l="l" r="r" t="t"/>
                <a:pathLst>
                  <a:path extrusionOk="0" h="1146" w="731">
                    <a:moveTo>
                      <a:pt x="539" y="0"/>
                    </a:moveTo>
                    <a:cubicBezTo>
                      <a:pt x="352" y="0"/>
                      <a:pt x="0" y="1080"/>
                      <a:pt x="211" y="1143"/>
                    </a:cubicBezTo>
                    <a:cubicBezTo>
                      <a:pt x="217" y="1144"/>
                      <a:pt x="223" y="1145"/>
                      <a:pt x="229" y="1145"/>
                    </a:cubicBezTo>
                    <a:cubicBezTo>
                      <a:pt x="444" y="1145"/>
                      <a:pt x="730" y="55"/>
                      <a:pt x="552" y="2"/>
                    </a:cubicBezTo>
                    <a:cubicBezTo>
                      <a:pt x="548" y="1"/>
                      <a:pt x="543" y="0"/>
                      <a:pt x="5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40"/>
              <p:cNvSpPr/>
              <p:nvPr/>
            </p:nvSpPr>
            <p:spPr>
              <a:xfrm>
                <a:off x="3279675" y="-509300"/>
                <a:ext cx="20800" cy="85950"/>
              </a:xfrm>
              <a:custGeom>
                <a:rect b="b" l="l" r="r" t="t"/>
                <a:pathLst>
                  <a:path extrusionOk="0" h="3438" w="832">
                    <a:moveTo>
                      <a:pt x="234" y="0"/>
                    </a:moveTo>
                    <a:cubicBezTo>
                      <a:pt x="210" y="0"/>
                      <a:pt x="186" y="14"/>
                      <a:pt x="181" y="43"/>
                    </a:cubicBezTo>
                    <a:cubicBezTo>
                      <a:pt x="0" y="1176"/>
                      <a:pt x="96" y="2423"/>
                      <a:pt x="719" y="3413"/>
                    </a:cubicBezTo>
                    <a:cubicBezTo>
                      <a:pt x="729" y="3430"/>
                      <a:pt x="745" y="3437"/>
                      <a:pt x="761" y="3437"/>
                    </a:cubicBezTo>
                    <a:cubicBezTo>
                      <a:pt x="796" y="3437"/>
                      <a:pt x="832" y="3402"/>
                      <a:pt x="813" y="3362"/>
                    </a:cubicBezTo>
                    <a:cubicBezTo>
                      <a:pt x="351" y="2321"/>
                      <a:pt x="276" y="1177"/>
                      <a:pt x="288" y="53"/>
                    </a:cubicBezTo>
                    <a:cubicBezTo>
                      <a:pt x="289" y="19"/>
                      <a:pt x="261" y="0"/>
                      <a:pt x="2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40"/>
              <p:cNvSpPr/>
              <p:nvPr/>
            </p:nvSpPr>
            <p:spPr>
              <a:xfrm>
                <a:off x="3312650" y="-600250"/>
                <a:ext cx="118950" cy="28950"/>
              </a:xfrm>
              <a:custGeom>
                <a:rect b="b" l="l" r="r" t="t"/>
                <a:pathLst>
                  <a:path extrusionOk="0" h="1158" w="4758">
                    <a:moveTo>
                      <a:pt x="2614" y="0"/>
                    </a:moveTo>
                    <a:cubicBezTo>
                      <a:pt x="1640" y="0"/>
                      <a:pt x="675" y="334"/>
                      <a:pt x="34" y="1070"/>
                    </a:cubicBezTo>
                    <a:cubicBezTo>
                      <a:pt x="0" y="1108"/>
                      <a:pt x="38" y="1157"/>
                      <a:pt x="78" y="1157"/>
                    </a:cubicBezTo>
                    <a:cubicBezTo>
                      <a:pt x="90" y="1157"/>
                      <a:pt x="102" y="1153"/>
                      <a:pt x="112" y="1142"/>
                    </a:cubicBezTo>
                    <a:cubicBezTo>
                      <a:pt x="806" y="502"/>
                      <a:pt x="1733" y="223"/>
                      <a:pt x="2669" y="223"/>
                    </a:cubicBezTo>
                    <a:cubicBezTo>
                      <a:pt x="3356" y="223"/>
                      <a:pt x="4048" y="373"/>
                      <a:pt x="4658" y="641"/>
                    </a:cubicBezTo>
                    <a:cubicBezTo>
                      <a:pt x="4666" y="645"/>
                      <a:pt x="4674" y="646"/>
                      <a:pt x="4681" y="646"/>
                    </a:cubicBezTo>
                    <a:cubicBezTo>
                      <a:pt x="4729" y="646"/>
                      <a:pt x="4758" y="575"/>
                      <a:pt x="4709" y="546"/>
                    </a:cubicBezTo>
                    <a:cubicBezTo>
                      <a:pt x="4097" y="192"/>
                      <a:pt x="3353" y="0"/>
                      <a:pt x="26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61" name="Google Shape;461;p40"/>
          <p:cNvGrpSpPr/>
          <p:nvPr/>
        </p:nvGrpSpPr>
        <p:grpSpPr>
          <a:xfrm>
            <a:off x="6966085" y="3230239"/>
            <a:ext cx="861472" cy="955423"/>
            <a:chOff x="7050535" y="3299339"/>
            <a:chExt cx="861472" cy="955423"/>
          </a:xfrm>
        </p:grpSpPr>
        <p:grpSp>
          <p:nvGrpSpPr>
            <p:cNvPr id="462" name="Google Shape;462;p40"/>
            <p:cNvGrpSpPr/>
            <p:nvPr/>
          </p:nvGrpSpPr>
          <p:grpSpPr>
            <a:xfrm rot="4130221">
              <a:off x="7603170" y="3565086"/>
              <a:ext cx="211462" cy="353728"/>
              <a:chOff x="2258725" y="-1293450"/>
              <a:chExt cx="211475" cy="353750"/>
            </a:xfrm>
          </p:grpSpPr>
          <p:sp>
            <p:nvSpPr>
              <p:cNvPr id="463" name="Google Shape;463;p40"/>
              <p:cNvSpPr/>
              <p:nvPr/>
            </p:nvSpPr>
            <p:spPr>
              <a:xfrm>
                <a:off x="2258725" y="-1293450"/>
                <a:ext cx="211475" cy="353750"/>
              </a:xfrm>
              <a:custGeom>
                <a:rect b="b" l="l" r="r" t="t"/>
                <a:pathLst>
                  <a:path extrusionOk="0" h="14150" w="8459">
                    <a:moveTo>
                      <a:pt x="4028" y="1"/>
                    </a:moveTo>
                    <a:cubicBezTo>
                      <a:pt x="3369" y="1"/>
                      <a:pt x="109" y="1940"/>
                      <a:pt x="57" y="2371"/>
                    </a:cubicBezTo>
                    <a:cubicBezTo>
                      <a:pt x="1" y="2830"/>
                      <a:pt x="3632" y="6667"/>
                      <a:pt x="3604" y="6896"/>
                    </a:cubicBezTo>
                    <a:cubicBezTo>
                      <a:pt x="3596" y="6965"/>
                      <a:pt x="3334" y="6978"/>
                      <a:pt x="2972" y="6978"/>
                    </a:cubicBezTo>
                    <a:cubicBezTo>
                      <a:pt x="2752" y="6978"/>
                      <a:pt x="2495" y="6974"/>
                      <a:pt x="2236" y="6974"/>
                    </a:cubicBezTo>
                    <a:cubicBezTo>
                      <a:pt x="1514" y="6974"/>
                      <a:pt x="776" y="7011"/>
                      <a:pt x="767" y="7297"/>
                    </a:cubicBezTo>
                    <a:cubicBezTo>
                      <a:pt x="749" y="7841"/>
                      <a:pt x="5577" y="14150"/>
                      <a:pt x="6158" y="14150"/>
                    </a:cubicBezTo>
                    <a:cubicBezTo>
                      <a:pt x="6171" y="14150"/>
                      <a:pt x="6182" y="14147"/>
                      <a:pt x="6191" y="14140"/>
                    </a:cubicBezTo>
                    <a:cubicBezTo>
                      <a:pt x="6570" y="13857"/>
                      <a:pt x="4923" y="9848"/>
                      <a:pt x="5036" y="9675"/>
                    </a:cubicBezTo>
                    <a:cubicBezTo>
                      <a:pt x="5151" y="9502"/>
                      <a:pt x="8024" y="8827"/>
                      <a:pt x="8241" y="8574"/>
                    </a:cubicBezTo>
                    <a:cubicBezTo>
                      <a:pt x="8458" y="8321"/>
                      <a:pt x="4450" y="297"/>
                      <a:pt x="4120" y="24"/>
                    </a:cubicBezTo>
                    <a:cubicBezTo>
                      <a:pt x="4100" y="8"/>
                      <a:pt x="4069" y="1"/>
                      <a:pt x="402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" name="Google Shape;464;p40"/>
              <p:cNvSpPr/>
              <p:nvPr/>
            </p:nvSpPr>
            <p:spPr>
              <a:xfrm>
                <a:off x="2372450" y="-1049725"/>
                <a:ext cx="28650" cy="83150"/>
              </a:xfrm>
              <a:custGeom>
                <a:rect b="b" l="l" r="r" t="t"/>
                <a:pathLst>
                  <a:path extrusionOk="0" h="3326" w="1146">
                    <a:moveTo>
                      <a:pt x="115" y="0"/>
                    </a:moveTo>
                    <a:lnTo>
                      <a:pt x="0" y="39"/>
                    </a:lnTo>
                    <a:cubicBezTo>
                      <a:pt x="0" y="39"/>
                      <a:pt x="49" y="251"/>
                      <a:pt x="136" y="561"/>
                    </a:cubicBezTo>
                    <a:cubicBezTo>
                      <a:pt x="183" y="715"/>
                      <a:pt x="231" y="897"/>
                      <a:pt x="293" y="1088"/>
                    </a:cubicBezTo>
                    <a:cubicBezTo>
                      <a:pt x="355" y="1279"/>
                      <a:pt x="421" y="1484"/>
                      <a:pt x="486" y="1687"/>
                    </a:cubicBezTo>
                    <a:cubicBezTo>
                      <a:pt x="610" y="2101"/>
                      <a:pt x="734" y="2513"/>
                      <a:pt x="843" y="2819"/>
                    </a:cubicBezTo>
                    <a:cubicBezTo>
                      <a:pt x="947" y="3124"/>
                      <a:pt x="1029" y="3325"/>
                      <a:pt x="1029" y="3325"/>
                    </a:cubicBezTo>
                    <a:lnTo>
                      <a:pt x="1146" y="3293"/>
                    </a:lnTo>
                    <a:cubicBezTo>
                      <a:pt x="1146" y="3293"/>
                      <a:pt x="1107" y="3080"/>
                      <a:pt x="1034" y="2765"/>
                    </a:cubicBezTo>
                    <a:cubicBezTo>
                      <a:pt x="963" y="2448"/>
                      <a:pt x="850" y="2033"/>
                      <a:pt x="734" y="1617"/>
                    </a:cubicBezTo>
                    <a:cubicBezTo>
                      <a:pt x="663" y="1413"/>
                      <a:pt x="590" y="1209"/>
                      <a:pt x="522" y="1017"/>
                    </a:cubicBezTo>
                    <a:cubicBezTo>
                      <a:pt x="455" y="826"/>
                      <a:pt x="383" y="651"/>
                      <a:pt x="325" y="500"/>
                    </a:cubicBezTo>
                    <a:cubicBezTo>
                      <a:pt x="205" y="198"/>
                      <a:pt x="115" y="0"/>
                      <a:pt x="1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40"/>
              <p:cNvSpPr/>
              <p:nvPr/>
            </p:nvSpPr>
            <p:spPr>
              <a:xfrm>
                <a:off x="2383825" y="-1076500"/>
                <a:ext cx="46450" cy="19125"/>
              </a:xfrm>
              <a:custGeom>
                <a:rect b="b" l="l" r="r" t="t"/>
                <a:pathLst>
                  <a:path extrusionOk="0" h="765" w="1858">
                    <a:moveTo>
                      <a:pt x="1816" y="1"/>
                    </a:moveTo>
                    <a:cubicBezTo>
                      <a:pt x="1816" y="1"/>
                      <a:pt x="1696" y="21"/>
                      <a:pt x="1519" y="66"/>
                    </a:cubicBezTo>
                    <a:cubicBezTo>
                      <a:pt x="1343" y="109"/>
                      <a:pt x="1114" y="184"/>
                      <a:pt x="885" y="261"/>
                    </a:cubicBezTo>
                    <a:cubicBezTo>
                      <a:pt x="773" y="305"/>
                      <a:pt x="661" y="348"/>
                      <a:pt x="555" y="389"/>
                    </a:cubicBezTo>
                    <a:cubicBezTo>
                      <a:pt x="450" y="429"/>
                      <a:pt x="354" y="477"/>
                      <a:pt x="272" y="512"/>
                    </a:cubicBezTo>
                    <a:cubicBezTo>
                      <a:pt x="107" y="589"/>
                      <a:pt x="1" y="650"/>
                      <a:pt x="1" y="650"/>
                    </a:cubicBezTo>
                    <a:lnTo>
                      <a:pt x="41" y="765"/>
                    </a:lnTo>
                    <a:cubicBezTo>
                      <a:pt x="41" y="765"/>
                      <a:pt x="162" y="745"/>
                      <a:pt x="338" y="699"/>
                    </a:cubicBezTo>
                    <a:cubicBezTo>
                      <a:pt x="425" y="674"/>
                      <a:pt x="528" y="650"/>
                      <a:pt x="636" y="615"/>
                    </a:cubicBezTo>
                    <a:cubicBezTo>
                      <a:pt x="743" y="580"/>
                      <a:pt x="858" y="542"/>
                      <a:pt x="973" y="505"/>
                    </a:cubicBezTo>
                    <a:cubicBezTo>
                      <a:pt x="1198" y="419"/>
                      <a:pt x="1422" y="332"/>
                      <a:pt x="1586" y="254"/>
                    </a:cubicBezTo>
                    <a:cubicBezTo>
                      <a:pt x="1752" y="177"/>
                      <a:pt x="1857" y="116"/>
                      <a:pt x="1857" y="116"/>
                    </a:cubicBezTo>
                    <a:lnTo>
                      <a:pt x="181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6" name="Google Shape;466;p40"/>
            <p:cNvGrpSpPr/>
            <p:nvPr/>
          </p:nvGrpSpPr>
          <p:grpSpPr>
            <a:xfrm rot="1851011">
              <a:off x="7427728" y="3320393"/>
              <a:ext cx="183673" cy="367994"/>
              <a:chOff x="2523825" y="-685025"/>
              <a:chExt cx="214450" cy="429700"/>
            </a:xfrm>
          </p:grpSpPr>
          <p:sp>
            <p:nvSpPr>
              <p:cNvPr id="467" name="Google Shape;467;p40"/>
              <p:cNvSpPr/>
              <p:nvPr/>
            </p:nvSpPr>
            <p:spPr>
              <a:xfrm>
                <a:off x="2523825" y="-685025"/>
                <a:ext cx="214450" cy="429700"/>
              </a:xfrm>
              <a:custGeom>
                <a:rect b="b" l="l" r="r" t="t"/>
                <a:pathLst>
                  <a:path extrusionOk="0" h="17188" w="8578">
                    <a:moveTo>
                      <a:pt x="5865" y="1"/>
                    </a:moveTo>
                    <a:cubicBezTo>
                      <a:pt x="3874" y="1"/>
                      <a:pt x="1160" y="3325"/>
                      <a:pt x="683" y="6656"/>
                    </a:cubicBezTo>
                    <a:cubicBezTo>
                      <a:pt x="1" y="11412"/>
                      <a:pt x="4331" y="17188"/>
                      <a:pt x="4921" y="17188"/>
                    </a:cubicBezTo>
                    <a:cubicBezTo>
                      <a:pt x="4929" y="17188"/>
                      <a:pt x="4936" y="17187"/>
                      <a:pt x="4943" y="17185"/>
                    </a:cubicBezTo>
                    <a:cubicBezTo>
                      <a:pt x="4943" y="17185"/>
                      <a:pt x="2597" y="11715"/>
                      <a:pt x="3742" y="7505"/>
                    </a:cubicBezTo>
                    <a:cubicBezTo>
                      <a:pt x="4341" y="5296"/>
                      <a:pt x="8577" y="1210"/>
                      <a:pt x="6596" y="175"/>
                    </a:cubicBezTo>
                    <a:cubicBezTo>
                      <a:pt x="6369" y="57"/>
                      <a:pt x="6123" y="1"/>
                      <a:pt x="586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40"/>
              <p:cNvSpPr/>
              <p:nvPr/>
            </p:nvSpPr>
            <p:spPr>
              <a:xfrm>
                <a:off x="2644975" y="-677100"/>
                <a:ext cx="45350" cy="106150"/>
              </a:xfrm>
              <a:custGeom>
                <a:rect b="b" l="l" r="r" t="t"/>
                <a:pathLst>
                  <a:path extrusionOk="0" h="4246" w="1814">
                    <a:moveTo>
                      <a:pt x="1347" y="0"/>
                    </a:moveTo>
                    <a:lnTo>
                      <a:pt x="1259" y="62"/>
                    </a:lnTo>
                    <a:cubicBezTo>
                      <a:pt x="1259" y="62"/>
                      <a:pt x="1299" y="124"/>
                      <a:pt x="1367" y="234"/>
                    </a:cubicBezTo>
                    <a:cubicBezTo>
                      <a:pt x="1405" y="289"/>
                      <a:pt x="1447" y="356"/>
                      <a:pt x="1473" y="435"/>
                    </a:cubicBezTo>
                    <a:cubicBezTo>
                      <a:pt x="1504" y="515"/>
                      <a:pt x="1547" y="598"/>
                      <a:pt x="1563" y="704"/>
                    </a:cubicBezTo>
                    <a:cubicBezTo>
                      <a:pt x="1574" y="755"/>
                      <a:pt x="1588" y="808"/>
                      <a:pt x="1598" y="863"/>
                    </a:cubicBezTo>
                    <a:cubicBezTo>
                      <a:pt x="1600" y="920"/>
                      <a:pt x="1602" y="978"/>
                      <a:pt x="1604" y="1038"/>
                    </a:cubicBezTo>
                    <a:cubicBezTo>
                      <a:pt x="1610" y="1097"/>
                      <a:pt x="1602" y="1159"/>
                      <a:pt x="1593" y="1222"/>
                    </a:cubicBezTo>
                    <a:cubicBezTo>
                      <a:pt x="1582" y="1284"/>
                      <a:pt x="1585" y="1349"/>
                      <a:pt x="1566" y="1413"/>
                    </a:cubicBezTo>
                    <a:cubicBezTo>
                      <a:pt x="1536" y="1542"/>
                      <a:pt x="1501" y="1674"/>
                      <a:pt x="1445" y="1804"/>
                    </a:cubicBezTo>
                    <a:cubicBezTo>
                      <a:pt x="1400" y="1937"/>
                      <a:pt x="1328" y="2065"/>
                      <a:pt x="1265" y="2194"/>
                    </a:cubicBezTo>
                    <a:cubicBezTo>
                      <a:pt x="1132" y="2451"/>
                      <a:pt x="972" y="2697"/>
                      <a:pt x="817" y="2925"/>
                    </a:cubicBezTo>
                    <a:cubicBezTo>
                      <a:pt x="661" y="3155"/>
                      <a:pt x="515" y="3369"/>
                      <a:pt x="390" y="3553"/>
                    </a:cubicBezTo>
                    <a:cubicBezTo>
                      <a:pt x="139" y="3923"/>
                      <a:pt x="0" y="4191"/>
                      <a:pt x="0" y="4191"/>
                    </a:cubicBezTo>
                    <a:lnTo>
                      <a:pt x="91" y="4246"/>
                    </a:lnTo>
                    <a:cubicBezTo>
                      <a:pt x="91" y="4246"/>
                      <a:pt x="259" y="4004"/>
                      <a:pt x="532" y="3655"/>
                    </a:cubicBezTo>
                    <a:cubicBezTo>
                      <a:pt x="802" y="3303"/>
                      <a:pt x="1173" y="2833"/>
                      <a:pt x="1464" y="2299"/>
                    </a:cubicBezTo>
                    <a:cubicBezTo>
                      <a:pt x="1531" y="2162"/>
                      <a:pt x="1602" y="2027"/>
                      <a:pt x="1650" y="1883"/>
                    </a:cubicBezTo>
                    <a:cubicBezTo>
                      <a:pt x="1707" y="1742"/>
                      <a:pt x="1743" y="1596"/>
                      <a:pt x="1773" y="1453"/>
                    </a:cubicBezTo>
                    <a:cubicBezTo>
                      <a:pt x="1794" y="1309"/>
                      <a:pt x="1814" y="1166"/>
                      <a:pt x="1799" y="1032"/>
                    </a:cubicBezTo>
                    <a:cubicBezTo>
                      <a:pt x="1792" y="964"/>
                      <a:pt x="1786" y="899"/>
                      <a:pt x="1780" y="835"/>
                    </a:cubicBezTo>
                    <a:cubicBezTo>
                      <a:pt x="1766" y="773"/>
                      <a:pt x="1747" y="715"/>
                      <a:pt x="1732" y="658"/>
                    </a:cubicBezTo>
                    <a:cubicBezTo>
                      <a:pt x="1708" y="543"/>
                      <a:pt x="1650" y="447"/>
                      <a:pt x="1605" y="361"/>
                    </a:cubicBezTo>
                    <a:cubicBezTo>
                      <a:pt x="1564" y="272"/>
                      <a:pt x="1516" y="210"/>
                      <a:pt x="1475" y="160"/>
                    </a:cubicBezTo>
                    <a:cubicBezTo>
                      <a:pt x="1394" y="58"/>
                      <a:pt x="1347" y="0"/>
                      <a:pt x="13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" name="Google Shape;469;p40"/>
              <p:cNvSpPr/>
              <p:nvPr/>
            </p:nvSpPr>
            <p:spPr>
              <a:xfrm>
                <a:off x="2594325" y="-518425"/>
                <a:ext cx="18675" cy="136625"/>
              </a:xfrm>
              <a:custGeom>
                <a:rect b="b" l="l" r="r" t="t"/>
                <a:pathLst>
                  <a:path extrusionOk="0" h="5465" w="747">
                    <a:moveTo>
                      <a:pt x="647" y="0"/>
                    </a:moveTo>
                    <a:cubicBezTo>
                      <a:pt x="647" y="0"/>
                      <a:pt x="612" y="80"/>
                      <a:pt x="550" y="218"/>
                    </a:cubicBezTo>
                    <a:cubicBezTo>
                      <a:pt x="518" y="287"/>
                      <a:pt x="481" y="371"/>
                      <a:pt x="438" y="467"/>
                    </a:cubicBezTo>
                    <a:cubicBezTo>
                      <a:pt x="390" y="561"/>
                      <a:pt x="352" y="675"/>
                      <a:pt x="317" y="804"/>
                    </a:cubicBezTo>
                    <a:cubicBezTo>
                      <a:pt x="281" y="931"/>
                      <a:pt x="241" y="1069"/>
                      <a:pt x="198" y="1216"/>
                    </a:cubicBezTo>
                    <a:cubicBezTo>
                      <a:pt x="159" y="1362"/>
                      <a:pt x="138" y="1519"/>
                      <a:pt x="109" y="1681"/>
                    </a:cubicBezTo>
                    <a:cubicBezTo>
                      <a:pt x="80" y="1844"/>
                      <a:pt x="50" y="2011"/>
                      <a:pt x="42" y="2183"/>
                    </a:cubicBezTo>
                    <a:cubicBezTo>
                      <a:pt x="28" y="2355"/>
                      <a:pt x="14" y="2530"/>
                      <a:pt x="0" y="2704"/>
                    </a:cubicBezTo>
                    <a:cubicBezTo>
                      <a:pt x="2" y="2879"/>
                      <a:pt x="5" y="3055"/>
                      <a:pt x="7" y="3227"/>
                    </a:cubicBezTo>
                    <a:cubicBezTo>
                      <a:pt x="3" y="3399"/>
                      <a:pt x="21" y="3568"/>
                      <a:pt x="35" y="3731"/>
                    </a:cubicBezTo>
                    <a:cubicBezTo>
                      <a:pt x="54" y="4059"/>
                      <a:pt x="110" y="4360"/>
                      <a:pt x="156" y="4618"/>
                    </a:cubicBezTo>
                    <a:cubicBezTo>
                      <a:pt x="193" y="4878"/>
                      <a:pt x="270" y="5085"/>
                      <a:pt x="305" y="5233"/>
                    </a:cubicBezTo>
                    <a:cubicBezTo>
                      <a:pt x="345" y="5380"/>
                      <a:pt x="368" y="5464"/>
                      <a:pt x="368" y="5464"/>
                    </a:cubicBezTo>
                    <a:lnTo>
                      <a:pt x="471" y="5436"/>
                    </a:lnTo>
                    <a:cubicBezTo>
                      <a:pt x="471" y="5436"/>
                      <a:pt x="455" y="5351"/>
                      <a:pt x="428" y="5203"/>
                    </a:cubicBezTo>
                    <a:cubicBezTo>
                      <a:pt x="404" y="5054"/>
                      <a:pt x="352" y="4846"/>
                      <a:pt x="328" y="4590"/>
                    </a:cubicBezTo>
                    <a:cubicBezTo>
                      <a:pt x="311" y="4462"/>
                      <a:pt x="294" y="4324"/>
                      <a:pt x="276" y="4178"/>
                    </a:cubicBezTo>
                    <a:cubicBezTo>
                      <a:pt x="259" y="4032"/>
                      <a:pt x="259" y="3876"/>
                      <a:pt x="244" y="3716"/>
                    </a:cubicBezTo>
                    <a:cubicBezTo>
                      <a:pt x="233" y="3556"/>
                      <a:pt x="219" y="3391"/>
                      <a:pt x="225" y="3222"/>
                    </a:cubicBezTo>
                    <a:cubicBezTo>
                      <a:pt x="225" y="3054"/>
                      <a:pt x="226" y="2883"/>
                      <a:pt x="227" y="2712"/>
                    </a:cubicBezTo>
                    <a:cubicBezTo>
                      <a:pt x="238" y="2541"/>
                      <a:pt x="249" y="2371"/>
                      <a:pt x="260" y="2203"/>
                    </a:cubicBezTo>
                    <a:cubicBezTo>
                      <a:pt x="265" y="2035"/>
                      <a:pt x="291" y="1871"/>
                      <a:pt x="317" y="1713"/>
                    </a:cubicBezTo>
                    <a:cubicBezTo>
                      <a:pt x="345" y="1556"/>
                      <a:pt x="358" y="1401"/>
                      <a:pt x="387" y="1259"/>
                    </a:cubicBezTo>
                    <a:cubicBezTo>
                      <a:pt x="421" y="1117"/>
                      <a:pt x="454" y="983"/>
                      <a:pt x="483" y="860"/>
                    </a:cubicBezTo>
                    <a:cubicBezTo>
                      <a:pt x="511" y="736"/>
                      <a:pt x="537" y="622"/>
                      <a:pt x="578" y="523"/>
                    </a:cubicBezTo>
                    <a:cubicBezTo>
                      <a:pt x="613" y="423"/>
                      <a:pt x="643" y="336"/>
                      <a:pt x="668" y="265"/>
                    </a:cubicBezTo>
                    <a:cubicBezTo>
                      <a:pt x="717" y="122"/>
                      <a:pt x="746" y="40"/>
                      <a:pt x="746" y="40"/>
                    </a:cubicBezTo>
                    <a:lnTo>
                      <a:pt x="64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0" name="Google Shape;470;p40"/>
            <p:cNvGrpSpPr/>
            <p:nvPr/>
          </p:nvGrpSpPr>
          <p:grpSpPr>
            <a:xfrm>
              <a:off x="7050535" y="3749254"/>
              <a:ext cx="539877" cy="505508"/>
              <a:chOff x="3684900" y="-606750"/>
              <a:chExt cx="248975" cy="233125"/>
            </a:xfrm>
          </p:grpSpPr>
          <p:sp>
            <p:nvSpPr>
              <p:cNvPr id="471" name="Google Shape;471;p40"/>
              <p:cNvSpPr/>
              <p:nvPr/>
            </p:nvSpPr>
            <p:spPr>
              <a:xfrm>
                <a:off x="3684900" y="-606750"/>
                <a:ext cx="248975" cy="233125"/>
              </a:xfrm>
              <a:custGeom>
                <a:rect b="b" l="l" r="r" t="t"/>
                <a:pathLst>
                  <a:path extrusionOk="0" h="9325" w="9959">
                    <a:moveTo>
                      <a:pt x="5032" y="1"/>
                    </a:moveTo>
                    <a:cubicBezTo>
                      <a:pt x="2662" y="1"/>
                      <a:pt x="1599" y="1620"/>
                      <a:pt x="1208" y="2928"/>
                    </a:cubicBezTo>
                    <a:cubicBezTo>
                      <a:pt x="767" y="4405"/>
                      <a:pt x="0" y="7191"/>
                      <a:pt x="3402" y="8811"/>
                    </a:cubicBezTo>
                    <a:cubicBezTo>
                      <a:pt x="4153" y="9169"/>
                      <a:pt x="4847" y="9324"/>
                      <a:pt x="5478" y="9324"/>
                    </a:cubicBezTo>
                    <a:cubicBezTo>
                      <a:pt x="7705" y="9324"/>
                      <a:pt x="9142" y="7397"/>
                      <a:pt x="9500" y="5677"/>
                    </a:cubicBezTo>
                    <a:cubicBezTo>
                      <a:pt x="9959" y="3469"/>
                      <a:pt x="9518" y="663"/>
                      <a:pt x="6012" y="85"/>
                    </a:cubicBezTo>
                    <a:cubicBezTo>
                      <a:pt x="5662" y="28"/>
                      <a:pt x="5336" y="1"/>
                      <a:pt x="50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" name="Google Shape;472;p40"/>
              <p:cNvSpPr/>
              <p:nvPr/>
            </p:nvSpPr>
            <p:spPr>
              <a:xfrm>
                <a:off x="3785025" y="-532000"/>
                <a:ext cx="18300" cy="28675"/>
              </a:xfrm>
              <a:custGeom>
                <a:rect b="b" l="l" r="r" t="t"/>
                <a:pathLst>
                  <a:path extrusionOk="0" h="1147" w="732">
                    <a:moveTo>
                      <a:pt x="540" y="1"/>
                    </a:moveTo>
                    <a:cubicBezTo>
                      <a:pt x="353" y="1"/>
                      <a:pt x="1" y="1081"/>
                      <a:pt x="211" y="1144"/>
                    </a:cubicBezTo>
                    <a:cubicBezTo>
                      <a:pt x="217" y="1146"/>
                      <a:pt x="223" y="1147"/>
                      <a:pt x="229" y="1147"/>
                    </a:cubicBezTo>
                    <a:cubicBezTo>
                      <a:pt x="444" y="1147"/>
                      <a:pt x="731" y="56"/>
                      <a:pt x="553" y="3"/>
                    </a:cubicBezTo>
                    <a:cubicBezTo>
                      <a:pt x="548" y="2"/>
                      <a:pt x="544" y="1"/>
                      <a:pt x="5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" name="Google Shape;473;p40"/>
              <p:cNvSpPr/>
              <p:nvPr/>
            </p:nvSpPr>
            <p:spPr>
              <a:xfrm>
                <a:off x="3840950" y="-515250"/>
                <a:ext cx="18300" cy="28650"/>
              </a:xfrm>
              <a:custGeom>
                <a:rect b="b" l="l" r="r" t="t"/>
                <a:pathLst>
                  <a:path extrusionOk="0" h="1146" w="732">
                    <a:moveTo>
                      <a:pt x="540" y="1"/>
                    </a:moveTo>
                    <a:cubicBezTo>
                      <a:pt x="354" y="1"/>
                      <a:pt x="1" y="1080"/>
                      <a:pt x="212" y="1143"/>
                    </a:cubicBezTo>
                    <a:cubicBezTo>
                      <a:pt x="218" y="1145"/>
                      <a:pt x="224" y="1145"/>
                      <a:pt x="230" y="1145"/>
                    </a:cubicBezTo>
                    <a:cubicBezTo>
                      <a:pt x="445" y="1145"/>
                      <a:pt x="731" y="55"/>
                      <a:pt x="554" y="3"/>
                    </a:cubicBezTo>
                    <a:cubicBezTo>
                      <a:pt x="549" y="1"/>
                      <a:pt x="545" y="1"/>
                      <a:pt x="5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40"/>
              <p:cNvSpPr/>
              <p:nvPr/>
            </p:nvSpPr>
            <p:spPr>
              <a:xfrm>
                <a:off x="3711300" y="-509300"/>
                <a:ext cx="20825" cy="85950"/>
              </a:xfrm>
              <a:custGeom>
                <a:rect b="b" l="l" r="r" t="t"/>
                <a:pathLst>
                  <a:path extrusionOk="0" h="3438" w="833">
                    <a:moveTo>
                      <a:pt x="234" y="0"/>
                    </a:moveTo>
                    <a:cubicBezTo>
                      <a:pt x="210" y="0"/>
                      <a:pt x="186" y="14"/>
                      <a:pt x="181" y="43"/>
                    </a:cubicBezTo>
                    <a:cubicBezTo>
                      <a:pt x="1" y="1176"/>
                      <a:pt x="97" y="2423"/>
                      <a:pt x="719" y="3413"/>
                    </a:cubicBezTo>
                    <a:cubicBezTo>
                      <a:pt x="730" y="3430"/>
                      <a:pt x="745" y="3437"/>
                      <a:pt x="761" y="3437"/>
                    </a:cubicBezTo>
                    <a:cubicBezTo>
                      <a:pt x="796" y="3437"/>
                      <a:pt x="832" y="3402"/>
                      <a:pt x="813" y="3362"/>
                    </a:cubicBezTo>
                    <a:cubicBezTo>
                      <a:pt x="352" y="2321"/>
                      <a:pt x="276" y="1177"/>
                      <a:pt x="289" y="53"/>
                    </a:cubicBezTo>
                    <a:cubicBezTo>
                      <a:pt x="290" y="19"/>
                      <a:pt x="262" y="0"/>
                      <a:pt x="2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" name="Google Shape;475;p40"/>
              <p:cNvSpPr/>
              <p:nvPr/>
            </p:nvSpPr>
            <p:spPr>
              <a:xfrm>
                <a:off x="3744275" y="-600250"/>
                <a:ext cx="118950" cy="28950"/>
              </a:xfrm>
              <a:custGeom>
                <a:rect b="b" l="l" r="r" t="t"/>
                <a:pathLst>
                  <a:path extrusionOk="0" h="1158" w="4758">
                    <a:moveTo>
                      <a:pt x="2615" y="0"/>
                    </a:moveTo>
                    <a:cubicBezTo>
                      <a:pt x="1640" y="0"/>
                      <a:pt x="676" y="334"/>
                      <a:pt x="34" y="1070"/>
                    </a:cubicBezTo>
                    <a:cubicBezTo>
                      <a:pt x="1" y="1108"/>
                      <a:pt x="39" y="1157"/>
                      <a:pt x="78" y="1157"/>
                    </a:cubicBezTo>
                    <a:cubicBezTo>
                      <a:pt x="90" y="1157"/>
                      <a:pt x="102" y="1153"/>
                      <a:pt x="113" y="1142"/>
                    </a:cubicBezTo>
                    <a:cubicBezTo>
                      <a:pt x="806" y="502"/>
                      <a:pt x="1733" y="223"/>
                      <a:pt x="2670" y="223"/>
                    </a:cubicBezTo>
                    <a:cubicBezTo>
                      <a:pt x="3356" y="223"/>
                      <a:pt x="4049" y="373"/>
                      <a:pt x="4658" y="641"/>
                    </a:cubicBezTo>
                    <a:cubicBezTo>
                      <a:pt x="4666" y="645"/>
                      <a:pt x="4674" y="646"/>
                      <a:pt x="4682" y="646"/>
                    </a:cubicBezTo>
                    <a:cubicBezTo>
                      <a:pt x="4729" y="646"/>
                      <a:pt x="4758" y="575"/>
                      <a:pt x="4710" y="546"/>
                    </a:cubicBezTo>
                    <a:cubicBezTo>
                      <a:pt x="4097" y="192"/>
                      <a:pt x="3353" y="0"/>
                      <a:pt x="26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76" name="Google Shape;476;p40"/>
            <p:cNvSpPr/>
            <p:nvPr/>
          </p:nvSpPr>
          <p:spPr>
            <a:xfrm rot="2945353">
              <a:off x="7605640" y="3531841"/>
              <a:ext cx="71909" cy="73138"/>
            </a:xfrm>
            <a:custGeom>
              <a:rect b="b" l="l" r="r" t="t"/>
              <a:pathLst>
                <a:path extrusionOk="0" h="2029" w="1995">
                  <a:moveTo>
                    <a:pt x="926" y="0"/>
                  </a:moveTo>
                  <a:cubicBezTo>
                    <a:pt x="860" y="0"/>
                    <a:pt x="790" y="11"/>
                    <a:pt x="716" y="34"/>
                  </a:cubicBezTo>
                  <a:cubicBezTo>
                    <a:pt x="0" y="255"/>
                    <a:pt x="108" y="2029"/>
                    <a:pt x="948" y="2029"/>
                  </a:cubicBezTo>
                  <a:cubicBezTo>
                    <a:pt x="994" y="2029"/>
                    <a:pt x="1042" y="2024"/>
                    <a:pt x="1093" y="2012"/>
                  </a:cubicBezTo>
                  <a:cubicBezTo>
                    <a:pt x="1994" y="1812"/>
                    <a:pt x="1791" y="0"/>
                    <a:pt x="9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77" name="Google Shape;477;p40"/>
            <p:cNvGrpSpPr/>
            <p:nvPr/>
          </p:nvGrpSpPr>
          <p:grpSpPr>
            <a:xfrm rot="-867606">
              <a:off x="7220580" y="3323850"/>
              <a:ext cx="102123" cy="361067"/>
              <a:chOff x="1825350" y="-685725"/>
              <a:chExt cx="102125" cy="361075"/>
            </a:xfrm>
          </p:grpSpPr>
          <p:sp>
            <p:nvSpPr>
              <p:cNvPr id="478" name="Google Shape;478;p40"/>
              <p:cNvSpPr/>
              <p:nvPr/>
            </p:nvSpPr>
            <p:spPr>
              <a:xfrm>
                <a:off x="1825350" y="-685725"/>
                <a:ext cx="102125" cy="361075"/>
              </a:xfrm>
              <a:custGeom>
                <a:rect b="b" l="l" r="r" t="t"/>
                <a:pathLst>
                  <a:path extrusionOk="0" h="14443" w="4085">
                    <a:moveTo>
                      <a:pt x="352" y="0"/>
                    </a:moveTo>
                    <a:cubicBezTo>
                      <a:pt x="350" y="0"/>
                      <a:pt x="348" y="0"/>
                      <a:pt x="346" y="1"/>
                    </a:cubicBezTo>
                    <a:cubicBezTo>
                      <a:pt x="1" y="49"/>
                      <a:pt x="1684" y="4346"/>
                      <a:pt x="1967" y="7674"/>
                    </a:cubicBezTo>
                    <a:cubicBezTo>
                      <a:pt x="2250" y="10993"/>
                      <a:pt x="556" y="14442"/>
                      <a:pt x="826" y="14442"/>
                    </a:cubicBezTo>
                    <a:cubicBezTo>
                      <a:pt x="826" y="14442"/>
                      <a:pt x="827" y="14442"/>
                      <a:pt x="828" y="14442"/>
                    </a:cubicBezTo>
                    <a:cubicBezTo>
                      <a:pt x="1106" y="14426"/>
                      <a:pt x="4013" y="10965"/>
                      <a:pt x="4049" y="7421"/>
                    </a:cubicBezTo>
                    <a:cubicBezTo>
                      <a:pt x="4084" y="3898"/>
                      <a:pt x="715" y="0"/>
                      <a:pt x="3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40"/>
              <p:cNvSpPr/>
              <p:nvPr/>
            </p:nvSpPr>
            <p:spPr>
              <a:xfrm>
                <a:off x="1875075" y="-548750"/>
                <a:ext cx="11550" cy="112475"/>
              </a:xfrm>
              <a:custGeom>
                <a:rect b="b" l="l" r="r" t="t"/>
                <a:pathLst>
                  <a:path extrusionOk="0" h="4499" w="462">
                    <a:moveTo>
                      <a:pt x="101" y="1"/>
                    </a:moveTo>
                    <a:lnTo>
                      <a:pt x="1" y="24"/>
                    </a:lnTo>
                    <a:cubicBezTo>
                      <a:pt x="1" y="24"/>
                      <a:pt x="13" y="94"/>
                      <a:pt x="35" y="215"/>
                    </a:cubicBezTo>
                    <a:cubicBezTo>
                      <a:pt x="55" y="337"/>
                      <a:pt x="99" y="510"/>
                      <a:pt x="122" y="717"/>
                    </a:cubicBezTo>
                    <a:cubicBezTo>
                      <a:pt x="136" y="820"/>
                      <a:pt x="151" y="932"/>
                      <a:pt x="168" y="1051"/>
                    </a:cubicBezTo>
                    <a:cubicBezTo>
                      <a:pt x="186" y="1168"/>
                      <a:pt x="187" y="1296"/>
                      <a:pt x="202" y="1426"/>
                    </a:cubicBezTo>
                    <a:cubicBezTo>
                      <a:pt x="233" y="1686"/>
                      <a:pt x="232" y="1966"/>
                      <a:pt x="244" y="2244"/>
                    </a:cubicBezTo>
                    <a:cubicBezTo>
                      <a:pt x="243" y="2524"/>
                      <a:pt x="250" y="2804"/>
                      <a:pt x="233" y="3066"/>
                    </a:cubicBezTo>
                    <a:cubicBezTo>
                      <a:pt x="225" y="3328"/>
                      <a:pt x="210" y="3573"/>
                      <a:pt x="195" y="3784"/>
                    </a:cubicBezTo>
                    <a:cubicBezTo>
                      <a:pt x="165" y="4205"/>
                      <a:pt x="145" y="4485"/>
                      <a:pt x="145" y="4485"/>
                    </a:cubicBezTo>
                    <a:lnTo>
                      <a:pt x="246" y="4499"/>
                    </a:lnTo>
                    <a:cubicBezTo>
                      <a:pt x="246" y="4499"/>
                      <a:pt x="259" y="4429"/>
                      <a:pt x="281" y="4308"/>
                    </a:cubicBezTo>
                    <a:cubicBezTo>
                      <a:pt x="299" y="4185"/>
                      <a:pt x="340" y="4012"/>
                      <a:pt x="362" y="3800"/>
                    </a:cubicBezTo>
                    <a:cubicBezTo>
                      <a:pt x="386" y="3589"/>
                      <a:pt x="422" y="3343"/>
                      <a:pt x="435" y="3077"/>
                    </a:cubicBezTo>
                    <a:cubicBezTo>
                      <a:pt x="457" y="2811"/>
                      <a:pt x="455" y="2526"/>
                      <a:pt x="462" y="2241"/>
                    </a:cubicBezTo>
                    <a:cubicBezTo>
                      <a:pt x="446" y="1956"/>
                      <a:pt x="440" y="1672"/>
                      <a:pt x="404" y="1406"/>
                    </a:cubicBezTo>
                    <a:cubicBezTo>
                      <a:pt x="388" y="1274"/>
                      <a:pt x="379" y="1145"/>
                      <a:pt x="353" y="1024"/>
                    </a:cubicBezTo>
                    <a:cubicBezTo>
                      <a:pt x="329" y="902"/>
                      <a:pt x="307" y="789"/>
                      <a:pt x="286" y="682"/>
                    </a:cubicBezTo>
                    <a:cubicBezTo>
                      <a:pt x="251" y="470"/>
                      <a:pt x="186" y="307"/>
                      <a:pt x="157" y="187"/>
                    </a:cubicBezTo>
                    <a:cubicBezTo>
                      <a:pt x="121" y="68"/>
                      <a:pt x="101" y="1"/>
                      <a:pt x="1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4" name="Google Shape;484;p41"/>
          <p:cNvGrpSpPr/>
          <p:nvPr/>
        </p:nvGrpSpPr>
        <p:grpSpPr>
          <a:xfrm>
            <a:off x="3970162" y="2640532"/>
            <a:ext cx="3712110" cy="1894686"/>
            <a:chOff x="233350" y="949250"/>
            <a:chExt cx="7137300" cy="3802300"/>
          </a:xfrm>
        </p:grpSpPr>
        <p:sp>
          <p:nvSpPr>
            <p:cNvPr id="485" name="Google Shape;485;p41"/>
            <p:cNvSpPr/>
            <p:nvPr/>
          </p:nvSpPr>
          <p:spPr>
            <a:xfrm>
              <a:off x="4428450" y="2808675"/>
              <a:ext cx="1478900" cy="330100"/>
            </a:xfrm>
            <a:custGeom>
              <a:rect b="b" l="l" r="r" t="t"/>
              <a:pathLst>
                <a:path extrusionOk="0" h="13204" w="59156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41"/>
            <p:cNvSpPr/>
            <p:nvPr/>
          </p:nvSpPr>
          <p:spPr>
            <a:xfrm>
              <a:off x="2909400" y="1076125"/>
              <a:ext cx="4118650" cy="3109225"/>
            </a:xfrm>
            <a:custGeom>
              <a:rect b="b" l="l" r="r" t="t"/>
              <a:pathLst>
                <a:path extrusionOk="0" h="124369" w="164746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41"/>
            <p:cNvSpPr/>
            <p:nvPr/>
          </p:nvSpPr>
          <p:spPr>
            <a:xfrm>
              <a:off x="5913800" y="3523050"/>
              <a:ext cx="1109075" cy="813875"/>
            </a:xfrm>
            <a:custGeom>
              <a:rect b="b" l="l" r="r" t="t"/>
              <a:pathLst>
                <a:path extrusionOk="0" h="32555" w="44363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41"/>
            <p:cNvSpPr/>
            <p:nvPr/>
          </p:nvSpPr>
          <p:spPr>
            <a:xfrm>
              <a:off x="6442175" y="3238700"/>
              <a:ext cx="571625" cy="311800"/>
            </a:xfrm>
            <a:custGeom>
              <a:rect b="b" l="l" r="r" t="t"/>
              <a:pathLst>
                <a:path extrusionOk="0" h="12472" w="22865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41"/>
            <p:cNvSpPr/>
            <p:nvPr/>
          </p:nvSpPr>
          <p:spPr>
            <a:xfrm>
              <a:off x="5898675" y="3029225"/>
              <a:ext cx="282150" cy="318450"/>
            </a:xfrm>
            <a:custGeom>
              <a:rect b="b" l="l" r="r" t="t"/>
              <a:pathLst>
                <a:path extrusionOk="0" h="12738" w="11286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41"/>
            <p:cNvSpPr/>
            <p:nvPr/>
          </p:nvSpPr>
          <p:spPr>
            <a:xfrm>
              <a:off x="5544400" y="3065225"/>
              <a:ext cx="541800" cy="430700"/>
            </a:xfrm>
            <a:custGeom>
              <a:rect b="b" l="l" r="r" t="t"/>
              <a:pathLst>
                <a:path extrusionOk="0" h="17228" w="21672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41"/>
            <p:cNvSpPr/>
            <p:nvPr/>
          </p:nvSpPr>
          <p:spPr>
            <a:xfrm>
              <a:off x="4388700" y="3530600"/>
              <a:ext cx="227275" cy="395425"/>
            </a:xfrm>
            <a:custGeom>
              <a:rect b="b" l="l" r="r" t="t"/>
              <a:pathLst>
                <a:path extrusionOk="0" h="15817" w="9091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41"/>
            <p:cNvSpPr/>
            <p:nvPr/>
          </p:nvSpPr>
          <p:spPr>
            <a:xfrm>
              <a:off x="6438300" y="1893850"/>
              <a:ext cx="267450" cy="418275"/>
            </a:xfrm>
            <a:custGeom>
              <a:rect b="b" l="l" r="r" t="t"/>
              <a:pathLst>
                <a:path extrusionOk="0" h="16731" w="10698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41"/>
            <p:cNvSpPr/>
            <p:nvPr/>
          </p:nvSpPr>
          <p:spPr>
            <a:xfrm>
              <a:off x="6901875" y="4220725"/>
              <a:ext cx="468775" cy="354550"/>
            </a:xfrm>
            <a:custGeom>
              <a:rect b="b" l="l" r="r" t="t"/>
              <a:pathLst>
                <a:path extrusionOk="0" h="14182" w="18751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41"/>
            <p:cNvSpPr/>
            <p:nvPr/>
          </p:nvSpPr>
          <p:spPr>
            <a:xfrm>
              <a:off x="6306100" y="2654825"/>
              <a:ext cx="232875" cy="385425"/>
            </a:xfrm>
            <a:custGeom>
              <a:rect b="b" l="l" r="r" t="t"/>
              <a:pathLst>
                <a:path extrusionOk="0" h="15417" w="9315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41"/>
            <p:cNvSpPr/>
            <p:nvPr/>
          </p:nvSpPr>
          <p:spPr>
            <a:xfrm>
              <a:off x="6139750" y="3178550"/>
              <a:ext cx="185375" cy="227425"/>
            </a:xfrm>
            <a:custGeom>
              <a:rect b="b" l="l" r="r" t="t"/>
              <a:pathLst>
                <a:path extrusionOk="0" h="9097" w="7415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41"/>
            <p:cNvSpPr/>
            <p:nvPr/>
          </p:nvSpPr>
          <p:spPr>
            <a:xfrm>
              <a:off x="4320000" y="1079225"/>
              <a:ext cx="260125" cy="163000"/>
            </a:xfrm>
            <a:custGeom>
              <a:rect b="b" l="l" r="r" t="t"/>
              <a:pathLst>
                <a:path extrusionOk="0" h="6520" w="10405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41"/>
            <p:cNvSpPr/>
            <p:nvPr/>
          </p:nvSpPr>
          <p:spPr>
            <a:xfrm>
              <a:off x="3605850" y="1017225"/>
              <a:ext cx="246275" cy="88775"/>
            </a:xfrm>
            <a:custGeom>
              <a:rect b="b" l="l" r="r" t="t"/>
              <a:pathLst>
                <a:path extrusionOk="0" h="3551" w="9851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41"/>
            <p:cNvSpPr/>
            <p:nvPr/>
          </p:nvSpPr>
          <p:spPr>
            <a:xfrm>
              <a:off x="3161275" y="1612775"/>
              <a:ext cx="115825" cy="115825"/>
            </a:xfrm>
            <a:custGeom>
              <a:rect b="b" l="l" r="r" t="t"/>
              <a:pathLst>
                <a:path extrusionOk="0" h="4633" w="4633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41"/>
            <p:cNvSpPr/>
            <p:nvPr/>
          </p:nvSpPr>
          <p:spPr>
            <a:xfrm>
              <a:off x="6082850" y="3458350"/>
              <a:ext cx="215350" cy="82375"/>
            </a:xfrm>
            <a:custGeom>
              <a:rect b="b" l="l" r="r" t="t"/>
              <a:pathLst>
                <a:path extrusionOk="0" h="3295" w="8614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41"/>
            <p:cNvSpPr/>
            <p:nvPr/>
          </p:nvSpPr>
          <p:spPr>
            <a:xfrm>
              <a:off x="5726825" y="1103850"/>
              <a:ext cx="262175" cy="54825"/>
            </a:xfrm>
            <a:custGeom>
              <a:rect b="b" l="l" r="r" t="t"/>
              <a:pathLst>
                <a:path extrusionOk="0" h="2193" w="10487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41"/>
            <p:cNvSpPr/>
            <p:nvPr/>
          </p:nvSpPr>
          <p:spPr>
            <a:xfrm>
              <a:off x="6497925" y="4391525"/>
              <a:ext cx="125725" cy="97375"/>
            </a:xfrm>
            <a:custGeom>
              <a:rect b="b" l="l" r="r" t="t"/>
              <a:pathLst>
                <a:path extrusionOk="0" h="3895" w="5029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41"/>
            <p:cNvSpPr/>
            <p:nvPr/>
          </p:nvSpPr>
          <p:spPr>
            <a:xfrm>
              <a:off x="5334875" y="2906300"/>
              <a:ext cx="82100" cy="128050"/>
            </a:xfrm>
            <a:custGeom>
              <a:rect b="b" l="l" r="r" t="t"/>
              <a:pathLst>
                <a:path extrusionOk="0" h="5122" w="3284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41"/>
            <p:cNvSpPr/>
            <p:nvPr/>
          </p:nvSpPr>
          <p:spPr>
            <a:xfrm>
              <a:off x="4869125" y="997550"/>
              <a:ext cx="160750" cy="66150"/>
            </a:xfrm>
            <a:custGeom>
              <a:rect b="b" l="l" r="r" t="t"/>
              <a:pathLst>
                <a:path extrusionOk="0" h="2646" w="643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41"/>
            <p:cNvSpPr/>
            <p:nvPr/>
          </p:nvSpPr>
          <p:spPr>
            <a:xfrm>
              <a:off x="3763550" y="998475"/>
              <a:ext cx="117975" cy="55725"/>
            </a:xfrm>
            <a:custGeom>
              <a:rect b="b" l="l" r="r" t="t"/>
              <a:pathLst>
                <a:path extrusionOk="0" h="2229" w="4719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41"/>
            <p:cNvSpPr/>
            <p:nvPr/>
          </p:nvSpPr>
          <p:spPr>
            <a:xfrm>
              <a:off x="6244750" y="3463175"/>
              <a:ext cx="127900" cy="76650"/>
            </a:xfrm>
            <a:custGeom>
              <a:rect b="b" l="l" r="r" t="t"/>
              <a:pathLst>
                <a:path extrusionOk="0" h="3066" w="5116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41"/>
            <p:cNvSpPr/>
            <p:nvPr/>
          </p:nvSpPr>
          <p:spPr>
            <a:xfrm>
              <a:off x="6286725" y="2464325"/>
              <a:ext cx="67775" cy="93850"/>
            </a:xfrm>
            <a:custGeom>
              <a:rect b="b" l="l" r="r" t="t"/>
              <a:pathLst>
                <a:path extrusionOk="0" h="3754" w="2711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41"/>
            <p:cNvSpPr/>
            <p:nvPr/>
          </p:nvSpPr>
          <p:spPr>
            <a:xfrm>
              <a:off x="6279300" y="2861375"/>
              <a:ext cx="75625" cy="97275"/>
            </a:xfrm>
            <a:custGeom>
              <a:rect b="b" l="l" r="r" t="t"/>
              <a:pathLst>
                <a:path extrusionOk="0" h="3891" w="3025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41"/>
            <p:cNvSpPr/>
            <p:nvPr/>
          </p:nvSpPr>
          <p:spPr>
            <a:xfrm>
              <a:off x="4145025" y="994975"/>
              <a:ext cx="111500" cy="47325"/>
            </a:xfrm>
            <a:custGeom>
              <a:rect b="b" l="l" r="r" t="t"/>
              <a:pathLst>
                <a:path extrusionOk="0" h="1893" w="446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41"/>
            <p:cNvSpPr/>
            <p:nvPr/>
          </p:nvSpPr>
          <p:spPr>
            <a:xfrm>
              <a:off x="7213625" y="3803350"/>
              <a:ext cx="74075" cy="80050"/>
            </a:xfrm>
            <a:custGeom>
              <a:rect b="b" l="l" r="r" t="t"/>
              <a:pathLst>
                <a:path extrusionOk="0" h="3202" w="2963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41"/>
            <p:cNvSpPr/>
            <p:nvPr/>
          </p:nvSpPr>
          <p:spPr>
            <a:xfrm>
              <a:off x="6542025" y="3118350"/>
              <a:ext cx="66075" cy="79800"/>
            </a:xfrm>
            <a:custGeom>
              <a:rect b="b" l="l" r="r" t="t"/>
              <a:pathLst>
                <a:path extrusionOk="0" h="3192" w="2643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41"/>
            <p:cNvSpPr/>
            <p:nvPr/>
          </p:nvSpPr>
          <p:spPr>
            <a:xfrm>
              <a:off x="4278100" y="987200"/>
              <a:ext cx="87225" cy="50150"/>
            </a:xfrm>
            <a:custGeom>
              <a:rect b="b" l="l" r="r" t="t"/>
              <a:pathLst>
                <a:path extrusionOk="0" h="2006" w="3489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41"/>
            <p:cNvSpPr/>
            <p:nvPr/>
          </p:nvSpPr>
          <p:spPr>
            <a:xfrm>
              <a:off x="6595650" y="1204100"/>
              <a:ext cx="81075" cy="41800"/>
            </a:xfrm>
            <a:custGeom>
              <a:rect b="b" l="l" r="r" t="t"/>
              <a:pathLst>
                <a:path extrusionOk="0" h="1672" w="3243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41"/>
            <p:cNvSpPr/>
            <p:nvPr/>
          </p:nvSpPr>
          <p:spPr>
            <a:xfrm>
              <a:off x="5040350" y="1034625"/>
              <a:ext cx="81550" cy="46975"/>
            </a:xfrm>
            <a:custGeom>
              <a:rect b="b" l="l" r="r" t="t"/>
              <a:pathLst>
                <a:path extrusionOk="0" h="1879" w="3262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41"/>
            <p:cNvSpPr/>
            <p:nvPr/>
          </p:nvSpPr>
          <p:spPr>
            <a:xfrm>
              <a:off x="6380950" y="3302475"/>
              <a:ext cx="77800" cy="40225"/>
            </a:xfrm>
            <a:custGeom>
              <a:rect b="b" l="l" r="r" t="t"/>
              <a:pathLst>
                <a:path extrusionOk="0" h="1609" w="3112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41"/>
            <p:cNvSpPr/>
            <p:nvPr/>
          </p:nvSpPr>
          <p:spPr>
            <a:xfrm>
              <a:off x="4384825" y="996700"/>
              <a:ext cx="62025" cy="39775"/>
            </a:xfrm>
            <a:custGeom>
              <a:rect b="b" l="l" r="r" t="t"/>
              <a:pathLst>
                <a:path extrusionOk="0" h="1591" w="2481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41"/>
            <p:cNvSpPr/>
            <p:nvPr/>
          </p:nvSpPr>
          <p:spPr>
            <a:xfrm>
              <a:off x="2100625" y="1004500"/>
              <a:ext cx="520200" cy="95050"/>
            </a:xfrm>
            <a:custGeom>
              <a:rect b="b" l="l" r="r" t="t"/>
              <a:pathLst>
                <a:path extrusionOk="0" h="3802" w="20808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41"/>
            <p:cNvSpPr/>
            <p:nvPr/>
          </p:nvSpPr>
          <p:spPr>
            <a:xfrm>
              <a:off x="233350" y="949250"/>
              <a:ext cx="3232550" cy="3802300"/>
            </a:xfrm>
            <a:custGeom>
              <a:rect b="b" l="l" r="r" t="t"/>
              <a:pathLst>
                <a:path extrusionOk="0" h="152092" w="129302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41"/>
            <p:cNvSpPr/>
            <p:nvPr/>
          </p:nvSpPr>
          <p:spPr>
            <a:xfrm>
              <a:off x="1581325" y="1051125"/>
              <a:ext cx="283000" cy="91675"/>
            </a:xfrm>
            <a:custGeom>
              <a:rect b="b" l="l" r="r" t="t"/>
              <a:pathLst>
                <a:path extrusionOk="0" h="3667" w="1132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41"/>
            <p:cNvSpPr/>
            <p:nvPr/>
          </p:nvSpPr>
          <p:spPr>
            <a:xfrm>
              <a:off x="3144425" y="1319375"/>
              <a:ext cx="213450" cy="95575"/>
            </a:xfrm>
            <a:custGeom>
              <a:rect b="b" l="l" r="r" t="t"/>
              <a:pathLst>
                <a:path extrusionOk="0" h="3823" w="8538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41"/>
            <p:cNvSpPr/>
            <p:nvPr/>
          </p:nvSpPr>
          <p:spPr>
            <a:xfrm>
              <a:off x="1453000" y="2509000"/>
              <a:ext cx="263575" cy="113100"/>
            </a:xfrm>
            <a:custGeom>
              <a:rect b="b" l="l" r="r" t="t"/>
              <a:pathLst>
                <a:path extrusionOk="0" h="4524" w="10543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41"/>
            <p:cNvSpPr/>
            <p:nvPr/>
          </p:nvSpPr>
          <p:spPr>
            <a:xfrm>
              <a:off x="1880725" y="1020350"/>
              <a:ext cx="162025" cy="112025"/>
            </a:xfrm>
            <a:custGeom>
              <a:rect b="b" l="l" r="r" t="t"/>
              <a:pathLst>
                <a:path extrusionOk="0" h="4481" w="6481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41"/>
            <p:cNvSpPr/>
            <p:nvPr/>
          </p:nvSpPr>
          <p:spPr>
            <a:xfrm>
              <a:off x="1688900" y="2603450"/>
              <a:ext cx="165050" cy="73950"/>
            </a:xfrm>
            <a:custGeom>
              <a:rect b="b" l="l" r="r" t="t"/>
              <a:pathLst>
                <a:path extrusionOk="0" h="2958" w="6602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41"/>
            <p:cNvSpPr/>
            <p:nvPr/>
          </p:nvSpPr>
          <p:spPr>
            <a:xfrm>
              <a:off x="1922200" y="1344925"/>
              <a:ext cx="129625" cy="64525"/>
            </a:xfrm>
            <a:custGeom>
              <a:rect b="b" l="l" r="r" t="t"/>
              <a:pathLst>
                <a:path extrusionOk="0" h="2581" w="5185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41"/>
            <p:cNvSpPr/>
            <p:nvPr/>
          </p:nvSpPr>
          <p:spPr>
            <a:xfrm>
              <a:off x="1787825" y="1030550"/>
              <a:ext cx="94250" cy="44825"/>
            </a:xfrm>
            <a:custGeom>
              <a:rect b="b" l="l" r="r" t="t"/>
              <a:pathLst>
                <a:path extrusionOk="0" h="1793" w="377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41"/>
            <p:cNvSpPr/>
            <p:nvPr/>
          </p:nvSpPr>
          <p:spPr>
            <a:xfrm>
              <a:off x="1870350" y="2639275"/>
              <a:ext cx="59225" cy="44325"/>
            </a:xfrm>
            <a:custGeom>
              <a:rect b="b" l="l" r="r" t="t"/>
              <a:pathLst>
                <a:path extrusionOk="0" h="1773" w="2369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41"/>
            <p:cNvSpPr/>
            <p:nvPr/>
          </p:nvSpPr>
          <p:spPr>
            <a:xfrm>
              <a:off x="2264800" y="4630125"/>
              <a:ext cx="62675" cy="39225"/>
            </a:xfrm>
            <a:custGeom>
              <a:rect b="b" l="l" r="r" t="t"/>
              <a:pathLst>
                <a:path extrusionOk="0" h="1569" w="2507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41"/>
            <p:cNvSpPr/>
            <p:nvPr/>
          </p:nvSpPr>
          <p:spPr>
            <a:xfrm>
              <a:off x="1604225" y="2645350"/>
              <a:ext cx="56175" cy="38275"/>
            </a:xfrm>
            <a:custGeom>
              <a:rect b="b" l="l" r="r" t="t"/>
              <a:pathLst>
                <a:path extrusionOk="0" h="1531" w="2247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41"/>
            <p:cNvSpPr/>
            <p:nvPr/>
          </p:nvSpPr>
          <p:spPr>
            <a:xfrm>
              <a:off x="7045475" y="3384250"/>
              <a:ext cx="47375" cy="53550"/>
            </a:xfrm>
            <a:custGeom>
              <a:rect b="b" l="l" r="r" t="t"/>
              <a:pathLst>
                <a:path extrusionOk="0" h="2142" w="1895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41"/>
            <p:cNvSpPr/>
            <p:nvPr/>
          </p:nvSpPr>
          <p:spPr>
            <a:xfrm>
              <a:off x="4291500" y="1250400"/>
              <a:ext cx="54900" cy="37900"/>
            </a:xfrm>
            <a:custGeom>
              <a:rect b="b" l="l" r="r" t="t"/>
              <a:pathLst>
                <a:path extrusionOk="0" h="1516" w="2196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41"/>
            <p:cNvSpPr/>
            <p:nvPr/>
          </p:nvSpPr>
          <p:spPr>
            <a:xfrm>
              <a:off x="6323375" y="3314875"/>
              <a:ext cx="50125" cy="37325"/>
            </a:xfrm>
            <a:custGeom>
              <a:rect b="b" l="l" r="r" t="t"/>
              <a:pathLst>
                <a:path extrusionOk="0" h="1493" w="2005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41"/>
            <p:cNvSpPr/>
            <p:nvPr/>
          </p:nvSpPr>
          <p:spPr>
            <a:xfrm>
              <a:off x="6680225" y="1890750"/>
              <a:ext cx="46075" cy="42200"/>
            </a:xfrm>
            <a:custGeom>
              <a:rect b="b" l="l" r="r" t="t"/>
              <a:pathLst>
                <a:path extrusionOk="0" h="1688" w="1843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41"/>
            <p:cNvSpPr/>
            <p:nvPr/>
          </p:nvSpPr>
          <p:spPr>
            <a:xfrm>
              <a:off x="3550975" y="1955400"/>
              <a:ext cx="53600" cy="126175"/>
            </a:xfrm>
            <a:custGeom>
              <a:rect b="b" l="l" r="r" t="t"/>
              <a:pathLst>
                <a:path extrusionOk="0" h="5047" w="2144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41"/>
            <p:cNvSpPr/>
            <p:nvPr/>
          </p:nvSpPr>
          <p:spPr>
            <a:xfrm>
              <a:off x="3910000" y="2161475"/>
              <a:ext cx="93775" cy="45400"/>
            </a:xfrm>
            <a:custGeom>
              <a:rect b="b" l="l" r="r" t="t"/>
              <a:pathLst>
                <a:path extrusionOk="0" h="1816" w="3751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41"/>
            <p:cNvSpPr/>
            <p:nvPr/>
          </p:nvSpPr>
          <p:spPr>
            <a:xfrm>
              <a:off x="4125600" y="2173875"/>
              <a:ext cx="50575" cy="37600"/>
            </a:xfrm>
            <a:custGeom>
              <a:rect b="b" l="l" r="r" t="t"/>
              <a:pathLst>
                <a:path extrusionOk="0" h="1504" w="2023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41"/>
            <p:cNvSpPr/>
            <p:nvPr/>
          </p:nvSpPr>
          <p:spPr>
            <a:xfrm>
              <a:off x="3415775" y="2038325"/>
              <a:ext cx="44925" cy="38175"/>
            </a:xfrm>
            <a:custGeom>
              <a:rect b="b" l="l" r="r" t="t"/>
              <a:pathLst>
                <a:path extrusionOk="0" h="1527" w="1797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6" name="Google Shape;536;p41"/>
          <p:cNvSpPr/>
          <p:nvPr/>
        </p:nvSpPr>
        <p:spPr>
          <a:xfrm>
            <a:off x="4937299" y="3926141"/>
            <a:ext cx="114300" cy="109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41"/>
          <p:cNvSpPr/>
          <p:nvPr/>
        </p:nvSpPr>
        <p:spPr>
          <a:xfrm>
            <a:off x="4371057" y="3042763"/>
            <a:ext cx="114300" cy="109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41"/>
          <p:cNvSpPr/>
          <p:nvPr/>
        </p:nvSpPr>
        <p:spPr>
          <a:xfrm>
            <a:off x="6371572" y="2988824"/>
            <a:ext cx="114300" cy="109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41"/>
          <p:cNvSpPr txBox="1"/>
          <p:nvPr>
            <p:ph idx="4294967295" type="subTitle"/>
          </p:nvPr>
        </p:nvSpPr>
        <p:spPr>
          <a:xfrm>
            <a:off x="3557952" y="2087475"/>
            <a:ext cx="1368600" cy="39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4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EUROPE</a:t>
            </a:r>
            <a:endParaRPr sz="2000">
              <a:solidFill>
                <a:schemeClr val="accent4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540" name="Google Shape;540;p41"/>
          <p:cNvSpPr txBox="1"/>
          <p:nvPr>
            <p:ph idx="4294967295" type="subTitle"/>
          </p:nvPr>
        </p:nvSpPr>
        <p:spPr>
          <a:xfrm>
            <a:off x="3381895" y="2343413"/>
            <a:ext cx="2209200" cy="5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            21.8%</a:t>
            </a:r>
            <a:endParaRPr/>
          </a:p>
        </p:txBody>
      </p:sp>
      <p:sp>
        <p:nvSpPr>
          <p:cNvPr id="541" name="Google Shape;541;p41"/>
          <p:cNvSpPr/>
          <p:nvPr/>
        </p:nvSpPr>
        <p:spPr>
          <a:xfrm>
            <a:off x="5815795" y="2967211"/>
            <a:ext cx="114300" cy="109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41"/>
          <p:cNvSpPr txBox="1"/>
          <p:nvPr>
            <p:ph idx="4294967295" type="subTitle"/>
          </p:nvPr>
        </p:nvSpPr>
        <p:spPr>
          <a:xfrm>
            <a:off x="3193312" y="3907592"/>
            <a:ext cx="1368600" cy="39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4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LATIN AMERICA</a:t>
            </a:r>
            <a:endParaRPr sz="2000">
              <a:solidFill>
                <a:schemeClr val="accent4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543" name="Google Shape;543;p41"/>
          <p:cNvSpPr txBox="1"/>
          <p:nvPr>
            <p:ph idx="4294967295" type="subTitle"/>
          </p:nvPr>
        </p:nvSpPr>
        <p:spPr>
          <a:xfrm>
            <a:off x="3497915" y="4225486"/>
            <a:ext cx="681300" cy="5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10%</a:t>
            </a:r>
            <a:endParaRPr/>
          </a:p>
        </p:txBody>
      </p:sp>
      <p:sp>
        <p:nvSpPr>
          <p:cNvPr id="544" name="Google Shape;544;p41"/>
          <p:cNvSpPr txBox="1"/>
          <p:nvPr>
            <p:ph idx="4294967295" type="subTitle"/>
          </p:nvPr>
        </p:nvSpPr>
        <p:spPr>
          <a:xfrm>
            <a:off x="7510707" y="2468589"/>
            <a:ext cx="1368600" cy="39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4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      ASIA</a:t>
            </a:r>
            <a:endParaRPr sz="2000">
              <a:solidFill>
                <a:schemeClr val="accent4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545" name="Google Shape;545;p41"/>
          <p:cNvSpPr txBox="1"/>
          <p:nvPr>
            <p:ph idx="4294967295" type="subTitle"/>
          </p:nvPr>
        </p:nvSpPr>
        <p:spPr>
          <a:xfrm>
            <a:off x="7633972" y="2702998"/>
            <a:ext cx="1368600" cy="5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       52.26%</a:t>
            </a:r>
            <a:endParaRPr/>
          </a:p>
        </p:txBody>
      </p:sp>
      <p:sp>
        <p:nvSpPr>
          <p:cNvPr id="546" name="Google Shape;546;p41"/>
          <p:cNvSpPr txBox="1"/>
          <p:nvPr>
            <p:ph idx="4294967295" type="subTitle"/>
          </p:nvPr>
        </p:nvSpPr>
        <p:spPr>
          <a:xfrm>
            <a:off x="7510707" y="3243063"/>
            <a:ext cx="1368600" cy="39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4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AFRICA</a:t>
            </a:r>
            <a:endParaRPr sz="2000">
              <a:solidFill>
                <a:schemeClr val="accent4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547" name="Google Shape;547;p41"/>
          <p:cNvSpPr txBox="1"/>
          <p:nvPr>
            <p:ph idx="4294967295" type="subTitle"/>
          </p:nvPr>
        </p:nvSpPr>
        <p:spPr>
          <a:xfrm>
            <a:off x="7331725" y="3503011"/>
            <a:ext cx="1368600" cy="5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5.7%</a:t>
            </a:r>
            <a:endParaRPr/>
          </a:p>
        </p:txBody>
      </p:sp>
      <p:cxnSp>
        <p:nvCxnSpPr>
          <p:cNvPr id="548" name="Google Shape;548;p41"/>
          <p:cNvCxnSpPr/>
          <p:nvPr/>
        </p:nvCxnSpPr>
        <p:spPr>
          <a:xfrm flipH="1">
            <a:off x="4294378" y="3973348"/>
            <a:ext cx="681300" cy="210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9" name="Google Shape;549;p41"/>
          <p:cNvCxnSpPr>
            <a:stCxn id="538" idx="6"/>
            <a:endCxn id="544" idx="1"/>
          </p:cNvCxnSpPr>
          <p:nvPr/>
        </p:nvCxnSpPr>
        <p:spPr>
          <a:xfrm flipH="1" rot="10800000">
            <a:off x="6485872" y="2665274"/>
            <a:ext cx="1024800" cy="378300"/>
          </a:xfrm>
          <a:prstGeom prst="curvedConnector3">
            <a:avLst>
              <a:gd fmla="val 50006" name="adj1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0" name="Google Shape;550;p41"/>
          <p:cNvCxnSpPr/>
          <p:nvPr/>
        </p:nvCxnSpPr>
        <p:spPr>
          <a:xfrm>
            <a:off x="5018635" y="2456969"/>
            <a:ext cx="832500" cy="5613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1" name="Google Shape;551;p41"/>
          <p:cNvCxnSpPr/>
          <p:nvPr/>
        </p:nvCxnSpPr>
        <p:spPr>
          <a:xfrm flipH="1">
            <a:off x="3765079" y="3084210"/>
            <a:ext cx="648900" cy="117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2" name="Google Shape;552;p41"/>
          <p:cNvSpPr txBox="1"/>
          <p:nvPr>
            <p:ph idx="4294967295" type="subTitle"/>
          </p:nvPr>
        </p:nvSpPr>
        <p:spPr>
          <a:xfrm>
            <a:off x="2795651" y="2837636"/>
            <a:ext cx="1368600" cy="39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4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NORTH AMERICA</a:t>
            </a:r>
            <a:endParaRPr sz="2000">
              <a:solidFill>
                <a:schemeClr val="accent4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553" name="Google Shape;553;p41"/>
          <p:cNvSpPr txBox="1"/>
          <p:nvPr>
            <p:ph idx="4294967295" type="subTitle"/>
          </p:nvPr>
        </p:nvSpPr>
        <p:spPr>
          <a:xfrm>
            <a:off x="2798018" y="3108424"/>
            <a:ext cx="1368600" cy="5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         9.1%</a:t>
            </a:r>
            <a:endParaRPr/>
          </a:p>
        </p:txBody>
      </p:sp>
      <p:cxnSp>
        <p:nvCxnSpPr>
          <p:cNvPr id="554" name="Google Shape;554;p41"/>
          <p:cNvCxnSpPr/>
          <p:nvPr/>
        </p:nvCxnSpPr>
        <p:spPr>
          <a:xfrm flipH="1" rot="10800000">
            <a:off x="5948422" y="3440126"/>
            <a:ext cx="1911900" cy="411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5" name="Google Shape;555;p41"/>
          <p:cNvSpPr/>
          <p:nvPr/>
        </p:nvSpPr>
        <p:spPr>
          <a:xfrm>
            <a:off x="5948426" y="3799678"/>
            <a:ext cx="114300" cy="109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41"/>
          <p:cNvSpPr/>
          <p:nvPr/>
        </p:nvSpPr>
        <p:spPr>
          <a:xfrm>
            <a:off x="947875" y="304450"/>
            <a:ext cx="3010200" cy="77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4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1</a:t>
            </a:r>
            <a:r>
              <a:rPr lang="en" sz="3900">
                <a:solidFill>
                  <a:schemeClr val="accent4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M</a:t>
            </a:r>
            <a:r>
              <a:rPr lang="en" sz="3500">
                <a:solidFill>
                  <a:schemeClr val="accent4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 </a:t>
            </a:r>
            <a:r>
              <a:rPr lang="en" sz="35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Affected</a:t>
            </a:r>
            <a:endParaRPr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557" name="Google Shape;557;p41"/>
          <p:cNvSpPr/>
          <p:nvPr/>
        </p:nvSpPr>
        <p:spPr>
          <a:xfrm>
            <a:off x="4420225" y="304450"/>
            <a:ext cx="4208400" cy="77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4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90,000</a:t>
            </a:r>
            <a:r>
              <a:rPr lang="en" sz="42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 New/Y </a:t>
            </a:r>
            <a:endParaRPr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558" name="Google Shape;558;p41"/>
          <p:cNvSpPr/>
          <p:nvPr/>
        </p:nvSpPr>
        <p:spPr>
          <a:xfrm>
            <a:off x="481950" y="1336925"/>
            <a:ext cx="2259300" cy="1631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4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19,000</a:t>
            </a:r>
            <a:endParaRPr sz="3500">
              <a:solidFill>
                <a:schemeClr val="accent4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Death</a:t>
            </a:r>
            <a:r>
              <a:rPr lang="en" sz="35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/Y</a:t>
            </a:r>
            <a:endParaRPr sz="3500">
              <a:solidFill>
                <a:schemeClr val="dk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559" name="Google Shape;559;p41"/>
          <p:cNvSpPr/>
          <p:nvPr/>
        </p:nvSpPr>
        <p:spPr>
          <a:xfrm>
            <a:off x="484250" y="3124000"/>
            <a:ext cx="2259300" cy="1631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4"/>
                </a:solidFill>
                <a:highlight>
                  <a:schemeClr val="accent6"/>
                </a:highlight>
                <a:latin typeface="Raleway ExtraBold"/>
                <a:ea typeface="Raleway ExtraBold"/>
                <a:cs typeface="Raleway ExtraBold"/>
                <a:sym typeface="Raleway ExtraBold"/>
              </a:rPr>
              <a:t>8740</a:t>
            </a:r>
            <a:endParaRPr sz="3500">
              <a:solidFill>
                <a:schemeClr val="accent4"/>
              </a:solidFill>
              <a:highlight>
                <a:schemeClr val="accent6"/>
              </a:highlight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dk1"/>
                </a:solidFill>
                <a:highlight>
                  <a:schemeClr val="accent6"/>
                </a:highlight>
                <a:latin typeface="Raleway ExtraBold"/>
                <a:ea typeface="Raleway ExtraBold"/>
                <a:cs typeface="Raleway ExtraBold"/>
                <a:sym typeface="Raleway ExtraBold"/>
              </a:rPr>
              <a:t>Egy-2025</a:t>
            </a:r>
            <a:endParaRPr sz="3500">
              <a:solidFill>
                <a:schemeClr val="dk1"/>
              </a:solidFill>
              <a:highlight>
                <a:schemeClr val="accent6"/>
              </a:highlight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560" name="Google Shape;560;p41"/>
          <p:cNvSpPr txBox="1"/>
          <p:nvPr/>
        </p:nvSpPr>
        <p:spPr>
          <a:xfrm>
            <a:off x="5778400" y="4706300"/>
            <a:ext cx="3375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American</a:t>
            </a:r>
            <a:r>
              <a:rPr lang="en" sz="6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brain tumor association :</a:t>
            </a:r>
            <a:r>
              <a:rPr lang="en" sz="600" u="sng">
                <a:solidFill>
                  <a:schemeClr val="hlink"/>
                </a:solidFill>
                <a:latin typeface="Raleway Medium"/>
                <a:ea typeface="Raleway Medium"/>
                <a:cs typeface="Raleway Medium"/>
                <a:sym typeface="Raleway Medium"/>
                <a:hlinkClick r:id="rId3"/>
              </a:rPr>
              <a:t>https://www.abta.org</a:t>
            </a:r>
            <a:endParaRPr sz="6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National cancer institutions: </a:t>
            </a:r>
            <a:r>
              <a:rPr lang="en" sz="600" u="sng">
                <a:solidFill>
                  <a:schemeClr val="hlink"/>
                </a:solidFill>
                <a:latin typeface="Raleway Medium"/>
                <a:ea typeface="Raleway Medium"/>
                <a:cs typeface="Raleway Medium"/>
                <a:sym typeface="Raleway Medium"/>
                <a:hlinkClick r:id="rId4"/>
              </a:rPr>
              <a:t>https://seer.cancer.gov</a:t>
            </a:r>
            <a:endParaRPr sz="6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National library of medicine: https://www.ncbi.nlm.nih.gov/pmc/articles/PMC4189936/ </a:t>
            </a:r>
            <a:endParaRPr sz="6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42"/>
          <p:cNvSpPr txBox="1"/>
          <p:nvPr>
            <p:ph idx="1" type="subTitle"/>
          </p:nvPr>
        </p:nvSpPr>
        <p:spPr>
          <a:xfrm>
            <a:off x="597535" y="2530799"/>
            <a:ext cx="3227400" cy="86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Early Detected</a:t>
            </a:r>
            <a:endParaRPr sz="2400"/>
          </a:p>
        </p:txBody>
      </p:sp>
      <p:sp>
        <p:nvSpPr>
          <p:cNvPr id="566" name="Google Shape;566;p42"/>
          <p:cNvSpPr txBox="1"/>
          <p:nvPr>
            <p:ph idx="3" type="subTitle"/>
          </p:nvPr>
        </p:nvSpPr>
        <p:spPr>
          <a:xfrm>
            <a:off x="597475" y="3247075"/>
            <a:ext cx="32274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Raleway"/>
                <a:ea typeface="Raleway"/>
                <a:cs typeface="Raleway"/>
                <a:sym typeface="Raleway"/>
              </a:rPr>
              <a:t>Can survive up t0 </a:t>
            </a:r>
            <a:endParaRPr b="1" sz="2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20 years</a:t>
            </a:r>
            <a:endParaRPr b="1" sz="3600">
              <a:solidFill>
                <a:srgbClr val="FF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567" name="Google Shape;567;p42"/>
          <p:cNvGrpSpPr/>
          <p:nvPr/>
        </p:nvGrpSpPr>
        <p:grpSpPr>
          <a:xfrm>
            <a:off x="8038567" y="335137"/>
            <a:ext cx="725136" cy="837321"/>
            <a:chOff x="7845677" y="480438"/>
            <a:chExt cx="669934" cy="837321"/>
          </a:xfrm>
        </p:grpSpPr>
        <p:grpSp>
          <p:nvGrpSpPr>
            <p:cNvPr id="568" name="Google Shape;568;p42"/>
            <p:cNvGrpSpPr/>
            <p:nvPr/>
          </p:nvGrpSpPr>
          <p:grpSpPr>
            <a:xfrm>
              <a:off x="7845677" y="648875"/>
              <a:ext cx="278911" cy="262539"/>
              <a:chOff x="3835427" y="2983238"/>
              <a:chExt cx="278911" cy="262539"/>
            </a:xfrm>
          </p:grpSpPr>
          <p:sp>
            <p:nvSpPr>
              <p:cNvPr id="569" name="Google Shape;569;p42"/>
              <p:cNvSpPr/>
              <p:nvPr/>
            </p:nvSpPr>
            <p:spPr>
              <a:xfrm>
                <a:off x="3835427" y="3033346"/>
                <a:ext cx="136176" cy="73781"/>
              </a:xfrm>
              <a:custGeom>
                <a:rect b="b" l="l" r="r" t="t"/>
                <a:pathLst>
                  <a:path extrusionOk="0" h="2294" w="4234">
                    <a:moveTo>
                      <a:pt x="2024" y="1"/>
                    </a:moveTo>
                    <a:cubicBezTo>
                      <a:pt x="948" y="1"/>
                      <a:pt x="1" y="1598"/>
                      <a:pt x="1" y="1598"/>
                    </a:cubicBezTo>
                    <a:cubicBezTo>
                      <a:pt x="1" y="1598"/>
                      <a:pt x="1261" y="2293"/>
                      <a:pt x="2023" y="2293"/>
                    </a:cubicBezTo>
                    <a:cubicBezTo>
                      <a:pt x="2109" y="2293"/>
                      <a:pt x="2189" y="2284"/>
                      <a:pt x="2260" y="2265"/>
                    </a:cubicBezTo>
                    <a:cubicBezTo>
                      <a:pt x="2957" y="2070"/>
                      <a:pt x="4234" y="1440"/>
                      <a:pt x="4234" y="1440"/>
                    </a:cubicBezTo>
                    <a:cubicBezTo>
                      <a:pt x="4234" y="1440"/>
                      <a:pt x="3147" y="35"/>
                      <a:pt x="2056" y="1"/>
                    </a:cubicBezTo>
                    <a:cubicBezTo>
                      <a:pt x="2046" y="1"/>
                      <a:pt x="2035" y="1"/>
                      <a:pt x="202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" name="Google Shape;570;p42"/>
              <p:cNvSpPr/>
              <p:nvPr/>
            </p:nvSpPr>
            <p:spPr>
              <a:xfrm>
                <a:off x="3953847" y="3155336"/>
                <a:ext cx="112794" cy="90441"/>
              </a:xfrm>
              <a:custGeom>
                <a:rect b="b" l="l" r="r" t="t"/>
                <a:pathLst>
                  <a:path extrusionOk="0" h="2812" w="3507">
                    <a:moveTo>
                      <a:pt x="2153" y="0"/>
                    </a:moveTo>
                    <a:cubicBezTo>
                      <a:pt x="1711" y="0"/>
                      <a:pt x="1246" y="73"/>
                      <a:pt x="900" y="310"/>
                    </a:cubicBezTo>
                    <a:cubicBezTo>
                      <a:pt x="1" y="927"/>
                      <a:pt x="182" y="2812"/>
                      <a:pt x="182" y="2812"/>
                    </a:cubicBezTo>
                    <a:cubicBezTo>
                      <a:pt x="182" y="2812"/>
                      <a:pt x="1951" y="2586"/>
                      <a:pt x="2399" y="2017"/>
                    </a:cubicBezTo>
                    <a:cubicBezTo>
                      <a:pt x="2847" y="1448"/>
                      <a:pt x="3506" y="187"/>
                      <a:pt x="3506" y="187"/>
                    </a:cubicBezTo>
                    <a:cubicBezTo>
                      <a:pt x="3506" y="187"/>
                      <a:pt x="2860" y="0"/>
                      <a:pt x="215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" name="Google Shape;571;p42"/>
              <p:cNvSpPr/>
              <p:nvPr/>
            </p:nvSpPr>
            <p:spPr>
              <a:xfrm>
                <a:off x="3977357" y="2983238"/>
                <a:ext cx="87000" cy="136433"/>
              </a:xfrm>
              <a:custGeom>
                <a:rect b="b" l="l" r="r" t="t"/>
                <a:pathLst>
                  <a:path extrusionOk="0" h="4242" w="2705">
                    <a:moveTo>
                      <a:pt x="1672" y="1"/>
                    </a:moveTo>
                    <a:cubicBezTo>
                      <a:pt x="1672" y="1"/>
                      <a:pt x="1" y="1049"/>
                      <a:pt x="115" y="2137"/>
                    </a:cubicBezTo>
                    <a:cubicBezTo>
                      <a:pt x="229" y="3224"/>
                      <a:pt x="1811" y="4242"/>
                      <a:pt x="1811" y="4242"/>
                    </a:cubicBezTo>
                    <a:cubicBezTo>
                      <a:pt x="1811" y="4242"/>
                      <a:pt x="2390" y="2933"/>
                      <a:pt x="2548" y="2226"/>
                    </a:cubicBezTo>
                    <a:cubicBezTo>
                      <a:pt x="2705" y="1518"/>
                      <a:pt x="1672" y="1"/>
                      <a:pt x="167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" name="Google Shape;572;p42"/>
              <p:cNvSpPr/>
              <p:nvPr/>
            </p:nvSpPr>
            <p:spPr>
              <a:xfrm>
                <a:off x="3872735" y="3061873"/>
                <a:ext cx="85198" cy="10196"/>
              </a:xfrm>
              <a:custGeom>
                <a:rect b="b" l="l" r="r" t="t"/>
                <a:pathLst>
                  <a:path extrusionOk="0" h="317" w="2649">
                    <a:moveTo>
                      <a:pt x="1505" y="0"/>
                    </a:moveTo>
                    <a:cubicBezTo>
                      <a:pt x="1007" y="0"/>
                      <a:pt x="500" y="112"/>
                      <a:pt x="34" y="259"/>
                    </a:cubicBezTo>
                    <a:cubicBezTo>
                      <a:pt x="1" y="269"/>
                      <a:pt x="12" y="317"/>
                      <a:pt x="42" y="317"/>
                    </a:cubicBezTo>
                    <a:cubicBezTo>
                      <a:pt x="44" y="317"/>
                      <a:pt x="46" y="316"/>
                      <a:pt x="48" y="316"/>
                    </a:cubicBezTo>
                    <a:cubicBezTo>
                      <a:pt x="544" y="218"/>
                      <a:pt x="1056" y="124"/>
                      <a:pt x="1564" y="124"/>
                    </a:cubicBezTo>
                    <a:cubicBezTo>
                      <a:pt x="1913" y="124"/>
                      <a:pt x="2260" y="169"/>
                      <a:pt x="2597" y="287"/>
                    </a:cubicBezTo>
                    <a:cubicBezTo>
                      <a:pt x="2601" y="288"/>
                      <a:pt x="2604" y="289"/>
                      <a:pt x="2608" y="289"/>
                    </a:cubicBezTo>
                    <a:cubicBezTo>
                      <a:pt x="2635" y="289"/>
                      <a:pt x="2649" y="246"/>
                      <a:pt x="2620" y="233"/>
                    </a:cubicBezTo>
                    <a:cubicBezTo>
                      <a:pt x="2268" y="66"/>
                      <a:pt x="1889" y="0"/>
                      <a:pt x="150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" name="Google Shape;573;p42"/>
              <p:cNvSpPr/>
              <p:nvPr/>
            </p:nvSpPr>
            <p:spPr>
              <a:xfrm>
                <a:off x="4003022" y="3025370"/>
                <a:ext cx="29879" cy="92660"/>
              </a:xfrm>
              <a:custGeom>
                <a:rect b="b" l="l" r="r" t="t"/>
                <a:pathLst>
                  <a:path extrusionOk="0" h="2881" w="929">
                    <a:moveTo>
                      <a:pt x="410" y="1"/>
                    </a:moveTo>
                    <a:cubicBezTo>
                      <a:pt x="400" y="1"/>
                      <a:pt x="389" y="6"/>
                      <a:pt x="384" y="18"/>
                    </a:cubicBezTo>
                    <a:cubicBezTo>
                      <a:pt x="1" y="960"/>
                      <a:pt x="278" y="2071"/>
                      <a:pt x="866" y="2868"/>
                    </a:cubicBezTo>
                    <a:cubicBezTo>
                      <a:pt x="872" y="2877"/>
                      <a:pt x="880" y="2880"/>
                      <a:pt x="888" y="2880"/>
                    </a:cubicBezTo>
                    <a:cubicBezTo>
                      <a:pt x="908" y="2880"/>
                      <a:pt x="929" y="2857"/>
                      <a:pt x="915" y="2836"/>
                    </a:cubicBezTo>
                    <a:cubicBezTo>
                      <a:pt x="422" y="2005"/>
                      <a:pt x="155" y="985"/>
                      <a:pt x="440" y="38"/>
                    </a:cubicBezTo>
                    <a:cubicBezTo>
                      <a:pt x="447" y="16"/>
                      <a:pt x="428" y="1"/>
                      <a:pt x="4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" name="Google Shape;574;p42"/>
              <p:cNvSpPr/>
              <p:nvPr/>
            </p:nvSpPr>
            <p:spPr>
              <a:xfrm>
                <a:off x="3990383" y="3158970"/>
                <a:ext cx="76611" cy="51074"/>
              </a:xfrm>
              <a:custGeom>
                <a:rect b="b" l="l" r="r" t="t"/>
                <a:pathLst>
                  <a:path extrusionOk="0" h="1588" w="2382">
                    <a:moveTo>
                      <a:pt x="2338" y="0"/>
                    </a:moveTo>
                    <a:cubicBezTo>
                      <a:pt x="2335" y="0"/>
                      <a:pt x="2332" y="1"/>
                      <a:pt x="2329" y="2"/>
                    </a:cubicBezTo>
                    <a:cubicBezTo>
                      <a:pt x="1458" y="315"/>
                      <a:pt x="565" y="770"/>
                      <a:pt x="16" y="1542"/>
                    </a:cubicBezTo>
                    <a:cubicBezTo>
                      <a:pt x="0" y="1564"/>
                      <a:pt x="21" y="1587"/>
                      <a:pt x="42" y="1587"/>
                    </a:cubicBezTo>
                    <a:cubicBezTo>
                      <a:pt x="50" y="1587"/>
                      <a:pt x="58" y="1584"/>
                      <a:pt x="64" y="1577"/>
                    </a:cubicBezTo>
                    <a:cubicBezTo>
                      <a:pt x="212" y="1401"/>
                      <a:pt x="381" y="1245"/>
                      <a:pt x="560" y="1102"/>
                    </a:cubicBezTo>
                    <a:cubicBezTo>
                      <a:pt x="1104" y="670"/>
                      <a:pt x="1723" y="352"/>
                      <a:pt x="2350" y="58"/>
                    </a:cubicBezTo>
                    <a:cubicBezTo>
                      <a:pt x="2381" y="44"/>
                      <a:pt x="2366" y="0"/>
                      <a:pt x="23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" name="Google Shape;575;p42"/>
              <p:cNvSpPr/>
              <p:nvPr/>
            </p:nvSpPr>
            <p:spPr>
              <a:xfrm>
                <a:off x="3949344" y="3067309"/>
                <a:ext cx="164994" cy="159301"/>
              </a:xfrm>
              <a:custGeom>
                <a:rect b="b" l="l" r="r" t="t"/>
                <a:pathLst>
                  <a:path extrusionOk="0" h="4953" w="5130">
                    <a:moveTo>
                      <a:pt x="8" y="0"/>
                    </a:moveTo>
                    <a:cubicBezTo>
                      <a:pt x="3" y="0"/>
                      <a:pt x="1" y="2"/>
                      <a:pt x="1" y="5"/>
                    </a:cubicBezTo>
                    <a:cubicBezTo>
                      <a:pt x="54" y="253"/>
                      <a:pt x="1787" y="1292"/>
                      <a:pt x="2553" y="1847"/>
                    </a:cubicBezTo>
                    <a:cubicBezTo>
                      <a:pt x="3319" y="2402"/>
                      <a:pt x="4665" y="4908"/>
                      <a:pt x="4776" y="4947"/>
                    </a:cubicBezTo>
                    <a:cubicBezTo>
                      <a:pt x="4786" y="4951"/>
                      <a:pt x="4796" y="4952"/>
                      <a:pt x="4806" y="4952"/>
                    </a:cubicBezTo>
                    <a:cubicBezTo>
                      <a:pt x="4922" y="4952"/>
                      <a:pt x="5096" y="4766"/>
                      <a:pt x="5112" y="4671"/>
                    </a:cubicBezTo>
                    <a:cubicBezTo>
                      <a:pt x="5129" y="4567"/>
                      <a:pt x="4110" y="2875"/>
                      <a:pt x="3068" y="1911"/>
                    </a:cubicBezTo>
                    <a:cubicBezTo>
                      <a:pt x="2064" y="980"/>
                      <a:pt x="134" y="0"/>
                      <a:pt x="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" name="Google Shape;576;p42"/>
              <p:cNvSpPr/>
              <p:nvPr/>
            </p:nvSpPr>
            <p:spPr>
              <a:xfrm>
                <a:off x="3887947" y="3036884"/>
                <a:ext cx="43998" cy="11546"/>
              </a:xfrm>
              <a:custGeom>
                <a:rect b="b" l="l" r="r" t="t"/>
                <a:pathLst>
                  <a:path extrusionOk="0" h="359" w="1368">
                    <a:moveTo>
                      <a:pt x="419" y="0"/>
                    </a:moveTo>
                    <a:cubicBezTo>
                      <a:pt x="288" y="0"/>
                      <a:pt x="158" y="16"/>
                      <a:pt x="33" y="49"/>
                    </a:cubicBezTo>
                    <a:cubicBezTo>
                      <a:pt x="0" y="57"/>
                      <a:pt x="7" y="108"/>
                      <a:pt x="40" y="108"/>
                    </a:cubicBezTo>
                    <a:cubicBezTo>
                      <a:pt x="41" y="108"/>
                      <a:pt x="41" y="108"/>
                      <a:pt x="42" y="108"/>
                    </a:cubicBezTo>
                    <a:cubicBezTo>
                      <a:pt x="86" y="106"/>
                      <a:pt x="130" y="105"/>
                      <a:pt x="174" y="105"/>
                    </a:cubicBezTo>
                    <a:cubicBezTo>
                      <a:pt x="571" y="105"/>
                      <a:pt x="959" y="184"/>
                      <a:pt x="1323" y="356"/>
                    </a:cubicBezTo>
                    <a:cubicBezTo>
                      <a:pt x="1326" y="358"/>
                      <a:pt x="1330" y="358"/>
                      <a:pt x="1334" y="358"/>
                    </a:cubicBezTo>
                    <a:cubicBezTo>
                      <a:pt x="1343" y="358"/>
                      <a:pt x="1352" y="354"/>
                      <a:pt x="1358" y="346"/>
                    </a:cubicBezTo>
                    <a:cubicBezTo>
                      <a:pt x="1368" y="333"/>
                      <a:pt x="1366" y="315"/>
                      <a:pt x="1352" y="304"/>
                    </a:cubicBezTo>
                    <a:cubicBezTo>
                      <a:pt x="1088" y="105"/>
                      <a:pt x="752" y="0"/>
                      <a:pt x="4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" name="Google Shape;577;p42"/>
              <p:cNvSpPr/>
              <p:nvPr/>
            </p:nvSpPr>
            <p:spPr>
              <a:xfrm>
                <a:off x="3995914" y="3161221"/>
                <a:ext cx="34382" cy="7333"/>
              </a:xfrm>
              <a:custGeom>
                <a:rect b="b" l="l" r="r" t="t"/>
                <a:pathLst>
                  <a:path extrusionOk="0" h="228" w="1069">
                    <a:moveTo>
                      <a:pt x="1039" y="1"/>
                    </a:moveTo>
                    <a:cubicBezTo>
                      <a:pt x="1038" y="1"/>
                      <a:pt x="1037" y="1"/>
                      <a:pt x="1036" y="1"/>
                    </a:cubicBezTo>
                    <a:cubicBezTo>
                      <a:pt x="696" y="30"/>
                      <a:pt x="362" y="84"/>
                      <a:pt x="32" y="168"/>
                    </a:cubicBezTo>
                    <a:cubicBezTo>
                      <a:pt x="1" y="175"/>
                      <a:pt x="6" y="226"/>
                      <a:pt x="39" y="227"/>
                    </a:cubicBezTo>
                    <a:cubicBezTo>
                      <a:pt x="58" y="227"/>
                      <a:pt x="76" y="227"/>
                      <a:pt x="95" y="227"/>
                    </a:cubicBezTo>
                    <a:cubicBezTo>
                      <a:pt x="419" y="227"/>
                      <a:pt x="743" y="170"/>
                      <a:pt x="1049" y="58"/>
                    </a:cubicBezTo>
                    <a:cubicBezTo>
                      <a:pt x="1061" y="54"/>
                      <a:pt x="1069" y="42"/>
                      <a:pt x="1068" y="29"/>
                    </a:cubicBezTo>
                    <a:cubicBezTo>
                      <a:pt x="1067" y="13"/>
                      <a:pt x="1055" y="1"/>
                      <a:pt x="10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42"/>
              <p:cNvSpPr/>
              <p:nvPr/>
            </p:nvSpPr>
            <p:spPr>
              <a:xfrm>
                <a:off x="3993470" y="3004786"/>
                <a:ext cx="23414" cy="20616"/>
              </a:xfrm>
              <a:custGeom>
                <a:rect b="b" l="l" r="r" t="t"/>
                <a:pathLst>
                  <a:path extrusionOk="0" h="641" w="728">
                    <a:moveTo>
                      <a:pt x="695" y="1"/>
                    </a:moveTo>
                    <a:cubicBezTo>
                      <a:pt x="691" y="1"/>
                      <a:pt x="686" y="2"/>
                      <a:pt x="682" y="4"/>
                    </a:cubicBezTo>
                    <a:cubicBezTo>
                      <a:pt x="412" y="140"/>
                      <a:pt x="176" y="345"/>
                      <a:pt x="6" y="595"/>
                    </a:cubicBezTo>
                    <a:cubicBezTo>
                      <a:pt x="1" y="628"/>
                      <a:pt x="8" y="641"/>
                      <a:pt x="23" y="641"/>
                    </a:cubicBezTo>
                    <a:cubicBezTo>
                      <a:pt x="68" y="641"/>
                      <a:pt x="180" y="528"/>
                      <a:pt x="223" y="496"/>
                    </a:cubicBezTo>
                    <a:lnTo>
                      <a:pt x="390" y="352"/>
                    </a:lnTo>
                    <a:cubicBezTo>
                      <a:pt x="499" y="254"/>
                      <a:pt x="610" y="159"/>
                      <a:pt x="716" y="52"/>
                    </a:cubicBezTo>
                    <a:cubicBezTo>
                      <a:pt x="725" y="43"/>
                      <a:pt x="727" y="29"/>
                      <a:pt x="722" y="18"/>
                    </a:cubicBezTo>
                    <a:cubicBezTo>
                      <a:pt x="717" y="7"/>
                      <a:pt x="706" y="1"/>
                      <a:pt x="69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79" name="Google Shape;579;p42"/>
            <p:cNvSpPr/>
            <p:nvPr/>
          </p:nvSpPr>
          <p:spPr>
            <a:xfrm>
              <a:off x="8124597" y="534992"/>
              <a:ext cx="144984" cy="160977"/>
            </a:xfrm>
            <a:custGeom>
              <a:rect b="b" l="l" r="r" t="t"/>
              <a:pathLst>
                <a:path extrusionOk="0" h="9472" w="8531">
                  <a:moveTo>
                    <a:pt x="2207" y="1"/>
                  </a:moveTo>
                  <a:cubicBezTo>
                    <a:pt x="2091" y="1"/>
                    <a:pt x="1965" y="19"/>
                    <a:pt x="1829" y="60"/>
                  </a:cubicBezTo>
                  <a:cubicBezTo>
                    <a:pt x="0" y="603"/>
                    <a:pt x="3040" y="9450"/>
                    <a:pt x="3217" y="9471"/>
                  </a:cubicBezTo>
                  <a:cubicBezTo>
                    <a:pt x="3217" y="9471"/>
                    <a:pt x="3218" y="9472"/>
                    <a:pt x="3219" y="9472"/>
                  </a:cubicBezTo>
                  <a:cubicBezTo>
                    <a:pt x="3530" y="9472"/>
                    <a:pt x="8531" y="1499"/>
                    <a:pt x="6410" y="400"/>
                  </a:cubicBezTo>
                  <a:cubicBezTo>
                    <a:pt x="6260" y="323"/>
                    <a:pt x="6116" y="288"/>
                    <a:pt x="5977" y="288"/>
                  </a:cubicBezTo>
                  <a:cubicBezTo>
                    <a:pt x="4764" y="288"/>
                    <a:pt x="3964" y="2934"/>
                    <a:pt x="3789" y="2934"/>
                  </a:cubicBezTo>
                  <a:cubicBezTo>
                    <a:pt x="3788" y="2934"/>
                    <a:pt x="3786" y="2934"/>
                    <a:pt x="3785" y="2933"/>
                  </a:cubicBezTo>
                  <a:cubicBezTo>
                    <a:pt x="3614" y="2888"/>
                    <a:pt x="3650" y="1"/>
                    <a:pt x="22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80" name="Google Shape;580;p42"/>
            <p:cNvGrpSpPr/>
            <p:nvPr/>
          </p:nvGrpSpPr>
          <p:grpSpPr>
            <a:xfrm rot="1040327">
              <a:off x="8371888" y="693457"/>
              <a:ext cx="113842" cy="217886"/>
              <a:chOff x="4548616" y="2930331"/>
              <a:chExt cx="144989" cy="277498"/>
            </a:xfrm>
          </p:grpSpPr>
          <p:sp>
            <p:nvSpPr>
              <p:cNvPr id="581" name="Google Shape;581;p42"/>
              <p:cNvSpPr/>
              <p:nvPr/>
            </p:nvSpPr>
            <p:spPr>
              <a:xfrm>
                <a:off x="4548616" y="2930331"/>
                <a:ext cx="144989" cy="277498"/>
              </a:xfrm>
              <a:custGeom>
                <a:rect b="b" l="l" r="r" t="t"/>
                <a:pathLst>
                  <a:path extrusionOk="0" h="8628" w="4508">
                    <a:moveTo>
                      <a:pt x="1666" y="1"/>
                    </a:moveTo>
                    <a:cubicBezTo>
                      <a:pt x="1653" y="1"/>
                      <a:pt x="1643" y="2"/>
                      <a:pt x="1634" y="5"/>
                    </a:cubicBezTo>
                    <a:cubicBezTo>
                      <a:pt x="1314" y="111"/>
                      <a:pt x="1" y="3908"/>
                      <a:pt x="1" y="4085"/>
                    </a:cubicBezTo>
                    <a:cubicBezTo>
                      <a:pt x="1" y="4263"/>
                      <a:pt x="1634" y="5505"/>
                      <a:pt x="1634" y="5753"/>
                    </a:cubicBezTo>
                    <a:cubicBezTo>
                      <a:pt x="1634" y="6002"/>
                      <a:pt x="577" y="8599"/>
                      <a:pt x="781" y="8627"/>
                    </a:cubicBezTo>
                    <a:cubicBezTo>
                      <a:pt x="783" y="8628"/>
                      <a:pt x="785" y="8628"/>
                      <a:pt x="787" y="8628"/>
                    </a:cubicBezTo>
                    <a:cubicBezTo>
                      <a:pt x="1072" y="8628"/>
                      <a:pt x="4259" y="5929"/>
                      <a:pt x="4295" y="5647"/>
                    </a:cubicBezTo>
                    <a:cubicBezTo>
                      <a:pt x="4330" y="5363"/>
                      <a:pt x="2734" y="4121"/>
                      <a:pt x="2769" y="3979"/>
                    </a:cubicBezTo>
                    <a:cubicBezTo>
                      <a:pt x="2804" y="3837"/>
                      <a:pt x="4508" y="2027"/>
                      <a:pt x="4508" y="1885"/>
                    </a:cubicBezTo>
                    <a:cubicBezTo>
                      <a:pt x="4508" y="1748"/>
                      <a:pt x="2094" y="1"/>
                      <a:pt x="1666" y="1"/>
                    </a:cubicBezTo>
                    <a:close/>
                  </a:path>
                </a:pathLst>
              </a:custGeom>
              <a:solidFill>
                <a:srgbClr val="9485B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42"/>
              <p:cNvSpPr/>
              <p:nvPr/>
            </p:nvSpPr>
            <p:spPr>
              <a:xfrm>
                <a:off x="4557492" y="3058400"/>
                <a:ext cx="52264" cy="54483"/>
              </a:xfrm>
              <a:custGeom>
                <a:rect b="b" l="l" r="r" t="t"/>
                <a:pathLst>
                  <a:path extrusionOk="0" h="1694" w="1625">
                    <a:moveTo>
                      <a:pt x="43" y="1"/>
                    </a:moveTo>
                    <a:cubicBezTo>
                      <a:pt x="21" y="1"/>
                      <a:pt x="1" y="28"/>
                      <a:pt x="19" y="49"/>
                    </a:cubicBezTo>
                    <a:cubicBezTo>
                      <a:pt x="257" y="340"/>
                      <a:pt x="514" y="615"/>
                      <a:pt x="771" y="890"/>
                    </a:cubicBezTo>
                    <a:cubicBezTo>
                      <a:pt x="1033" y="1160"/>
                      <a:pt x="1293" y="1431"/>
                      <a:pt x="1571" y="1686"/>
                    </a:cubicBezTo>
                    <a:cubicBezTo>
                      <a:pt x="1577" y="1691"/>
                      <a:pt x="1584" y="1693"/>
                      <a:pt x="1591" y="1693"/>
                    </a:cubicBezTo>
                    <a:cubicBezTo>
                      <a:pt x="1598" y="1693"/>
                      <a:pt x="1604" y="1691"/>
                      <a:pt x="1610" y="1686"/>
                    </a:cubicBezTo>
                    <a:cubicBezTo>
                      <a:pt x="1623" y="1676"/>
                      <a:pt x="1625" y="1657"/>
                      <a:pt x="1614" y="1644"/>
                    </a:cubicBezTo>
                    <a:cubicBezTo>
                      <a:pt x="1130" y="1069"/>
                      <a:pt x="612" y="522"/>
                      <a:pt x="63" y="9"/>
                    </a:cubicBezTo>
                    <a:cubicBezTo>
                      <a:pt x="57" y="3"/>
                      <a:pt x="50" y="1"/>
                      <a:pt x="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" name="Google Shape;583;p42"/>
              <p:cNvSpPr/>
              <p:nvPr/>
            </p:nvSpPr>
            <p:spPr>
              <a:xfrm>
                <a:off x="4593224" y="3128545"/>
                <a:ext cx="58986" cy="55834"/>
              </a:xfrm>
              <a:custGeom>
                <a:rect b="b" l="l" r="r" t="t"/>
                <a:pathLst>
                  <a:path extrusionOk="0" h="1736" w="1834">
                    <a:moveTo>
                      <a:pt x="1802" y="1"/>
                    </a:moveTo>
                    <a:cubicBezTo>
                      <a:pt x="1795" y="1"/>
                      <a:pt x="1788" y="3"/>
                      <a:pt x="1782" y="7"/>
                    </a:cubicBezTo>
                    <a:cubicBezTo>
                      <a:pt x="1471" y="268"/>
                      <a:pt x="1175" y="545"/>
                      <a:pt x="879" y="823"/>
                    </a:cubicBezTo>
                    <a:cubicBezTo>
                      <a:pt x="587" y="1105"/>
                      <a:pt x="295" y="1387"/>
                      <a:pt x="20" y="1686"/>
                    </a:cubicBezTo>
                    <a:cubicBezTo>
                      <a:pt x="1" y="1707"/>
                      <a:pt x="21" y="1736"/>
                      <a:pt x="44" y="1736"/>
                    </a:cubicBezTo>
                    <a:cubicBezTo>
                      <a:pt x="50" y="1736"/>
                      <a:pt x="56" y="1734"/>
                      <a:pt x="62" y="1728"/>
                    </a:cubicBezTo>
                    <a:cubicBezTo>
                      <a:pt x="374" y="1468"/>
                      <a:pt x="670" y="1191"/>
                      <a:pt x="966" y="913"/>
                    </a:cubicBezTo>
                    <a:cubicBezTo>
                      <a:pt x="1257" y="631"/>
                      <a:pt x="1548" y="350"/>
                      <a:pt x="1823" y="51"/>
                    </a:cubicBezTo>
                    <a:cubicBezTo>
                      <a:pt x="1833" y="40"/>
                      <a:pt x="1834" y="23"/>
                      <a:pt x="1824" y="11"/>
                    </a:cubicBezTo>
                    <a:cubicBezTo>
                      <a:pt x="1818" y="4"/>
                      <a:pt x="1810" y="1"/>
                      <a:pt x="18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" name="Google Shape;584;p42"/>
              <p:cNvSpPr/>
              <p:nvPr/>
            </p:nvSpPr>
            <p:spPr>
              <a:xfrm>
                <a:off x="4575310" y="2941492"/>
                <a:ext cx="30297" cy="72462"/>
              </a:xfrm>
              <a:custGeom>
                <a:rect b="b" l="l" r="r" t="t"/>
                <a:pathLst>
                  <a:path extrusionOk="0" h="2253" w="942">
                    <a:moveTo>
                      <a:pt x="908" y="0"/>
                    </a:moveTo>
                    <a:cubicBezTo>
                      <a:pt x="898" y="0"/>
                      <a:pt x="889" y="5"/>
                      <a:pt x="883" y="14"/>
                    </a:cubicBezTo>
                    <a:cubicBezTo>
                      <a:pt x="469" y="693"/>
                      <a:pt x="245" y="1461"/>
                      <a:pt x="8" y="2214"/>
                    </a:cubicBezTo>
                    <a:cubicBezTo>
                      <a:pt x="1" y="2236"/>
                      <a:pt x="20" y="2252"/>
                      <a:pt x="38" y="2252"/>
                    </a:cubicBezTo>
                    <a:cubicBezTo>
                      <a:pt x="48" y="2252"/>
                      <a:pt x="58" y="2247"/>
                      <a:pt x="63" y="2235"/>
                    </a:cubicBezTo>
                    <a:cubicBezTo>
                      <a:pt x="146" y="2055"/>
                      <a:pt x="219" y="1871"/>
                      <a:pt x="289" y="1687"/>
                    </a:cubicBezTo>
                    <a:lnTo>
                      <a:pt x="496" y="1134"/>
                    </a:lnTo>
                    <a:cubicBezTo>
                      <a:pt x="629" y="764"/>
                      <a:pt x="774" y="400"/>
                      <a:pt x="935" y="42"/>
                    </a:cubicBezTo>
                    <a:cubicBezTo>
                      <a:pt x="942" y="28"/>
                      <a:pt x="936" y="13"/>
                      <a:pt x="924" y="5"/>
                    </a:cubicBezTo>
                    <a:cubicBezTo>
                      <a:pt x="919" y="2"/>
                      <a:pt x="913" y="0"/>
                      <a:pt x="90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5" name="Google Shape;585;p42"/>
            <p:cNvGrpSpPr/>
            <p:nvPr/>
          </p:nvGrpSpPr>
          <p:grpSpPr>
            <a:xfrm rot="844037">
              <a:off x="8039312" y="944680"/>
              <a:ext cx="315547" cy="339832"/>
              <a:chOff x="5937634" y="3212099"/>
              <a:chExt cx="281975" cy="303637"/>
            </a:xfrm>
          </p:grpSpPr>
          <p:sp>
            <p:nvSpPr>
              <p:cNvPr id="586" name="Google Shape;586;p42"/>
              <p:cNvSpPr/>
              <p:nvPr/>
            </p:nvSpPr>
            <p:spPr>
              <a:xfrm>
                <a:off x="5937634" y="3212099"/>
                <a:ext cx="281975" cy="303637"/>
              </a:xfrm>
              <a:custGeom>
                <a:rect b="b" l="l" r="r" t="t"/>
                <a:pathLst>
                  <a:path extrusionOk="0" h="7261" w="6743">
                    <a:moveTo>
                      <a:pt x="3951" y="0"/>
                    </a:moveTo>
                    <a:cubicBezTo>
                      <a:pt x="3856" y="0"/>
                      <a:pt x="3789" y="10"/>
                      <a:pt x="3762" y="27"/>
                    </a:cubicBezTo>
                    <a:cubicBezTo>
                      <a:pt x="3549" y="150"/>
                      <a:pt x="3421" y="1002"/>
                      <a:pt x="3421" y="1002"/>
                    </a:cubicBezTo>
                    <a:cubicBezTo>
                      <a:pt x="3421" y="1002"/>
                      <a:pt x="3282" y="27"/>
                      <a:pt x="2892" y="27"/>
                    </a:cubicBezTo>
                    <a:cubicBezTo>
                      <a:pt x="2502" y="27"/>
                      <a:pt x="426" y="80"/>
                      <a:pt x="213" y="3202"/>
                    </a:cubicBezTo>
                    <a:cubicBezTo>
                      <a:pt x="0" y="6324"/>
                      <a:pt x="1952" y="7123"/>
                      <a:pt x="2449" y="7212"/>
                    </a:cubicBezTo>
                    <a:cubicBezTo>
                      <a:pt x="2562" y="7232"/>
                      <a:pt x="2672" y="7242"/>
                      <a:pt x="2776" y="7242"/>
                    </a:cubicBezTo>
                    <a:cubicBezTo>
                      <a:pt x="3126" y="7242"/>
                      <a:pt x="3397" y="7125"/>
                      <a:pt x="3425" y="6893"/>
                    </a:cubicBezTo>
                    <a:cubicBezTo>
                      <a:pt x="3460" y="6591"/>
                      <a:pt x="3495" y="5810"/>
                      <a:pt x="3549" y="5810"/>
                    </a:cubicBezTo>
                    <a:cubicBezTo>
                      <a:pt x="3602" y="5810"/>
                      <a:pt x="3564" y="6813"/>
                      <a:pt x="3619" y="6964"/>
                    </a:cubicBezTo>
                    <a:cubicBezTo>
                      <a:pt x="3686" y="7142"/>
                      <a:pt x="3993" y="7260"/>
                      <a:pt x="4402" y="7260"/>
                    </a:cubicBezTo>
                    <a:cubicBezTo>
                      <a:pt x="4652" y="7260"/>
                      <a:pt x="4939" y="7216"/>
                      <a:pt x="5232" y="7114"/>
                    </a:cubicBezTo>
                    <a:cubicBezTo>
                      <a:pt x="6031" y="6835"/>
                      <a:pt x="6743" y="5650"/>
                      <a:pt x="6636" y="2883"/>
                    </a:cubicBezTo>
                    <a:cubicBezTo>
                      <a:pt x="6543" y="472"/>
                      <a:pt x="4594" y="0"/>
                      <a:pt x="395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" name="Google Shape;587;p42"/>
              <p:cNvSpPr/>
              <p:nvPr/>
            </p:nvSpPr>
            <p:spPr>
              <a:xfrm>
                <a:off x="6078057" y="3277251"/>
                <a:ext cx="12796" cy="153010"/>
              </a:xfrm>
              <a:custGeom>
                <a:rect b="b" l="l" r="r" t="t"/>
                <a:pathLst>
                  <a:path extrusionOk="0" h="3659" w="306">
                    <a:moveTo>
                      <a:pt x="30" y="1"/>
                    </a:moveTo>
                    <a:cubicBezTo>
                      <a:pt x="30" y="1"/>
                      <a:pt x="29" y="1"/>
                      <a:pt x="28" y="1"/>
                    </a:cubicBezTo>
                    <a:cubicBezTo>
                      <a:pt x="12" y="3"/>
                      <a:pt x="0" y="17"/>
                      <a:pt x="1" y="33"/>
                    </a:cubicBezTo>
                    <a:cubicBezTo>
                      <a:pt x="109" y="1214"/>
                      <a:pt x="235" y="2446"/>
                      <a:pt x="161" y="3628"/>
                    </a:cubicBezTo>
                    <a:cubicBezTo>
                      <a:pt x="160" y="3648"/>
                      <a:pt x="175" y="3659"/>
                      <a:pt x="191" y="3659"/>
                    </a:cubicBezTo>
                    <a:cubicBezTo>
                      <a:pt x="205" y="3659"/>
                      <a:pt x="218" y="3651"/>
                      <a:pt x="220" y="3635"/>
                    </a:cubicBezTo>
                    <a:cubicBezTo>
                      <a:pt x="266" y="3335"/>
                      <a:pt x="286" y="3032"/>
                      <a:pt x="293" y="2730"/>
                    </a:cubicBezTo>
                    <a:cubicBezTo>
                      <a:pt x="306" y="2125"/>
                      <a:pt x="263" y="1521"/>
                      <a:pt x="192" y="921"/>
                    </a:cubicBezTo>
                    <a:cubicBezTo>
                      <a:pt x="157" y="622"/>
                      <a:pt x="111" y="323"/>
                      <a:pt x="61" y="26"/>
                    </a:cubicBezTo>
                    <a:cubicBezTo>
                      <a:pt x="58" y="11"/>
                      <a:pt x="45" y="1"/>
                      <a:pt x="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" name="Google Shape;588;p42"/>
              <p:cNvSpPr/>
              <p:nvPr/>
            </p:nvSpPr>
            <p:spPr>
              <a:xfrm>
                <a:off x="5989571" y="3235810"/>
                <a:ext cx="82255" cy="37259"/>
              </a:xfrm>
              <a:custGeom>
                <a:rect b="b" l="l" r="r" t="t"/>
                <a:pathLst>
                  <a:path extrusionOk="0" h="891" w="1967">
                    <a:moveTo>
                      <a:pt x="634" y="0"/>
                    </a:moveTo>
                    <a:cubicBezTo>
                      <a:pt x="296" y="0"/>
                      <a:pt x="1" y="487"/>
                      <a:pt x="250" y="766"/>
                    </a:cubicBezTo>
                    <a:cubicBezTo>
                      <a:pt x="342" y="855"/>
                      <a:pt x="434" y="890"/>
                      <a:pt x="526" y="890"/>
                    </a:cubicBezTo>
                    <a:cubicBezTo>
                      <a:pt x="883" y="890"/>
                      <a:pt x="1230" y="351"/>
                      <a:pt x="1524" y="351"/>
                    </a:cubicBezTo>
                    <a:cubicBezTo>
                      <a:pt x="1664" y="351"/>
                      <a:pt x="1793" y="473"/>
                      <a:pt x="1905" y="833"/>
                    </a:cubicBezTo>
                    <a:cubicBezTo>
                      <a:pt x="1910" y="846"/>
                      <a:pt x="1921" y="854"/>
                      <a:pt x="1933" y="854"/>
                    </a:cubicBezTo>
                    <a:cubicBezTo>
                      <a:pt x="1936" y="854"/>
                      <a:pt x="1938" y="854"/>
                      <a:pt x="1940" y="853"/>
                    </a:cubicBezTo>
                    <a:cubicBezTo>
                      <a:pt x="1957" y="850"/>
                      <a:pt x="1966" y="834"/>
                      <a:pt x="1963" y="818"/>
                    </a:cubicBezTo>
                    <a:cubicBezTo>
                      <a:pt x="1930" y="678"/>
                      <a:pt x="1889" y="537"/>
                      <a:pt x="1802" y="409"/>
                    </a:cubicBezTo>
                    <a:cubicBezTo>
                      <a:pt x="1725" y="292"/>
                      <a:pt x="1627" y="248"/>
                      <a:pt x="1524" y="248"/>
                    </a:cubicBezTo>
                    <a:cubicBezTo>
                      <a:pt x="1339" y="248"/>
                      <a:pt x="1135" y="389"/>
                      <a:pt x="995" y="504"/>
                    </a:cubicBezTo>
                    <a:cubicBezTo>
                      <a:pt x="857" y="603"/>
                      <a:pt x="685" y="769"/>
                      <a:pt x="521" y="769"/>
                    </a:cubicBezTo>
                    <a:cubicBezTo>
                      <a:pt x="458" y="769"/>
                      <a:pt x="396" y="745"/>
                      <a:pt x="338" y="685"/>
                    </a:cubicBezTo>
                    <a:cubicBezTo>
                      <a:pt x="170" y="500"/>
                      <a:pt x="358" y="153"/>
                      <a:pt x="579" y="96"/>
                    </a:cubicBezTo>
                    <a:cubicBezTo>
                      <a:pt x="603" y="88"/>
                      <a:pt x="628" y="84"/>
                      <a:pt x="653" y="84"/>
                    </a:cubicBezTo>
                    <a:cubicBezTo>
                      <a:pt x="751" y="84"/>
                      <a:pt x="847" y="141"/>
                      <a:pt x="918" y="224"/>
                    </a:cubicBezTo>
                    <a:cubicBezTo>
                      <a:pt x="923" y="230"/>
                      <a:pt x="931" y="234"/>
                      <a:pt x="940" y="234"/>
                    </a:cubicBezTo>
                    <a:cubicBezTo>
                      <a:pt x="946" y="234"/>
                      <a:pt x="952" y="232"/>
                      <a:pt x="958" y="227"/>
                    </a:cubicBezTo>
                    <a:cubicBezTo>
                      <a:pt x="971" y="217"/>
                      <a:pt x="973" y="199"/>
                      <a:pt x="964" y="186"/>
                    </a:cubicBezTo>
                    <a:cubicBezTo>
                      <a:pt x="918" y="127"/>
                      <a:pt x="863" y="72"/>
                      <a:pt x="792" y="38"/>
                    </a:cubicBezTo>
                    <a:cubicBezTo>
                      <a:pt x="739" y="12"/>
                      <a:pt x="686" y="0"/>
                      <a:pt x="6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" name="Google Shape;589;p42"/>
              <p:cNvSpPr/>
              <p:nvPr/>
            </p:nvSpPr>
            <p:spPr>
              <a:xfrm>
                <a:off x="5959546" y="3290381"/>
                <a:ext cx="121229" cy="53317"/>
              </a:xfrm>
              <a:custGeom>
                <a:rect b="b" l="l" r="r" t="t"/>
                <a:pathLst>
                  <a:path extrusionOk="0" h="1275" w="2899">
                    <a:moveTo>
                      <a:pt x="601" y="0"/>
                    </a:moveTo>
                    <a:cubicBezTo>
                      <a:pt x="428" y="0"/>
                      <a:pt x="238" y="103"/>
                      <a:pt x="19" y="371"/>
                    </a:cubicBezTo>
                    <a:cubicBezTo>
                      <a:pt x="0" y="392"/>
                      <a:pt x="22" y="419"/>
                      <a:pt x="44" y="419"/>
                    </a:cubicBezTo>
                    <a:cubicBezTo>
                      <a:pt x="51" y="419"/>
                      <a:pt x="59" y="416"/>
                      <a:pt x="65" y="409"/>
                    </a:cubicBezTo>
                    <a:cubicBezTo>
                      <a:pt x="190" y="279"/>
                      <a:pt x="336" y="140"/>
                      <a:pt x="515" y="105"/>
                    </a:cubicBezTo>
                    <a:cubicBezTo>
                      <a:pt x="540" y="100"/>
                      <a:pt x="564" y="97"/>
                      <a:pt x="588" y="97"/>
                    </a:cubicBezTo>
                    <a:cubicBezTo>
                      <a:pt x="735" y="97"/>
                      <a:pt x="871" y="191"/>
                      <a:pt x="982" y="304"/>
                    </a:cubicBezTo>
                    <a:cubicBezTo>
                      <a:pt x="1322" y="632"/>
                      <a:pt x="1554" y="1172"/>
                      <a:pt x="2067" y="1272"/>
                    </a:cubicBezTo>
                    <a:cubicBezTo>
                      <a:pt x="2096" y="1274"/>
                      <a:pt x="2124" y="1275"/>
                      <a:pt x="2153" y="1275"/>
                    </a:cubicBezTo>
                    <a:cubicBezTo>
                      <a:pt x="2340" y="1275"/>
                      <a:pt x="2524" y="1228"/>
                      <a:pt x="2653" y="1078"/>
                    </a:cubicBezTo>
                    <a:cubicBezTo>
                      <a:pt x="2899" y="770"/>
                      <a:pt x="2393" y="246"/>
                      <a:pt x="2103" y="246"/>
                    </a:cubicBezTo>
                    <a:cubicBezTo>
                      <a:pt x="1977" y="246"/>
                      <a:pt x="1892" y="346"/>
                      <a:pt x="1929" y="607"/>
                    </a:cubicBezTo>
                    <a:cubicBezTo>
                      <a:pt x="1931" y="624"/>
                      <a:pt x="1944" y="632"/>
                      <a:pt x="1958" y="632"/>
                    </a:cubicBezTo>
                    <a:cubicBezTo>
                      <a:pt x="1974" y="632"/>
                      <a:pt x="1991" y="620"/>
                      <a:pt x="1987" y="598"/>
                    </a:cubicBezTo>
                    <a:cubicBezTo>
                      <a:pt x="1962" y="404"/>
                      <a:pt x="2017" y="329"/>
                      <a:pt x="2105" y="329"/>
                    </a:cubicBezTo>
                    <a:cubicBezTo>
                      <a:pt x="2323" y="329"/>
                      <a:pt x="2738" y="795"/>
                      <a:pt x="2560" y="1008"/>
                    </a:cubicBezTo>
                    <a:cubicBezTo>
                      <a:pt x="2419" y="1116"/>
                      <a:pt x="2291" y="1161"/>
                      <a:pt x="2171" y="1161"/>
                    </a:cubicBezTo>
                    <a:cubicBezTo>
                      <a:pt x="1562" y="1161"/>
                      <a:pt x="1180" y="0"/>
                      <a:pt x="6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" name="Google Shape;590;p42"/>
              <p:cNvSpPr/>
              <p:nvPr/>
            </p:nvSpPr>
            <p:spPr>
              <a:xfrm>
                <a:off x="5972343" y="3360467"/>
                <a:ext cx="99902" cy="101240"/>
              </a:xfrm>
              <a:custGeom>
                <a:rect b="b" l="l" r="r" t="t"/>
                <a:pathLst>
                  <a:path extrusionOk="0" h="2421" w="2389">
                    <a:moveTo>
                      <a:pt x="1342" y="0"/>
                    </a:moveTo>
                    <a:cubicBezTo>
                      <a:pt x="1025" y="0"/>
                      <a:pt x="755" y="101"/>
                      <a:pt x="718" y="395"/>
                    </a:cubicBezTo>
                    <a:cubicBezTo>
                      <a:pt x="739" y="883"/>
                      <a:pt x="1157" y="1199"/>
                      <a:pt x="1472" y="1510"/>
                    </a:cubicBezTo>
                    <a:cubicBezTo>
                      <a:pt x="1572" y="1612"/>
                      <a:pt x="1652" y="1726"/>
                      <a:pt x="1634" y="1847"/>
                    </a:cubicBezTo>
                    <a:cubicBezTo>
                      <a:pt x="1620" y="1910"/>
                      <a:pt x="1593" y="1971"/>
                      <a:pt x="1559" y="2026"/>
                    </a:cubicBezTo>
                    <a:cubicBezTo>
                      <a:pt x="1460" y="2217"/>
                      <a:pt x="1241" y="2300"/>
                      <a:pt x="1004" y="2300"/>
                    </a:cubicBezTo>
                    <a:cubicBezTo>
                      <a:pt x="585" y="2300"/>
                      <a:pt x="108" y="2041"/>
                      <a:pt x="124" y="1662"/>
                    </a:cubicBezTo>
                    <a:cubicBezTo>
                      <a:pt x="128" y="1423"/>
                      <a:pt x="308" y="1311"/>
                      <a:pt x="479" y="1311"/>
                    </a:cubicBezTo>
                    <a:cubicBezTo>
                      <a:pt x="679" y="1311"/>
                      <a:pt x="867" y="1466"/>
                      <a:pt x="740" y="1752"/>
                    </a:cubicBezTo>
                    <a:cubicBezTo>
                      <a:pt x="731" y="1768"/>
                      <a:pt x="738" y="1789"/>
                      <a:pt x="755" y="1796"/>
                    </a:cubicBezTo>
                    <a:cubicBezTo>
                      <a:pt x="758" y="1797"/>
                      <a:pt x="761" y="1797"/>
                      <a:pt x="764" y="1797"/>
                    </a:cubicBezTo>
                    <a:cubicBezTo>
                      <a:pt x="807" y="1797"/>
                      <a:pt x="819" y="1701"/>
                      <a:pt x="835" y="1668"/>
                    </a:cubicBezTo>
                    <a:cubicBezTo>
                      <a:pt x="868" y="1550"/>
                      <a:pt x="841" y="1412"/>
                      <a:pt x="743" y="1329"/>
                    </a:cubicBezTo>
                    <a:cubicBezTo>
                      <a:pt x="660" y="1255"/>
                      <a:pt x="563" y="1222"/>
                      <a:pt x="467" y="1222"/>
                    </a:cubicBezTo>
                    <a:cubicBezTo>
                      <a:pt x="244" y="1222"/>
                      <a:pt x="29" y="1401"/>
                      <a:pt x="23" y="1655"/>
                    </a:cubicBezTo>
                    <a:cubicBezTo>
                      <a:pt x="0" y="2117"/>
                      <a:pt x="528" y="2420"/>
                      <a:pt x="1005" y="2420"/>
                    </a:cubicBezTo>
                    <a:cubicBezTo>
                      <a:pt x="1279" y="2420"/>
                      <a:pt x="1536" y="2321"/>
                      <a:pt x="1663" y="2094"/>
                    </a:cubicBezTo>
                    <a:cubicBezTo>
                      <a:pt x="2045" y="1529"/>
                      <a:pt x="1174" y="1230"/>
                      <a:pt x="965" y="784"/>
                    </a:cubicBezTo>
                    <a:cubicBezTo>
                      <a:pt x="633" y="266"/>
                      <a:pt x="962" y="98"/>
                      <a:pt x="1394" y="98"/>
                    </a:cubicBezTo>
                    <a:cubicBezTo>
                      <a:pt x="1732" y="98"/>
                      <a:pt x="2134" y="201"/>
                      <a:pt x="2331" y="319"/>
                    </a:cubicBezTo>
                    <a:cubicBezTo>
                      <a:pt x="2336" y="322"/>
                      <a:pt x="2341" y="323"/>
                      <a:pt x="2346" y="323"/>
                    </a:cubicBezTo>
                    <a:cubicBezTo>
                      <a:pt x="2372" y="323"/>
                      <a:pt x="2389" y="284"/>
                      <a:pt x="2361" y="267"/>
                    </a:cubicBezTo>
                    <a:cubicBezTo>
                      <a:pt x="2160" y="142"/>
                      <a:pt x="1718" y="0"/>
                      <a:pt x="13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" name="Google Shape;591;p42"/>
              <p:cNvSpPr/>
              <p:nvPr/>
            </p:nvSpPr>
            <p:spPr>
              <a:xfrm>
                <a:off x="6097921" y="3235851"/>
                <a:ext cx="82046" cy="37218"/>
              </a:xfrm>
              <a:custGeom>
                <a:rect b="b" l="l" r="r" t="t"/>
                <a:pathLst>
                  <a:path extrusionOk="0" h="890" w="1962">
                    <a:moveTo>
                      <a:pt x="1314" y="0"/>
                    </a:moveTo>
                    <a:cubicBezTo>
                      <a:pt x="1202" y="0"/>
                      <a:pt x="1088" y="54"/>
                      <a:pt x="998" y="185"/>
                    </a:cubicBezTo>
                    <a:cubicBezTo>
                      <a:pt x="981" y="206"/>
                      <a:pt x="1002" y="233"/>
                      <a:pt x="1023" y="233"/>
                    </a:cubicBezTo>
                    <a:cubicBezTo>
                      <a:pt x="1031" y="233"/>
                      <a:pt x="1038" y="230"/>
                      <a:pt x="1045" y="223"/>
                    </a:cubicBezTo>
                    <a:cubicBezTo>
                      <a:pt x="1113" y="140"/>
                      <a:pt x="1210" y="83"/>
                      <a:pt x="1307" y="83"/>
                    </a:cubicBezTo>
                    <a:cubicBezTo>
                      <a:pt x="1332" y="83"/>
                      <a:pt x="1356" y="87"/>
                      <a:pt x="1381" y="95"/>
                    </a:cubicBezTo>
                    <a:cubicBezTo>
                      <a:pt x="1601" y="154"/>
                      <a:pt x="1784" y="499"/>
                      <a:pt x="1620" y="684"/>
                    </a:cubicBezTo>
                    <a:cubicBezTo>
                      <a:pt x="1562" y="744"/>
                      <a:pt x="1501" y="768"/>
                      <a:pt x="1439" y="768"/>
                    </a:cubicBezTo>
                    <a:cubicBezTo>
                      <a:pt x="1275" y="768"/>
                      <a:pt x="1104" y="602"/>
                      <a:pt x="967" y="503"/>
                    </a:cubicBezTo>
                    <a:cubicBezTo>
                      <a:pt x="768" y="335"/>
                      <a:pt x="595" y="248"/>
                      <a:pt x="451" y="248"/>
                    </a:cubicBezTo>
                    <a:cubicBezTo>
                      <a:pt x="239" y="248"/>
                      <a:pt x="88" y="434"/>
                      <a:pt x="6" y="817"/>
                    </a:cubicBezTo>
                    <a:cubicBezTo>
                      <a:pt x="1" y="839"/>
                      <a:pt x="19" y="853"/>
                      <a:pt x="36" y="853"/>
                    </a:cubicBezTo>
                    <a:cubicBezTo>
                      <a:pt x="48" y="853"/>
                      <a:pt x="59" y="846"/>
                      <a:pt x="63" y="832"/>
                    </a:cubicBezTo>
                    <a:cubicBezTo>
                      <a:pt x="175" y="472"/>
                      <a:pt x="302" y="350"/>
                      <a:pt x="441" y="350"/>
                    </a:cubicBezTo>
                    <a:cubicBezTo>
                      <a:pt x="734" y="350"/>
                      <a:pt x="1078" y="889"/>
                      <a:pt x="1433" y="889"/>
                    </a:cubicBezTo>
                    <a:cubicBezTo>
                      <a:pt x="1524" y="889"/>
                      <a:pt x="1616" y="854"/>
                      <a:pt x="1708" y="764"/>
                    </a:cubicBezTo>
                    <a:cubicBezTo>
                      <a:pt x="1962" y="447"/>
                      <a:pt x="1640" y="0"/>
                      <a:pt x="13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" name="Google Shape;592;p42"/>
              <p:cNvSpPr/>
              <p:nvPr/>
            </p:nvSpPr>
            <p:spPr>
              <a:xfrm>
                <a:off x="6088177" y="3290716"/>
                <a:ext cx="121313" cy="53108"/>
              </a:xfrm>
              <a:custGeom>
                <a:rect b="b" l="l" r="r" t="t"/>
                <a:pathLst>
                  <a:path extrusionOk="0" h="1270" w="2901">
                    <a:moveTo>
                      <a:pt x="2318" y="0"/>
                    </a:moveTo>
                    <a:cubicBezTo>
                      <a:pt x="1657" y="0"/>
                      <a:pt x="1408" y="1147"/>
                      <a:pt x="750" y="1147"/>
                    </a:cubicBezTo>
                    <a:cubicBezTo>
                      <a:pt x="694" y="1147"/>
                      <a:pt x="634" y="1139"/>
                      <a:pt x="571" y="1120"/>
                    </a:cubicBezTo>
                    <a:cubicBezTo>
                      <a:pt x="1" y="997"/>
                      <a:pt x="548" y="321"/>
                      <a:pt x="811" y="321"/>
                    </a:cubicBezTo>
                    <a:cubicBezTo>
                      <a:pt x="899" y="321"/>
                      <a:pt x="955" y="396"/>
                      <a:pt x="928" y="590"/>
                    </a:cubicBezTo>
                    <a:cubicBezTo>
                      <a:pt x="925" y="612"/>
                      <a:pt x="942" y="624"/>
                      <a:pt x="958" y="624"/>
                    </a:cubicBezTo>
                    <a:cubicBezTo>
                      <a:pt x="972" y="624"/>
                      <a:pt x="985" y="616"/>
                      <a:pt x="987" y="599"/>
                    </a:cubicBezTo>
                    <a:cubicBezTo>
                      <a:pt x="1023" y="337"/>
                      <a:pt x="939" y="237"/>
                      <a:pt x="813" y="237"/>
                    </a:cubicBezTo>
                    <a:cubicBezTo>
                      <a:pt x="526" y="237"/>
                      <a:pt x="25" y="760"/>
                      <a:pt x="266" y="1068"/>
                    </a:cubicBezTo>
                    <a:cubicBezTo>
                      <a:pt x="385" y="1204"/>
                      <a:pt x="562" y="1269"/>
                      <a:pt x="740" y="1269"/>
                    </a:cubicBezTo>
                    <a:cubicBezTo>
                      <a:pt x="882" y="1269"/>
                      <a:pt x="1025" y="1228"/>
                      <a:pt x="1140" y="1149"/>
                    </a:cubicBezTo>
                    <a:cubicBezTo>
                      <a:pt x="1579" y="870"/>
                      <a:pt x="1883" y="92"/>
                      <a:pt x="2330" y="92"/>
                    </a:cubicBezTo>
                    <a:cubicBezTo>
                      <a:pt x="2480" y="92"/>
                      <a:pt x="2645" y="179"/>
                      <a:pt x="2837" y="401"/>
                    </a:cubicBezTo>
                    <a:cubicBezTo>
                      <a:pt x="2843" y="408"/>
                      <a:pt x="2851" y="412"/>
                      <a:pt x="2858" y="412"/>
                    </a:cubicBezTo>
                    <a:cubicBezTo>
                      <a:pt x="2880" y="412"/>
                      <a:pt x="2901" y="384"/>
                      <a:pt x="2882" y="363"/>
                    </a:cubicBezTo>
                    <a:cubicBezTo>
                      <a:pt x="2754" y="211"/>
                      <a:pt x="2611" y="60"/>
                      <a:pt x="2409" y="7"/>
                    </a:cubicBezTo>
                    <a:cubicBezTo>
                      <a:pt x="2378" y="2"/>
                      <a:pt x="2347" y="0"/>
                      <a:pt x="23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" name="Google Shape;593;p42"/>
              <p:cNvSpPr/>
              <p:nvPr/>
            </p:nvSpPr>
            <p:spPr>
              <a:xfrm>
                <a:off x="6097544" y="3360760"/>
                <a:ext cx="107429" cy="100947"/>
              </a:xfrm>
              <a:custGeom>
                <a:rect b="b" l="l" r="r" t="t"/>
                <a:pathLst>
                  <a:path extrusionOk="0" h="2414" w="2569">
                    <a:moveTo>
                      <a:pt x="1015" y="0"/>
                    </a:moveTo>
                    <a:cubicBezTo>
                      <a:pt x="665" y="0"/>
                      <a:pt x="260" y="110"/>
                      <a:pt x="29" y="261"/>
                    </a:cubicBezTo>
                    <a:cubicBezTo>
                      <a:pt x="0" y="276"/>
                      <a:pt x="18" y="317"/>
                      <a:pt x="43" y="317"/>
                    </a:cubicBezTo>
                    <a:cubicBezTo>
                      <a:pt x="48" y="317"/>
                      <a:pt x="53" y="315"/>
                      <a:pt x="57" y="312"/>
                    </a:cubicBezTo>
                    <a:cubicBezTo>
                      <a:pt x="284" y="195"/>
                      <a:pt x="646" y="87"/>
                      <a:pt x="971" y="87"/>
                    </a:cubicBezTo>
                    <a:cubicBezTo>
                      <a:pt x="1169" y="87"/>
                      <a:pt x="1354" y="127"/>
                      <a:pt x="1485" y="231"/>
                    </a:cubicBezTo>
                    <a:cubicBezTo>
                      <a:pt x="1697" y="484"/>
                      <a:pt x="1331" y="922"/>
                      <a:pt x="1146" y="1112"/>
                    </a:cubicBezTo>
                    <a:cubicBezTo>
                      <a:pt x="747" y="1483"/>
                      <a:pt x="350" y="1763"/>
                      <a:pt x="879" y="2268"/>
                    </a:cubicBezTo>
                    <a:cubicBezTo>
                      <a:pt x="1010" y="2369"/>
                      <a:pt x="1184" y="2414"/>
                      <a:pt x="1366" y="2414"/>
                    </a:cubicBezTo>
                    <a:cubicBezTo>
                      <a:pt x="1928" y="2414"/>
                      <a:pt x="2569" y="1986"/>
                      <a:pt x="2279" y="1415"/>
                    </a:cubicBezTo>
                    <a:cubicBezTo>
                      <a:pt x="2207" y="1283"/>
                      <a:pt x="2061" y="1219"/>
                      <a:pt x="1917" y="1219"/>
                    </a:cubicBezTo>
                    <a:cubicBezTo>
                      <a:pt x="1728" y="1219"/>
                      <a:pt x="1543" y="1329"/>
                      <a:pt x="1532" y="1542"/>
                    </a:cubicBezTo>
                    <a:cubicBezTo>
                      <a:pt x="1523" y="1623"/>
                      <a:pt x="1556" y="1700"/>
                      <a:pt x="1586" y="1774"/>
                    </a:cubicBezTo>
                    <a:cubicBezTo>
                      <a:pt x="1591" y="1785"/>
                      <a:pt x="1602" y="1791"/>
                      <a:pt x="1613" y="1791"/>
                    </a:cubicBezTo>
                    <a:cubicBezTo>
                      <a:pt x="1617" y="1791"/>
                      <a:pt x="1622" y="1790"/>
                      <a:pt x="1626" y="1788"/>
                    </a:cubicBezTo>
                    <a:cubicBezTo>
                      <a:pt x="1641" y="1780"/>
                      <a:pt x="1647" y="1760"/>
                      <a:pt x="1639" y="1745"/>
                    </a:cubicBezTo>
                    <a:cubicBezTo>
                      <a:pt x="1513" y="1460"/>
                      <a:pt x="1699" y="1304"/>
                      <a:pt x="1898" y="1304"/>
                    </a:cubicBezTo>
                    <a:cubicBezTo>
                      <a:pt x="2067" y="1304"/>
                      <a:pt x="2245" y="1416"/>
                      <a:pt x="2250" y="1654"/>
                    </a:cubicBezTo>
                    <a:cubicBezTo>
                      <a:pt x="2267" y="2033"/>
                      <a:pt x="1792" y="2293"/>
                      <a:pt x="1376" y="2293"/>
                    </a:cubicBezTo>
                    <a:cubicBezTo>
                      <a:pt x="1141" y="2293"/>
                      <a:pt x="925" y="2211"/>
                      <a:pt x="826" y="2019"/>
                    </a:cubicBezTo>
                    <a:cubicBezTo>
                      <a:pt x="792" y="1963"/>
                      <a:pt x="766" y="1903"/>
                      <a:pt x="752" y="1840"/>
                    </a:cubicBezTo>
                    <a:cubicBezTo>
                      <a:pt x="734" y="1720"/>
                      <a:pt x="812" y="1605"/>
                      <a:pt x="911" y="1503"/>
                    </a:cubicBezTo>
                    <a:cubicBezTo>
                      <a:pt x="1118" y="1296"/>
                      <a:pt x="1365" y="1102"/>
                      <a:pt x="1515" y="838"/>
                    </a:cubicBezTo>
                    <a:cubicBezTo>
                      <a:pt x="1885" y="216"/>
                      <a:pt x="1505" y="0"/>
                      <a:pt x="10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" name="Google Shape;594;p42"/>
              <p:cNvSpPr/>
              <p:nvPr/>
            </p:nvSpPr>
            <p:spPr>
              <a:xfrm>
                <a:off x="6108919" y="3486505"/>
                <a:ext cx="68246" cy="21578"/>
              </a:xfrm>
              <a:custGeom>
                <a:rect b="b" l="l" r="r" t="t"/>
                <a:pathLst>
                  <a:path extrusionOk="0" h="516" w="1632">
                    <a:moveTo>
                      <a:pt x="1589" y="1"/>
                    </a:moveTo>
                    <a:cubicBezTo>
                      <a:pt x="1583" y="1"/>
                      <a:pt x="1577" y="3"/>
                      <a:pt x="1572" y="7"/>
                    </a:cubicBezTo>
                    <a:cubicBezTo>
                      <a:pt x="1220" y="260"/>
                      <a:pt x="796" y="405"/>
                      <a:pt x="366" y="405"/>
                    </a:cubicBezTo>
                    <a:cubicBezTo>
                      <a:pt x="260" y="405"/>
                      <a:pt x="153" y="396"/>
                      <a:pt x="47" y="378"/>
                    </a:cubicBezTo>
                    <a:cubicBezTo>
                      <a:pt x="45" y="378"/>
                      <a:pt x="43" y="377"/>
                      <a:pt x="41" y="377"/>
                    </a:cubicBezTo>
                    <a:cubicBezTo>
                      <a:pt x="12" y="377"/>
                      <a:pt x="1" y="423"/>
                      <a:pt x="32" y="435"/>
                    </a:cubicBezTo>
                    <a:cubicBezTo>
                      <a:pt x="181" y="489"/>
                      <a:pt x="340" y="515"/>
                      <a:pt x="499" y="515"/>
                    </a:cubicBezTo>
                    <a:cubicBezTo>
                      <a:pt x="910" y="515"/>
                      <a:pt x="1327" y="343"/>
                      <a:pt x="1611" y="51"/>
                    </a:cubicBezTo>
                    <a:cubicBezTo>
                      <a:pt x="1631" y="31"/>
                      <a:pt x="1612" y="1"/>
                      <a:pt x="15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5" name="Google Shape;595;p42"/>
              <p:cNvSpPr/>
              <p:nvPr/>
            </p:nvSpPr>
            <p:spPr>
              <a:xfrm>
                <a:off x="6028420" y="3218121"/>
                <a:ext cx="32827" cy="7485"/>
              </a:xfrm>
              <a:custGeom>
                <a:rect b="b" l="l" r="r" t="t"/>
                <a:pathLst>
                  <a:path extrusionOk="0" h="179" w="785">
                    <a:moveTo>
                      <a:pt x="476" y="0"/>
                    </a:moveTo>
                    <a:cubicBezTo>
                      <a:pt x="319" y="0"/>
                      <a:pt x="160" y="42"/>
                      <a:pt x="26" y="123"/>
                    </a:cubicBezTo>
                    <a:cubicBezTo>
                      <a:pt x="1" y="138"/>
                      <a:pt x="13" y="179"/>
                      <a:pt x="41" y="179"/>
                    </a:cubicBezTo>
                    <a:cubicBezTo>
                      <a:pt x="43" y="179"/>
                      <a:pt x="44" y="179"/>
                      <a:pt x="46" y="179"/>
                    </a:cubicBezTo>
                    <a:cubicBezTo>
                      <a:pt x="282" y="142"/>
                      <a:pt x="505" y="115"/>
                      <a:pt x="746" y="105"/>
                    </a:cubicBezTo>
                    <a:cubicBezTo>
                      <a:pt x="777" y="104"/>
                      <a:pt x="785" y="56"/>
                      <a:pt x="754" y="47"/>
                    </a:cubicBezTo>
                    <a:cubicBezTo>
                      <a:pt x="666" y="16"/>
                      <a:pt x="571" y="0"/>
                      <a:pt x="47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" name="Google Shape;596;p42"/>
              <p:cNvSpPr/>
              <p:nvPr/>
            </p:nvSpPr>
            <p:spPr>
              <a:xfrm>
                <a:off x="6044018" y="3427794"/>
                <a:ext cx="32618" cy="59381"/>
              </a:xfrm>
              <a:custGeom>
                <a:rect b="b" l="l" r="r" t="t"/>
                <a:pathLst>
                  <a:path extrusionOk="0" h="1420" w="780">
                    <a:moveTo>
                      <a:pt x="399" y="0"/>
                    </a:moveTo>
                    <a:cubicBezTo>
                      <a:pt x="379" y="0"/>
                      <a:pt x="359" y="22"/>
                      <a:pt x="371" y="44"/>
                    </a:cubicBezTo>
                    <a:cubicBezTo>
                      <a:pt x="612" y="500"/>
                      <a:pt x="492" y="1109"/>
                      <a:pt x="28" y="1364"/>
                    </a:cubicBezTo>
                    <a:cubicBezTo>
                      <a:pt x="0" y="1379"/>
                      <a:pt x="15" y="1420"/>
                      <a:pt x="41" y="1420"/>
                    </a:cubicBezTo>
                    <a:cubicBezTo>
                      <a:pt x="44" y="1420"/>
                      <a:pt x="48" y="1419"/>
                      <a:pt x="51" y="1418"/>
                    </a:cubicBezTo>
                    <a:cubicBezTo>
                      <a:pt x="618" y="1237"/>
                      <a:pt x="779" y="452"/>
                      <a:pt x="421" y="12"/>
                    </a:cubicBezTo>
                    <a:cubicBezTo>
                      <a:pt x="415" y="4"/>
                      <a:pt x="407" y="0"/>
                      <a:pt x="3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42"/>
              <p:cNvSpPr/>
              <p:nvPr/>
            </p:nvSpPr>
            <p:spPr>
              <a:xfrm>
                <a:off x="6099426" y="3424323"/>
                <a:ext cx="26847" cy="57583"/>
              </a:xfrm>
              <a:custGeom>
                <a:rect b="b" l="l" r="r" t="t"/>
                <a:pathLst>
                  <a:path extrusionOk="0" h="1377" w="642">
                    <a:moveTo>
                      <a:pt x="223" y="1"/>
                    </a:moveTo>
                    <a:cubicBezTo>
                      <a:pt x="212" y="1"/>
                      <a:pt x="202" y="6"/>
                      <a:pt x="197" y="18"/>
                    </a:cubicBezTo>
                    <a:cubicBezTo>
                      <a:pt x="0" y="475"/>
                      <a:pt x="86" y="1157"/>
                      <a:pt x="588" y="1374"/>
                    </a:cubicBezTo>
                    <a:cubicBezTo>
                      <a:pt x="592" y="1376"/>
                      <a:pt x="596" y="1377"/>
                      <a:pt x="599" y="1377"/>
                    </a:cubicBezTo>
                    <a:cubicBezTo>
                      <a:pt x="625" y="1377"/>
                      <a:pt x="642" y="1339"/>
                      <a:pt x="616" y="1322"/>
                    </a:cubicBezTo>
                    <a:cubicBezTo>
                      <a:pt x="207" y="1042"/>
                      <a:pt x="167" y="485"/>
                      <a:pt x="253" y="36"/>
                    </a:cubicBezTo>
                    <a:cubicBezTo>
                      <a:pt x="257" y="15"/>
                      <a:pt x="240" y="1"/>
                      <a:pt x="2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8" name="Google Shape;598;p42"/>
            <p:cNvGrpSpPr/>
            <p:nvPr/>
          </p:nvGrpSpPr>
          <p:grpSpPr>
            <a:xfrm>
              <a:off x="8165012" y="763881"/>
              <a:ext cx="136575" cy="134183"/>
              <a:chOff x="5397687" y="2595834"/>
              <a:chExt cx="157527" cy="154767"/>
            </a:xfrm>
          </p:grpSpPr>
          <p:sp>
            <p:nvSpPr>
              <p:cNvPr id="599" name="Google Shape;599;p42"/>
              <p:cNvSpPr/>
              <p:nvPr/>
            </p:nvSpPr>
            <p:spPr>
              <a:xfrm>
                <a:off x="5426122" y="2595834"/>
                <a:ext cx="100237" cy="154767"/>
              </a:xfrm>
              <a:custGeom>
                <a:rect b="b" l="l" r="r" t="t"/>
                <a:pathLst>
                  <a:path extrusionOk="0" h="3701" w="2397">
                    <a:moveTo>
                      <a:pt x="1430" y="0"/>
                    </a:moveTo>
                    <a:cubicBezTo>
                      <a:pt x="1422" y="0"/>
                      <a:pt x="1416" y="1"/>
                      <a:pt x="1412" y="3"/>
                    </a:cubicBezTo>
                    <a:cubicBezTo>
                      <a:pt x="1412" y="3"/>
                      <a:pt x="1" y="3234"/>
                      <a:pt x="26" y="3295"/>
                    </a:cubicBezTo>
                    <a:cubicBezTo>
                      <a:pt x="50" y="3354"/>
                      <a:pt x="840" y="3701"/>
                      <a:pt x="972" y="3701"/>
                    </a:cubicBezTo>
                    <a:cubicBezTo>
                      <a:pt x="978" y="3701"/>
                      <a:pt x="982" y="3700"/>
                      <a:pt x="986" y="3699"/>
                    </a:cubicBezTo>
                    <a:cubicBezTo>
                      <a:pt x="1063" y="3668"/>
                      <a:pt x="2396" y="469"/>
                      <a:pt x="2371" y="407"/>
                    </a:cubicBezTo>
                    <a:cubicBezTo>
                      <a:pt x="2347" y="348"/>
                      <a:pt x="1584" y="0"/>
                      <a:pt x="143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" name="Google Shape;600;p42"/>
              <p:cNvSpPr/>
              <p:nvPr/>
            </p:nvSpPr>
            <p:spPr>
              <a:xfrm>
                <a:off x="5397687" y="2624647"/>
                <a:ext cx="157527" cy="98104"/>
              </a:xfrm>
              <a:custGeom>
                <a:rect b="b" l="l" r="r" t="t"/>
                <a:pathLst>
                  <a:path extrusionOk="0" h="2346" w="3767">
                    <a:moveTo>
                      <a:pt x="445" y="0"/>
                    </a:moveTo>
                    <a:cubicBezTo>
                      <a:pt x="444" y="0"/>
                      <a:pt x="443" y="0"/>
                      <a:pt x="442" y="0"/>
                    </a:cubicBezTo>
                    <a:cubicBezTo>
                      <a:pt x="380" y="26"/>
                      <a:pt x="0" y="867"/>
                      <a:pt x="39" y="960"/>
                    </a:cubicBezTo>
                    <a:cubicBezTo>
                      <a:pt x="39" y="960"/>
                      <a:pt x="3212" y="2346"/>
                      <a:pt x="3329" y="2346"/>
                    </a:cubicBezTo>
                    <a:cubicBezTo>
                      <a:pt x="3330" y="2346"/>
                      <a:pt x="3331" y="2346"/>
                      <a:pt x="3331" y="2346"/>
                    </a:cubicBezTo>
                    <a:cubicBezTo>
                      <a:pt x="3393" y="2320"/>
                      <a:pt x="3766" y="1464"/>
                      <a:pt x="3735" y="1386"/>
                    </a:cubicBezTo>
                    <a:cubicBezTo>
                      <a:pt x="3704" y="1310"/>
                      <a:pt x="564" y="0"/>
                      <a:pt x="44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01" name="Google Shape;601;p42"/>
            <p:cNvGrpSpPr/>
            <p:nvPr/>
          </p:nvGrpSpPr>
          <p:grpSpPr>
            <a:xfrm rot="-458990">
              <a:off x="8286716" y="484212"/>
              <a:ext cx="74262" cy="262528"/>
              <a:chOff x="1825350" y="-685725"/>
              <a:chExt cx="102125" cy="361075"/>
            </a:xfrm>
          </p:grpSpPr>
          <p:sp>
            <p:nvSpPr>
              <p:cNvPr id="602" name="Google Shape;602;p42"/>
              <p:cNvSpPr/>
              <p:nvPr/>
            </p:nvSpPr>
            <p:spPr>
              <a:xfrm>
                <a:off x="1825350" y="-685725"/>
                <a:ext cx="102125" cy="361075"/>
              </a:xfrm>
              <a:custGeom>
                <a:rect b="b" l="l" r="r" t="t"/>
                <a:pathLst>
                  <a:path extrusionOk="0" h="14443" w="4085">
                    <a:moveTo>
                      <a:pt x="352" y="0"/>
                    </a:moveTo>
                    <a:cubicBezTo>
                      <a:pt x="350" y="0"/>
                      <a:pt x="348" y="0"/>
                      <a:pt x="346" y="1"/>
                    </a:cubicBezTo>
                    <a:cubicBezTo>
                      <a:pt x="1" y="49"/>
                      <a:pt x="1684" y="4346"/>
                      <a:pt x="1967" y="7674"/>
                    </a:cubicBezTo>
                    <a:cubicBezTo>
                      <a:pt x="2250" y="10993"/>
                      <a:pt x="556" y="14442"/>
                      <a:pt x="826" y="14442"/>
                    </a:cubicBezTo>
                    <a:cubicBezTo>
                      <a:pt x="826" y="14442"/>
                      <a:pt x="827" y="14442"/>
                      <a:pt x="828" y="14442"/>
                    </a:cubicBezTo>
                    <a:cubicBezTo>
                      <a:pt x="1106" y="14426"/>
                      <a:pt x="4013" y="10965"/>
                      <a:pt x="4049" y="7421"/>
                    </a:cubicBezTo>
                    <a:cubicBezTo>
                      <a:pt x="4084" y="3898"/>
                      <a:pt x="715" y="0"/>
                      <a:pt x="35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" name="Google Shape;603;p42"/>
              <p:cNvSpPr/>
              <p:nvPr/>
            </p:nvSpPr>
            <p:spPr>
              <a:xfrm>
                <a:off x="1875075" y="-548750"/>
                <a:ext cx="11550" cy="112475"/>
              </a:xfrm>
              <a:custGeom>
                <a:rect b="b" l="l" r="r" t="t"/>
                <a:pathLst>
                  <a:path extrusionOk="0" h="4499" w="462">
                    <a:moveTo>
                      <a:pt x="101" y="1"/>
                    </a:moveTo>
                    <a:lnTo>
                      <a:pt x="1" y="24"/>
                    </a:lnTo>
                    <a:cubicBezTo>
                      <a:pt x="1" y="24"/>
                      <a:pt x="13" y="94"/>
                      <a:pt x="35" y="215"/>
                    </a:cubicBezTo>
                    <a:cubicBezTo>
                      <a:pt x="55" y="337"/>
                      <a:pt x="99" y="510"/>
                      <a:pt x="122" y="717"/>
                    </a:cubicBezTo>
                    <a:cubicBezTo>
                      <a:pt x="136" y="820"/>
                      <a:pt x="151" y="932"/>
                      <a:pt x="168" y="1051"/>
                    </a:cubicBezTo>
                    <a:cubicBezTo>
                      <a:pt x="186" y="1168"/>
                      <a:pt x="187" y="1296"/>
                      <a:pt x="202" y="1426"/>
                    </a:cubicBezTo>
                    <a:cubicBezTo>
                      <a:pt x="233" y="1686"/>
                      <a:pt x="232" y="1966"/>
                      <a:pt x="244" y="2244"/>
                    </a:cubicBezTo>
                    <a:cubicBezTo>
                      <a:pt x="243" y="2524"/>
                      <a:pt x="250" y="2804"/>
                      <a:pt x="233" y="3066"/>
                    </a:cubicBezTo>
                    <a:cubicBezTo>
                      <a:pt x="225" y="3328"/>
                      <a:pt x="210" y="3573"/>
                      <a:pt x="195" y="3784"/>
                    </a:cubicBezTo>
                    <a:cubicBezTo>
                      <a:pt x="165" y="4205"/>
                      <a:pt x="145" y="4485"/>
                      <a:pt x="145" y="4485"/>
                    </a:cubicBezTo>
                    <a:lnTo>
                      <a:pt x="246" y="4499"/>
                    </a:lnTo>
                    <a:cubicBezTo>
                      <a:pt x="246" y="4499"/>
                      <a:pt x="259" y="4429"/>
                      <a:pt x="281" y="4308"/>
                    </a:cubicBezTo>
                    <a:cubicBezTo>
                      <a:pt x="299" y="4185"/>
                      <a:pt x="340" y="4012"/>
                      <a:pt x="362" y="3800"/>
                    </a:cubicBezTo>
                    <a:cubicBezTo>
                      <a:pt x="386" y="3589"/>
                      <a:pt x="422" y="3343"/>
                      <a:pt x="435" y="3077"/>
                    </a:cubicBezTo>
                    <a:cubicBezTo>
                      <a:pt x="457" y="2811"/>
                      <a:pt x="455" y="2526"/>
                      <a:pt x="462" y="2241"/>
                    </a:cubicBezTo>
                    <a:cubicBezTo>
                      <a:pt x="446" y="1956"/>
                      <a:pt x="440" y="1672"/>
                      <a:pt x="404" y="1406"/>
                    </a:cubicBezTo>
                    <a:cubicBezTo>
                      <a:pt x="388" y="1274"/>
                      <a:pt x="379" y="1145"/>
                      <a:pt x="353" y="1024"/>
                    </a:cubicBezTo>
                    <a:cubicBezTo>
                      <a:pt x="329" y="902"/>
                      <a:pt x="307" y="789"/>
                      <a:pt x="286" y="682"/>
                    </a:cubicBezTo>
                    <a:cubicBezTo>
                      <a:pt x="251" y="470"/>
                      <a:pt x="186" y="307"/>
                      <a:pt x="157" y="187"/>
                    </a:cubicBezTo>
                    <a:cubicBezTo>
                      <a:pt x="121" y="68"/>
                      <a:pt x="101" y="1"/>
                      <a:pt x="1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04" name="Google Shape;604;p42"/>
          <p:cNvSpPr txBox="1"/>
          <p:nvPr>
            <p:ph idx="1" type="subTitle"/>
          </p:nvPr>
        </p:nvSpPr>
        <p:spPr>
          <a:xfrm>
            <a:off x="5073647" y="2530799"/>
            <a:ext cx="3227400" cy="86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Late </a:t>
            </a:r>
            <a:r>
              <a:rPr lang="en" sz="2400"/>
              <a:t>Detected</a:t>
            </a:r>
            <a:endParaRPr sz="2400"/>
          </a:p>
        </p:txBody>
      </p:sp>
      <p:sp>
        <p:nvSpPr>
          <p:cNvPr id="605" name="Google Shape;605;p42"/>
          <p:cNvSpPr txBox="1"/>
          <p:nvPr>
            <p:ph idx="3" type="subTitle"/>
          </p:nvPr>
        </p:nvSpPr>
        <p:spPr>
          <a:xfrm>
            <a:off x="5073643" y="3247075"/>
            <a:ext cx="32274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Raleway"/>
                <a:ea typeface="Raleway"/>
                <a:cs typeface="Raleway"/>
                <a:sym typeface="Raleway"/>
              </a:rPr>
              <a:t>Can survive up t0 </a:t>
            </a:r>
            <a:endParaRPr b="1" sz="2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5</a:t>
            </a:r>
            <a:r>
              <a:rPr b="1" lang="en" sz="36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 years</a:t>
            </a:r>
            <a:endParaRPr b="1" sz="3600">
              <a:solidFill>
                <a:srgbClr val="FF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606" name="Google Shape;606;p42"/>
          <p:cNvGrpSpPr/>
          <p:nvPr/>
        </p:nvGrpSpPr>
        <p:grpSpPr>
          <a:xfrm>
            <a:off x="5929690" y="693872"/>
            <a:ext cx="1667710" cy="1881867"/>
            <a:chOff x="3688894" y="2332237"/>
            <a:chExt cx="478883" cy="478883"/>
          </a:xfrm>
        </p:grpSpPr>
        <p:sp>
          <p:nvSpPr>
            <p:cNvPr id="607" name="Google Shape;607;p42"/>
            <p:cNvSpPr/>
            <p:nvPr/>
          </p:nvSpPr>
          <p:spPr>
            <a:xfrm>
              <a:off x="3990345" y="2588787"/>
              <a:ext cx="38721" cy="38754"/>
            </a:xfrm>
            <a:custGeom>
              <a:rect b="b" l="l" r="r" t="t"/>
              <a:pathLst>
                <a:path extrusionOk="0" h="1179" w="1178">
                  <a:moveTo>
                    <a:pt x="589" y="1"/>
                  </a:moveTo>
                  <a:cubicBezTo>
                    <a:pt x="259" y="1"/>
                    <a:pt x="0" y="260"/>
                    <a:pt x="0" y="590"/>
                  </a:cubicBezTo>
                  <a:cubicBezTo>
                    <a:pt x="0" y="920"/>
                    <a:pt x="259" y="1178"/>
                    <a:pt x="589" y="1178"/>
                  </a:cubicBezTo>
                  <a:cubicBezTo>
                    <a:pt x="919" y="1178"/>
                    <a:pt x="1178" y="920"/>
                    <a:pt x="1178" y="590"/>
                  </a:cubicBezTo>
                  <a:cubicBezTo>
                    <a:pt x="1178" y="260"/>
                    <a:pt x="919" y="1"/>
                    <a:pt x="5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42"/>
            <p:cNvSpPr/>
            <p:nvPr/>
          </p:nvSpPr>
          <p:spPr>
            <a:xfrm>
              <a:off x="3937260" y="2624287"/>
              <a:ext cx="31128" cy="31095"/>
            </a:xfrm>
            <a:custGeom>
              <a:rect b="b" l="l" r="r" t="t"/>
              <a:pathLst>
                <a:path extrusionOk="0" h="946" w="947">
                  <a:moveTo>
                    <a:pt x="473" y="0"/>
                  </a:moveTo>
                  <a:cubicBezTo>
                    <a:pt x="206" y="0"/>
                    <a:pt x="0" y="214"/>
                    <a:pt x="0" y="473"/>
                  </a:cubicBezTo>
                  <a:cubicBezTo>
                    <a:pt x="0" y="732"/>
                    <a:pt x="206" y="946"/>
                    <a:pt x="473" y="946"/>
                  </a:cubicBezTo>
                  <a:cubicBezTo>
                    <a:pt x="732" y="946"/>
                    <a:pt x="946" y="732"/>
                    <a:pt x="946" y="473"/>
                  </a:cubicBezTo>
                  <a:cubicBezTo>
                    <a:pt x="946" y="214"/>
                    <a:pt x="732" y="0"/>
                    <a:pt x="4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42"/>
            <p:cNvSpPr/>
            <p:nvPr/>
          </p:nvSpPr>
          <p:spPr>
            <a:xfrm>
              <a:off x="3961584" y="2342788"/>
              <a:ext cx="206194" cy="236664"/>
            </a:xfrm>
            <a:custGeom>
              <a:rect b="b" l="l" r="r" t="t"/>
              <a:pathLst>
                <a:path extrusionOk="0" h="7200" w="6273">
                  <a:moveTo>
                    <a:pt x="3141" y="0"/>
                  </a:moveTo>
                  <a:cubicBezTo>
                    <a:pt x="1401" y="0"/>
                    <a:pt x="1" y="1410"/>
                    <a:pt x="1" y="3140"/>
                  </a:cubicBezTo>
                  <a:cubicBezTo>
                    <a:pt x="1" y="4256"/>
                    <a:pt x="581" y="5237"/>
                    <a:pt x="1455" y="5790"/>
                  </a:cubicBezTo>
                  <a:cubicBezTo>
                    <a:pt x="1428" y="5852"/>
                    <a:pt x="1419" y="5915"/>
                    <a:pt x="1419" y="5986"/>
                  </a:cubicBezTo>
                  <a:cubicBezTo>
                    <a:pt x="1419" y="6316"/>
                    <a:pt x="1687" y="6575"/>
                    <a:pt x="2008" y="6575"/>
                  </a:cubicBezTo>
                  <a:cubicBezTo>
                    <a:pt x="2097" y="6575"/>
                    <a:pt x="2178" y="6557"/>
                    <a:pt x="2249" y="6530"/>
                  </a:cubicBezTo>
                  <a:cubicBezTo>
                    <a:pt x="2356" y="6914"/>
                    <a:pt x="2713" y="7199"/>
                    <a:pt x="3141" y="7199"/>
                  </a:cubicBezTo>
                  <a:cubicBezTo>
                    <a:pt x="3560" y="7199"/>
                    <a:pt x="3917" y="6914"/>
                    <a:pt x="4024" y="6530"/>
                  </a:cubicBezTo>
                  <a:cubicBezTo>
                    <a:pt x="4096" y="6557"/>
                    <a:pt x="4176" y="6575"/>
                    <a:pt x="4265" y="6575"/>
                  </a:cubicBezTo>
                  <a:cubicBezTo>
                    <a:pt x="4586" y="6575"/>
                    <a:pt x="4854" y="6316"/>
                    <a:pt x="4854" y="5986"/>
                  </a:cubicBezTo>
                  <a:cubicBezTo>
                    <a:pt x="4854" y="5915"/>
                    <a:pt x="4845" y="5852"/>
                    <a:pt x="4818" y="5790"/>
                  </a:cubicBezTo>
                  <a:cubicBezTo>
                    <a:pt x="5692" y="5237"/>
                    <a:pt x="6272" y="4256"/>
                    <a:pt x="6272" y="3140"/>
                  </a:cubicBezTo>
                  <a:cubicBezTo>
                    <a:pt x="6272" y="1410"/>
                    <a:pt x="4872" y="0"/>
                    <a:pt x="31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42"/>
            <p:cNvSpPr/>
            <p:nvPr/>
          </p:nvSpPr>
          <p:spPr>
            <a:xfrm>
              <a:off x="3990049" y="2370038"/>
              <a:ext cx="177728" cy="209415"/>
            </a:xfrm>
            <a:custGeom>
              <a:rect b="b" l="l" r="r" t="t"/>
              <a:pathLst>
                <a:path extrusionOk="0" h="6371" w="5407">
                  <a:moveTo>
                    <a:pt x="4398" y="1"/>
                  </a:moveTo>
                  <a:lnTo>
                    <a:pt x="4398" y="1"/>
                  </a:lnTo>
                  <a:cubicBezTo>
                    <a:pt x="4443" y="233"/>
                    <a:pt x="4461" y="465"/>
                    <a:pt x="4461" y="697"/>
                  </a:cubicBezTo>
                  <a:cubicBezTo>
                    <a:pt x="4461" y="2820"/>
                    <a:pt x="2748" y="4533"/>
                    <a:pt x="625" y="4533"/>
                  </a:cubicBezTo>
                  <a:cubicBezTo>
                    <a:pt x="411" y="4533"/>
                    <a:pt x="205" y="4515"/>
                    <a:pt x="0" y="4488"/>
                  </a:cubicBezTo>
                  <a:lnTo>
                    <a:pt x="0" y="4488"/>
                  </a:lnTo>
                  <a:cubicBezTo>
                    <a:pt x="179" y="4667"/>
                    <a:pt x="375" y="4827"/>
                    <a:pt x="589" y="4961"/>
                  </a:cubicBezTo>
                  <a:cubicBezTo>
                    <a:pt x="562" y="5023"/>
                    <a:pt x="553" y="5086"/>
                    <a:pt x="553" y="5157"/>
                  </a:cubicBezTo>
                  <a:cubicBezTo>
                    <a:pt x="553" y="5487"/>
                    <a:pt x="821" y="5746"/>
                    <a:pt x="1142" y="5746"/>
                  </a:cubicBezTo>
                  <a:cubicBezTo>
                    <a:pt x="1231" y="5746"/>
                    <a:pt x="1312" y="5728"/>
                    <a:pt x="1383" y="5701"/>
                  </a:cubicBezTo>
                  <a:cubicBezTo>
                    <a:pt x="1490" y="6085"/>
                    <a:pt x="1847" y="6370"/>
                    <a:pt x="2275" y="6370"/>
                  </a:cubicBezTo>
                  <a:cubicBezTo>
                    <a:pt x="2694" y="6370"/>
                    <a:pt x="3051" y="6085"/>
                    <a:pt x="3158" y="5701"/>
                  </a:cubicBezTo>
                  <a:cubicBezTo>
                    <a:pt x="3230" y="5728"/>
                    <a:pt x="3310" y="5746"/>
                    <a:pt x="3399" y="5746"/>
                  </a:cubicBezTo>
                  <a:cubicBezTo>
                    <a:pt x="3720" y="5746"/>
                    <a:pt x="3988" y="5487"/>
                    <a:pt x="3988" y="5157"/>
                  </a:cubicBezTo>
                  <a:cubicBezTo>
                    <a:pt x="3988" y="5086"/>
                    <a:pt x="3979" y="5023"/>
                    <a:pt x="3952" y="4961"/>
                  </a:cubicBezTo>
                  <a:cubicBezTo>
                    <a:pt x="4826" y="4408"/>
                    <a:pt x="5406" y="3427"/>
                    <a:pt x="5406" y="2311"/>
                  </a:cubicBezTo>
                  <a:cubicBezTo>
                    <a:pt x="5406" y="1401"/>
                    <a:pt x="5023" y="581"/>
                    <a:pt x="4398" y="1"/>
                  </a:cubicBezTo>
                  <a:close/>
                </a:path>
              </a:pathLst>
            </a:custGeom>
            <a:solidFill>
              <a:srgbClr val="9485BA">
                <a:alpha val="246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42"/>
            <p:cNvSpPr/>
            <p:nvPr/>
          </p:nvSpPr>
          <p:spPr>
            <a:xfrm>
              <a:off x="4025812" y="2374146"/>
              <a:ext cx="77738" cy="93285"/>
            </a:xfrm>
            <a:custGeom>
              <a:rect b="b" l="l" r="r" t="t"/>
              <a:pathLst>
                <a:path extrusionOk="0" h="2838" w="2365">
                  <a:moveTo>
                    <a:pt x="1187" y="1"/>
                  </a:moveTo>
                  <a:cubicBezTo>
                    <a:pt x="527" y="1"/>
                    <a:pt x="1" y="527"/>
                    <a:pt x="1" y="1178"/>
                  </a:cubicBezTo>
                  <a:lnTo>
                    <a:pt x="1" y="2838"/>
                  </a:lnTo>
                  <a:lnTo>
                    <a:pt x="2365" y="2838"/>
                  </a:lnTo>
                  <a:lnTo>
                    <a:pt x="2365" y="1178"/>
                  </a:lnTo>
                  <a:cubicBezTo>
                    <a:pt x="2365" y="527"/>
                    <a:pt x="1838" y="1"/>
                    <a:pt x="11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42"/>
            <p:cNvSpPr/>
            <p:nvPr/>
          </p:nvSpPr>
          <p:spPr>
            <a:xfrm>
              <a:off x="4016148" y="2467398"/>
              <a:ext cx="97361" cy="31424"/>
            </a:xfrm>
            <a:custGeom>
              <a:rect b="b" l="l" r="r" t="t"/>
              <a:pathLst>
                <a:path extrusionOk="0" h="956" w="2962">
                  <a:moveTo>
                    <a:pt x="179" y="1"/>
                  </a:moveTo>
                  <a:cubicBezTo>
                    <a:pt x="80" y="1"/>
                    <a:pt x="0" y="81"/>
                    <a:pt x="0" y="179"/>
                  </a:cubicBezTo>
                  <a:lnTo>
                    <a:pt x="0" y="777"/>
                  </a:lnTo>
                  <a:cubicBezTo>
                    <a:pt x="0" y="875"/>
                    <a:pt x="80" y="955"/>
                    <a:pt x="179" y="955"/>
                  </a:cubicBezTo>
                  <a:lnTo>
                    <a:pt x="2784" y="955"/>
                  </a:lnTo>
                  <a:cubicBezTo>
                    <a:pt x="2882" y="955"/>
                    <a:pt x="2962" y="875"/>
                    <a:pt x="2962" y="777"/>
                  </a:cubicBezTo>
                  <a:lnTo>
                    <a:pt x="2962" y="179"/>
                  </a:lnTo>
                  <a:cubicBezTo>
                    <a:pt x="2962" y="81"/>
                    <a:pt x="2882" y="1"/>
                    <a:pt x="27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42"/>
            <p:cNvSpPr/>
            <p:nvPr/>
          </p:nvSpPr>
          <p:spPr>
            <a:xfrm>
              <a:off x="4086227" y="2467398"/>
              <a:ext cx="27282" cy="31424"/>
            </a:xfrm>
            <a:custGeom>
              <a:rect b="b" l="l" r="r" t="t"/>
              <a:pathLst>
                <a:path extrusionOk="0" h="956" w="830">
                  <a:moveTo>
                    <a:pt x="0" y="1"/>
                  </a:moveTo>
                  <a:cubicBezTo>
                    <a:pt x="98" y="1"/>
                    <a:pt x="179" y="81"/>
                    <a:pt x="179" y="179"/>
                  </a:cubicBezTo>
                  <a:lnTo>
                    <a:pt x="179" y="777"/>
                  </a:lnTo>
                  <a:cubicBezTo>
                    <a:pt x="179" y="875"/>
                    <a:pt x="98" y="955"/>
                    <a:pt x="0" y="955"/>
                  </a:cubicBezTo>
                  <a:lnTo>
                    <a:pt x="652" y="955"/>
                  </a:lnTo>
                  <a:cubicBezTo>
                    <a:pt x="750" y="955"/>
                    <a:pt x="830" y="875"/>
                    <a:pt x="830" y="777"/>
                  </a:cubicBezTo>
                  <a:lnTo>
                    <a:pt x="830" y="179"/>
                  </a:lnTo>
                  <a:cubicBezTo>
                    <a:pt x="830" y="81"/>
                    <a:pt x="750" y="1"/>
                    <a:pt x="652" y="1"/>
                  </a:cubicBezTo>
                  <a:close/>
                </a:path>
              </a:pathLst>
            </a:custGeom>
            <a:solidFill>
              <a:srgbClr val="9485BA">
                <a:alpha val="246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42"/>
            <p:cNvSpPr/>
            <p:nvPr/>
          </p:nvSpPr>
          <p:spPr>
            <a:xfrm>
              <a:off x="3775112" y="2676780"/>
              <a:ext cx="139303" cy="70112"/>
            </a:xfrm>
            <a:custGeom>
              <a:rect b="b" l="l" r="r" t="t"/>
              <a:pathLst>
                <a:path extrusionOk="0" h="2133" w="4238">
                  <a:moveTo>
                    <a:pt x="937" y="0"/>
                  </a:moveTo>
                  <a:lnTo>
                    <a:pt x="0" y="232"/>
                  </a:lnTo>
                  <a:cubicBezTo>
                    <a:pt x="116" y="1303"/>
                    <a:pt x="1017" y="2132"/>
                    <a:pt x="2114" y="2132"/>
                  </a:cubicBezTo>
                  <a:cubicBezTo>
                    <a:pt x="3212" y="2132"/>
                    <a:pt x="4122" y="1303"/>
                    <a:pt x="4238" y="232"/>
                  </a:cubicBezTo>
                  <a:lnTo>
                    <a:pt x="330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42"/>
            <p:cNvSpPr/>
            <p:nvPr/>
          </p:nvSpPr>
          <p:spPr>
            <a:xfrm>
              <a:off x="3688894" y="2684406"/>
              <a:ext cx="311739" cy="126714"/>
            </a:xfrm>
            <a:custGeom>
              <a:rect b="b" l="l" r="r" t="t"/>
              <a:pathLst>
                <a:path extrusionOk="0" h="3855" w="9484">
                  <a:moveTo>
                    <a:pt x="2623" y="0"/>
                  </a:moveTo>
                  <a:lnTo>
                    <a:pt x="1793" y="205"/>
                  </a:lnTo>
                  <a:cubicBezTo>
                    <a:pt x="741" y="473"/>
                    <a:pt x="0" y="1419"/>
                    <a:pt x="0" y="2507"/>
                  </a:cubicBezTo>
                  <a:lnTo>
                    <a:pt x="0" y="3560"/>
                  </a:lnTo>
                  <a:cubicBezTo>
                    <a:pt x="0" y="3720"/>
                    <a:pt x="134" y="3854"/>
                    <a:pt x="295" y="3854"/>
                  </a:cubicBezTo>
                  <a:lnTo>
                    <a:pt x="9189" y="3854"/>
                  </a:lnTo>
                  <a:cubicBezTo>
                    <a:pt x="9350" y="3854"/>
                    <a:pt x="9483" y="3720"/>
                    <a:pt x="9483" y="3560"/>
                  </a:cubicBezTo>
                  <a:lnTo>
                    <a:pt x="9483" y="2507"/>
                  </a:lnTo>
                  <a:cubicBezTo>
                    <a:pt x="9483" y="1419"/>
                    <a:pt x="8743" y="473"/>
                    <a:pt x="7681" y="205"/>
                  </a:cubicBezTo>
                  <a:lnTo>
                    <a:pt x="6861" y="0"/>
                  </a:lnTo>
                  <a:cubicBezTo>
                    <a:pt x="6745" y="1071"/>
                    <a:pt x="5835" y="1900"/>
                    <a:pt x="4737" y="1900"/>
                  </a:cubicBezTo>
                  <a:cubicBezTo>
                    <a:pt x="3640" y="1900"/>
                    <a:pt x="2739" y="1071"/>
                    <a:pt x="262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42"/>
            <p:cNvSpPr/>
            <p:nvPr/>
          </p:nvSpPr>
          <p:spPr>
            <a:xfrm>
              <a:off x="3848117" y="2690849"/>
              <a:ext cx="152517" cy="120271"/>
            </a:xfrm>
            <a:custGeom>
              <a:rect b="b" l="l" r="r" t="t"/>
              <a:pathLst>
                <a:path extrusionOk="0" h="3659" w="4640">
                  <a:moveTo>
                    <a:pt x="2802" y="0"/>
                  </a:moveTo>
                  <a:cubicBezTo>
                    <a:pt x="2489" y="973"/>
                    <a:pt x="1910" y="1936"/>
                    <a:pt x="1080" y="2766"/>
                  </a:cubicBezTo>
                  <a:cubicBezTo>
                    <a:pt x="741" y="3105"/>
                    <a:pt x="375" y="3408"/>
                    <a:pt x="0" y="3658"/>
                  </a:cubicBezTo>
                  <a:lnTo>
                    <a:pt x="4345" y="3658"/>
                  </a:lnTo>
                  <a:cubicBezTo>
                    <a:pt x="4506" y="3658"/>
                    <a:pt x="4639" y="3524"/>
                    <a:pt x="4639" y="3364"/>
                  </a:cubicBezTo>
                  <a:lnTo>
                    <a:pt x="4639" y="2311"/>
                  </a:lnTo>
                  <a:cubicBezTo>
                    <a:pt x="4639" y="1223"/>
                    <a:pt x="3899" y="277"/>
                    <a:pt x="2837" y="9"/>
                  </a:cubicBezTo>
                  <a:lnTo>
                    <a:pt x="2802" y="0"/>
                  </a:lnTo>
                  <a:close/>
                </a:path>
              </a:pathLst>
            </a:custGeom>
            <a:solidFill>
              <a:srgbClr val="9485BA">
                <a:alpha val="246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42"/>
            <p:cNvSpPr/>
            <p:nvPr/>
          </p:nvSpPr>
          <p:spPr>
            <a:xfrm>
              <a:off x="3805879" y="2631913"/>
              <a:ext cx="77738" cy="83884"/>
            </a:xfrm>
            <a:custGeom>
              <a:rect b="b" l="l" r="r" t="t"/>
              <a:pathLst>
                <a:path extrusionOk="0" h="2552" w="2365">
                  <a:moveTo>
                    <a:pt x="1" y="0"/>
                  </a:moveTo>
                  <a:lnTo>
                    <a:pt x="1" y="1365"/>
                  </a:lnTo>
                  <a:cubicBezTo>
                    <a:pt x="1" y="2016"/>
                    <a:pt x="527" y="2552"/>
                    <a:pt x="1178" y="2552"/>
                  </a:cubicBezTo>
                  <a:cubicBezTo>
                    <a:pt x="1839" y="2552"/>
                    <a:pt x="2365" y="2016"/>
                    <a:pt x="2365" y="1365"/>
                  </a:cubicBezTo>
                  <a:lnTo>
                    <a:pt x="2365" y="0"/>
                  </a:lnTo>
                  <a:close/>
                </a:path>
              </a:pathLst>
            </a:custGeom>
            <a:solidFill>
              <a:srgbClr val="FFBD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42"/>
            <p:cNvSpPr/>
            <p:nvPr/>
          </p:nvSpPr>
          <p:spPr>
            <a:xfrm>
              <a:off x="3805879" y="2631913"/>
              <a:ext cx="77738" cy="36091"/>
            </a:xfrm>
            <a:custGeom>
              <a:rect b="b" l="l" r="r" t="t"/>
              <a:pathLst>
                <a:path extrusionOk="0" h="1098" w="2365">
                  <a:moveTo>
                    <a:pt x="1" y="0"/>
                  </a:moveTo>
                  <a:lnTo>
                    <a:pt x="1" y="910"/>
                  </a:lnTo>
                  <a:cubicBezTo>
                    <a:pt x="367" y="1035"/>
                    <a:pt x="768" y="1098"/>
                    <a:pt x="1178" y="1098"/>
                  </a:cubicBezTo>
                  <a:cubicBezTo>
                    <a:pt x="1598" y="1098"/>
                    <a:pt x="1990" y="1035"/>
                    <a:pt x="2365" y="910"/>
                  </a:cubicBezTo>
                  <a:lnTo>
                    <a:pt x="2365" y="0"/>
                  </a:lnTo>
                  <a:close/>
                </a:path>
              </a:pathLst>
            </a:custGeom>
            <a:solidFill>
              <a:srgbClr val="F6A96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42"/>
            <p:cNvSpPr/>
            <p:nvPr/>
          </p:nvSpPr>
          <p:spPr>
            <a:xfrm>
              <a:off x="3747238" y="2448038"/>
              <a:ext cx="194755" cy="192684"/>
            </a:xfrm>
            <a:custGeom>
              <a:rect b="b" l="l" r="r" t="t"/>
              <a:pathLst>
                <a:path extrusionOk="0" h="5862" w="5925">
                  <a:moveTo>
                    <a:pt x="1" y="1"/>
                  </a:moveTo>
                  <a:lnTo>
                    <a:pt x="1" y="2900"/>
                  </a:lnTo>
                  <a:cubicBezTo>
                    <a:pt x="1" y="4542"/>
                    <a:pt x="1330" y="5862"/>
                    <a:pt x="2962" y="5862"/>
                  </a:cubicBezTo>
                  <a:cubicBezTo>
                    <a:pt x="4604" y="5862"/>
                    <a:pt x="5924" y="4542"/>
                    <a:pt x="5924" y="2900"/>
                  </a:cubicBezTo>
                  <a:lnTo>
                    <a:pt x="5924" y="1"/>
                  </a:lnTo>
                  <a:close/>
                </a:path>
              </a:pathLst>
            </a:custGeom>
            <a:solidFill>
              <a:srgbClr val="FED2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42"/>
            <p:cNvSpPr/>
            <p:nvPr/>
          </p:nvSpPr>
          <p:spPr>
            <a:xfrm>
              <a:off x="3825239" y="2448038"/>
              <a:ext cx="116754" cy="192684"/>
            </a:xfrm>
            <a:custGeom>
              <a:rect b="b" l="l" r="r" t="t"/>
              <a:pathLst>
                <a:path extrusionOk="0" h="5862" w="3552">
                  <a:moveTo>
                    <a:pt x="2374" y="1"/>
                  </a:moveTo>
                  <a:lnTo>
                    <a:pt x="2374" y="2900"/>
                  </a:lnTo>
                  <a:cubicBezTo>
                    <a:pt x="2374" y="4336"/>
                    <a:pt x="1348" y="5532"/>
                    <a:pt x="1" y="5808"/>
                  </a:cubicBezTo>
                  <a:cubicBezTo>
                    <a:pt x="188" y="5844"/>
                    <a:pt x="393" y="5862"/>
                    <a:pt x="589" y="5862"/>
                  </a:cubicBezTo>
                  <a:cubicBezTo>
                    <a:pt x="2231" y="5862"/>
                    <a:pt x="3551" y="4542"/>
                    <a:pt x="3551" y="2900"/>
                  </a:cubicBezTo>
                  <a:lnTo>
                    <a:pt x="3551" y="1"/>
                  </a:lnTo>
                  <a:close/>
                </a:path>
              </a:pathLst>
            </a:custGeom>
            <a:solidFill>
              <a:srgbClr val="FFBD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42"/>
            <p:cNvSpPr/>
            <p:nvPr/>
          </p:nvSpPr>
          <p:spPr>
            <a:xfrm>
              <a:off x="3727878" y="2332237"/>
              <a:ext cx="233739" cy="211157"/>
            </a:xfrm>
            <a:custGeom>
              <a:rect b="b" l="l" r="r" t="t"/>
              <a:pathLst>
                <a:path extrusionOk="0" h="6424" w="7111">
                  <a:moveTo>
                    <a:pt x="3551" y="0"/>
                  </a:moveTo>
                  <a:cubicBezTo>
                    <a:pt x="1589" y="0"/>
                    <a:pt x="1" y="1588"/>
                    <a:pt x="1" y="3551"/>
                  </a:cubicBezTo>
                  <a:lnTo>
                    <a:pt x="1" y="4942"/>
                  </a:lnTo>
                  <a:lnTo>
                    <a:pt x="590" y="4942"/>
                  </a:lnTo>
                  <a:lnTo>
                    <a:pt x="590" y="6423"/>
                  </a:lnTo>
                  <a:lnTo>
                    <a:pt x="937" y="5754"/>
                  </a:lnTo>
                  <a:cubicBezTo>
                    <a:pt x="1143" y="5370"/>
                    <a:pt x="1553" y="5121"/>
                    <a:pt x="1990" y="5121"/>
                  </a:cubicBezTo>
                  <a:lnTo>
                    <a:pt x="2543" y="5121"/>
                  </a:lnTo>
                  <a:cubicBezTo>
                    <a:pt x="4051" y="5121"/>
                    <a:pt x="4774" y="4184"/>
                    <a:pt x="4970" y="3863"/>
                  </a:cubicBezTo>
                  <a:cubicBezTo>
                    <a:pt x="5014" y="3800"/>
                    <a:pt x="5086" y="3756"/>
                    <a:pt x="5166" y="3756"/>
                  </a:cubicBezTo>
                  <a:cubicBezTo>
                    <a:pt x="5389" y="3756"/>
                    <a:pt x="5585" y="3899"/>
                    <a:pt x="5666" y="4113"/>
                  </a:cubicBezTo>
                  <a:lnTo>
                    <a:pt x="6513" y="6423"/>
                  </a:lnTo>
                  <a:lnTo>
                    <a:pt x="6513" y="4942"/>
                  </a:lnTo>
                  <a:lnTo>
                    <a:pt x="7111" y="4942"/>
                  </a:lnTo>
                  <a:lnTo>
                    <a:pt x="7111" y="3551"/>
                  </a:lnTo>
                  <a:cubicBezTo>
                    <a:pt x="7111" y="1588"/>
                    <a:pt x="5514" y="0"/>
                    <a:pt x="3551" y="0"/>
                  </a:cubicBezTo>
                  <a:close/>
                </a:path>
              </a:pathLst>
            </a:custGeom>
            <a:solidFill>
              <a:srgbClr val="B36D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42"/>
            <p:cNvSpPr/>
            <p:nvPr/>
          </p:nvSpPr>
          <p:spPr>
            <a:xfrm>
              <a:off x="3827869" y="2347193"/>
              <a:ext cx="133748" cy="196201"/>
            </a:xfrm>
            <a:custGeom>
              <a:rect b="b" l="l" r="r" t="t"/>
              <a:pathLst>
                <a:path extrusionOk="0" h="5969" w="4069">
                  <a:moveTo>
                    <a:pt x="2249" y="0"/>
                  </a:moveTo>
                  <a:lnTo>
                    <a:pt x="2249" y="0"/>
                  </a:lnTo>
                  <a:cubicBezTo>
                    <a:pt x="2285" y="1071"/>
                    <a:pt x="1999" y="2926"/>
                    <a:pt x="1" y="4630"/>
                  </a:cubicBezTo>
                  <a:cubicBezTo>
                    <a:pt x="1170" y="4452"/>
                    <a:pt x="1749" y="3693"/>
                    <a:pt x="1928" y="3408"/>
                  </a:cubicBezTo>
                  <a:cubicBezTo>
                    <a:pt x="1972" y="3345"/>
                    <a:pt x="2044" y="3301"/>
                    <a:pt x="2124" y="3301"/>
                  </a:cubicBezTo>
                  <a:cubicBezTo>
                    <a:pt x="2347" y="3301"/>
                    <a:pt x="2543" y="3444"/>
                    <a:pt x="2624" y="3658"/>
                  </a:cubicBezTo>
                  <a:lnTo>
                    <a:pt x="3471" y="5968"/>
                  </a:lnTo>
                  <a:lnTo>
                    <a:pt x="3471" y="4487"/>
                  </a:lnTo>
                  <a:lnTo>
                    <a:pt x="4069" y="4487"/>
                  </a:lnTo>
                  <a:lnTo>
                    <a:pt x="4069" y="3096"/>
                  </a:lnTo>
                  <a:cubicBezTo>
                    <a:pt x="4069" y="1766"/>
                    <a:pt x="3337" y="607"/>
                    <a:pt x="2249" y="0"/>
                  </a:cubicBezTo>
                  <a:close/>
                </a:path>
              </a:pathLst>
            </a:custGeom>
            <a:solidFill>
              <a:srgbClr val="995E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42"/>
            <p:cNvSpPr/>
            <p:nvPr/>
          </p:nvSpPr>
          <p:spPr>
            <a:xfrm>
              <a:off x="3941960" y="2484984"/>
              <a:ext cx="39017" cy="58410"/>
            </a:xfrm>
            <a:custGeom>
              <a:rect b="b" l="l" r="r" t="t"/>
              <a:pathLst>
                <a:path extrusionOk="0" h="1777" w="1187">
                  <a:moveTo>
                    <a:pt x="179" y="1"/>
                  </a:moveTo>
                  <a:cubicBezTo>
                    <a:pt x="80" y="1"/>
                    <a:pt x="0" y="81"/>
                    <a:pt x="0" y="179"/>
                  </a:cubicBezTo>
                  <a:lnTo>
                    <a:pt x="0" y="1776"/>
                  </a:lnTo>
                  <a:lnTo>
                    <a:pt x="295" y="1776"/>
                  </a:lnTo>
                  <a:cubicBezTo>
                    <a:pt x="794" y="1776"/>
                    <a:pt x="1187" y="1384"/>
                    <a:pt x="1187" y="893"/>
                  </a:cubicBezTo>
                  <a:cubicBezTo>
                    <a:pt x="1187" y="402"/>
                    <a:pt x="794" y="1"/>
                    <a:pt x="295" y="1"/>
                  </a:cubicBezTo>
                  <a:close/>
                </a:path>
              </a:pathLst>
            </a:custGeom>
            <a:solidFill>
              <a:srgbClr val="EA9B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42"/>
            <p:cNvSpPr/>
            <p:nvPr/>
          </p:nvSpPr>
          <p:spPr>
            <a:xfrm>
              <a:off x="3708518" y="2484984"/>
              <a:ext cx="38754" cy="58410"/>
            </a:xfrm>
            <a:custGeom>
              <a:rect b="b" l="l" r="r" t="t"/>
              <a:pathLst>
                <a:path extrusionOk="0" h="1777" w="1179">
                  <a:moveTo>
                    <a:pt x="884" y="1"/>
                  </a:moveTo>
                  <a:cubicBezTo>
                    <a:pt x="394" y="1"/>
                    <a:pt x="1" y="402"/>
                    <a:pt x="1" y="893"/>
                  </a:cubicBezTo>
                  <a:cubicBezTo>
                    <a:pt x="1" y="1384"/>
                    <a:pt x="394" y="1776"/>
                    <a:pt x="884" y="1776"/>
                  </a:cubicBezTo>
                  <a:lnTo>
                    <a:pt x="1179" y="1776"/>
                  </a:lnTo>
                  <a:lnTo>
                    <a:pt x="1179" y="179"/>
                  </a:lnTo>
                  <a:cubicBezTo>
                    <a:pt x="1179" y="81"/>
                    <a:pt x="1107" y="1"/>
                    <a:pt x="1009" y="1"/>
                  </a:cubicBezTo>
                  <a:close/>
                </a:path>
              </a:pathLst>
            </a:custGeom>
            <a:solidFill>
              <a:srgbClr val="EA9B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42"/>
            <p:cNvSpPr/>
            <p:nvPr/>
          </p:nvSpPr>
          <p:spPr>
            <a:xfrm>
              <a:off x="4049577" y="2397911"/>
              <a:ext cx="30240" cy="14397"/>
            </a:xfrm>
            <a:custGeom>
              <a:rect b="b" l="l" r="r" t="t"/>
              <a:pathLst>
                <a:path extrusionOk="0" h="438" w="920">
                  <a:moveTo>
                    <a:pt x="223" y="0"/>
                  </a:moveTo>
                  <a:cubicBezTo>
                    <a:pt x="98" y="0"/>
                    <a:pt x="0" y="98"/>
                    <a:pt x="0" y="223"/>
                  </a:cubicBezTo>
                  <a:cubicBezTo>
                    <a:pt x="0" y="339"/>
                    <a:pt x="98" y="437"/>
                    <a:pt x="223" y="437"/>
                  </a:cubicBezTo>
                  <a:lnTo>
                    <a:pt x="696" y="437"/>
                  </a:lnTo>
                  <a:cubicBezTo>
                    <a:pt x="821" y="437"/>
                    <a:pt x="919" y="339"/>
                    <a:pt x="919" y="223"/>
                  </a:cubicBezTo>
                  <a:cubicBezTo>
                    <a:pt x="919" y="98"/>
                    <a:pt x="821" y="0"/>
                    <a:pt x="6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42"/>
            <p:cNvSpPr/>
            <p:nvPr/>
          </p:nvSpPr>
          <p:spPr>
            <a:xfrm>
              <a:off x="4049577" y="2428973"/>
              <a:ext cx="30240" cy="14726"/>
            </a:xfrm>
            <a:custGeom>
              <a:rect b="b" l="l" r="r" t="t"/>
              <a:pathLst>
                <a:path extrusionOk="0" h="448" w="920">
                  <a:moveTo>
                    <a:pt x="223" y="1"/>
                  </a:moveTo>
                  <a:cubicBezTo>
                    <a:pt x="98" y="1"/>
                    <a:pt x="0" y="99"/>
                    <a:pt x="0" y="224"/>
                  </a:cubicBezTo>
                  <a:cubicBezTo>
                    <a:pt x="0" y="349"/>
                    <a:pt x="98" y="447"/>
                    <a:pt x="223" y="447"/>
                  </a:cubicBezTo>
                  <a:lnTo>
                    <a:pt x="696" y="447"/>
                  </a:lnTo>
                  <a:cubicBezTo>
                    <a:pt x="821" y="447"/>
                    <a:pt x="919" y="349"/>
                    <a:pt x="919" y="224"/>
                  </a:cubicBezTo>
                  <a:cubicBezTo>
                    <a:pt x="919" y="99"/>
                    <a:pt x="821" y="1"/>
                    <a:pt x="6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42"/>
            <p:cNvSpPr/>
            <p:nvPr/>
          </p:nvSpPr>
          <p:spPr>
            <a:xfrm>
              <a:off x="3924934" y="2772662"/>
              <a:ext cx="14693" cy="38458"/>
            </a:xfrm>
            <a:custGeom>
              <a:rect b="b" l="l" r="r" t="t"/>
              <a:pathLst>
                <a:path extrusionOk="0" h="1170" w="447">
                  <a:moveTo>
                    <a:pt x="224" y="0"/>
                  </a:moveTo>
                  <a:cubicBezTo>
                    <a:pt x="108" y="0"/>
                    <a:pt x="1" y="98"/>
                    <a:pt x="1" y="223"/>
                  </a:cubicBezTo>
                  <a:lnTo>
                    <a:pt x="1" y="1169"/>
                  </a:lnTo>
                  <a:lnTo>
                    <a:pt x="447" y="1169"/>
                  </a:lnTo>
                  <a:lnTo>
                    <a:pt x="447" y="223"/>
                  </a:lnTo>
                  <a:cubicBezTo>
                    <a:pt x="447" y="98"/>
                    <a:pt x="349" y="0"/>
                    <a:pt x="2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42"/>
            <p:cNvSpPr/>
            <p:nvPr/>
          </p:nvSpPr>
          <p:spPr>
            <a:xfrm>
              <a:off x="3749868" y="2772662"/>
              <a:ext cx="14397" cy="38458"/>
            </a:xfrm>
            <a:custGeom>
              <a:rect b="b" l="l" r="r" t="t"/>
              <a:pathLst>
                <a:path extrusionOk="0" h="1170" w="438">
                  <a:moveTo>
                    <a:pt x="224" y="0"/>
                  </a:moveTo>
                  <a:cubicBezTo>
                    <a:pt x="99" y="0"/>
                    <a:pt x="1" y="98"/>
                    <a:pt x="1" y="223"/>
                  </a:cubicBezTo>
                  <a:lnTo>
                    <a:pt x="1" y="1169"/>
                  </a:lnTo>
                  <a:lnTo>
                    <a:pt x="438" y="1169"/>
                  </a:lnTo>
                  <a:lnTo>
                    <a:pt x="438" y="223"/>
                  </a:lnTo>
                  <a:cubicBezTo>
                    <a:pt x="438" y="98"/>
                    <a:pt x="340" y="0"/>
                    <a:pt x="2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42"/>
            <p:cNvSpPr/>
            <p:nvPr/>
          </p:nvSpPr>
          <p:spPr>
            <a:xfrm>
              <a:off x="3814984" y="2591351"/>
              <a:ext cx="59560" cy="23568"/>
            </a:xfrm>
            <a:custGeom>
              <a:rect b="b" l="l" r="r" t="t"/>
              <a:pathLst>
                <a:path extrusionOk="0" h="717" w="1812">
                  <a:moveTo>
                    <a:pt x="902" y="1"/>
                  </a:moveTo>
                  <a:cubicBezTo>
                    <a:pt x="607" y="1"/>
                    <a:pt x="313" y="115"/>
                    <a:pt x="90" y="342"/>
                  </a:cubicBezTo>
                  <a:cubicBezTo>
                    <a:pt x="0" y="422"/>
                    <a:pt x="0" y="565"/>
                    <a:pt x="90" y="654"/>
                  </a:cubicBezTo>
                  <a:cubicBezTo>
                    <a:pt x="130" y="695"/>
                    <a:pt x="185" y="715"/>
                    <a:pt x="241" y="715"/>
                  </a:cubicBezTo>
                  <a:cubicBezTo>
                    <a:pt x="297" y="715"/>
                    <a:pt x="353" y="695"/>
                    <a:pt x="393" y="654"/>
                  </a:cubicBezTo>
                  <a:cubicBezTo>
                    <a:pt x="536" y="512"/>
                    <a:pt x="721" y="440"/>
                    <a:pt x="905" y="440"/>
                  </a:cubicBezTo>
                  <a:cubicBezTo>
                    <a:pt x="1089" y="440"/>
                    <a:pt x="1272" y="512"/>
                    <a:pt x="1410" y="654"/>
                  </a:cubicBezTo>
                  <a:cubicBezTo>
                    <a:pt x="1454" y="690"/>
                    <a:pt x="1508" y="717"/>
                    <a:pt x="1570" y="717"/>
                  </a:cubicBezTo>
                  <a:cubicBezTo>
                    <a:pt x="1624" y="717"/>
                    <a:pt x="1677" y="690"/>
                    <a:pt x="1722" y="654"/>
                  </a:cubicBezTo>
                  <a:cubicBezTo>
                    <a:pt x="1811" y="565"/>
                    <a:pt x="1811" y="422"/>
                    <a:pt x="1722" y="342"/>
                  </a:cubicBezTo>
                  <a:cubicBezTo>
                    <a:pt x="1495" y="115"/>
                    <a:pt x="1198" y="1"/>
                    <a:pt x="902" y="1"/>
                  </a:cubicBezTo>
                  <a:close/>
                </a:path>
              </a:pathLst>
            </a:custGeom>
            <a:solidFill>
              <a:srgbClr val="B36D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42"/>
            <p:cNvSpPr/>
            <p:nvPr/>
          </p:nvSpPr>
          <p:spPr>
            <a:xfrm>
              <a:off x="3862481" y="2526236"/>
              <a:ext cx="35795" cy="23305"/>
            </a:xfrm>
            <a:custGeom>
              <a:rect b="b" l="l" r="r" t="t"/>
              <a:pathLst>
                <a:path extrusionOk="0" h="709" w="1089">
                  <a:moveTo>
                    <a:pt x="254" y="1"/>
                  </a:moveTo>
                  <a:cubicBezTo>
                    <a:pt x="223" y="1"/>
                    <a:pt x="192" y="7"/>
                    <a:pt x="161" y="22"/>
                  </a:cubicBezTo>
                  <a:cubicBezTo>
                    <a:pt x="54" y="66"/>
                    <a:pt x="1" y="200"/>
                    <a:pt x="54" y="307"/>
                  </a:cubicBezTo>
                  <a:cubicBezTo>
                    <a:pt x="117" y="477"/>
                    <a:pt x="250" y="601"/>
                    <a:pt x="420" y="664"/>
                  </a:cubicBezTo>
                  <a:cubicBezTo>
                    <a:pt x="491" y="691"/>
                    <a:pt x="580" y="708"/>
                    <a:pt x="661" y="708"/>
                  </a:cubicBezTo>
                  <a:cubicBezTo>
                    <a:pt x="750" y="708"/>
                    <a:pt x="839" y="691"/>
                    <a:pt x="928" y="655"/>
                  </a:cubicBezTo>
                  <a:cubicBezTo>
                    <a:pt x="1035" y="601"/>
                    <a:pt x="1089" y="477"/>
                    <a:pt x="1035" y="361"/>
                  </a:cubicBezTo>
                  <a:cubicBezTo>
                    <a:pt x="1003" y="282"/>
                    <a:pt x="922" y="233"/>
                    <a:pt x="839" y="233"/>
                  </a:cubicBezTo>
                  <a:cubicBezTo>
                    <a:pt x="809" y="233"/>
                    <a:pt x="779" y="239"/>
                    <a:pt x="750" y="254"/>
                  </a:cubicBezTo>
                  <a:cubicBezTo>
                    <a:pt x="722" y="264"/>
                    <a:pt x="693" y="269"/>
                    <a:pt x="665" y="269"/>
                  </a:cubicBezTo>
                  <a:cubicBezTo>
                    <a:pt x="575" y="269"/>
                    <a:pt x="489" y="219"/>
                    <a:pt x="456" y="138"/>
                  </a:cubicBezTo>
                  <a:cubicBezTo>
                    <a:pt x="416" y="52"/>
                    <a:pt x="338" y="1"/>
                    <a:pt x="254" y="1"/>
                  </a:cubicBezTo>
                  <a:close/>
                </a:path>
              </a:pathLst>
            </a:custGeom>
            <a:solidFill>
              <a:srgbClr val="B36D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42"/>
            <p:cNvSpPr/>
            <p:nvPr/>
          </p:nvSpPr>
          <p:spPr>
            <a:xfrm>
              <a:off x="3791219" y="2526236"/>
              <a:ext cx="35828" cy="23305"/>
            </a:xfrm>
            <a:custGeom>
              <a:rect b="b" l="l" r="r" t="t"/>
              <a:pathLst>
                <a:path extrusionOk="0" h="709" w="1090">
                  <a:moveTo>
                    <a:pt x="831" y="1"/>
                  </a:moveTo>
                  <a:cubicBezTo>
                    <a:pt x="748" y="1"/>
                    <a:pt x="667" y="52"/>
                    <a:pt x="634" y="138"/>
                  </a:cubicBezTo>
                  <a:cubicBezTo>
                    <a:pt x="607" y="191"/>
                    <a:pt x="563" y="236"/>
                    <a:pt x="509" y="254"/>
                  </a:cubicBezTo>
                  <a:cubicBezTo>
                    <a:pt x="482" y="262"/>
                    <a:pt x="453" y="267"/>
                    <a:pt x="424" y="267"/>
                  </a:cubicBezTo>
                  <a:cubicBezTo>
                    <a:pt x="395" y="267"/>
                    <a:pt x="366" y="262"/>
                    <a:pt x="340" y="254"/>
                  </a:cubicBezTo>
                  <a:cubicBezTo>
                    <a:pt x="309" y="239"/>
                    <a:pt x="277" y="233"/>
                    <a:pt x="246" y="233"/>
                  </a:cubicBezTo>
                  <a:cubicBezTo>
                    <a:pt x="162" y="233"/>
                    <a:pt x="85" y="282"/>
                    <a:pt x="45" y="361"/>
                  </a:cubicBezTo>
                  <a:cubicBezTo>
                    <a:pt x="1" y="477"/>
                    <a:pt x="54" y="601"/>
                    <a:pt x="161" y="655"/>
                  </a:cubicBezTo>
                  <a:cubicBezTo>
                    <a:pt x="251" y="691"/>
                    <a:pt x="340" y="708"/>
                    <a:pt x="429" y="708"/>
                  </a:cubicBezTo>
                  <a:cubicBezTo>
                    <a:pt x="509" y="708"/>
                    <a:pt x="590" y="691"/>
                    <a:pt x="670" y="664"/>
                  </a:cubicBezTo>
                  <a:cubicBezTo>
                    <a:pt x="839" y="601"/>
                    <a:pt x="964" y="477"/>
                    <a:pt x="1036" y="307"/>
                  </a:cubicBezTo>
                  <a:cubicBezTo>
                    <a:pt x="1089" y="200"/>
                    <a:pt x="1036" y="66"/>
                    <a:pt x="920" y="22"/>
                  </a:cubicBezTo>
                  <a:cubicBezTo>
                    <a:pt x="891" y="7"/>
                    <a:pt x="861" y="1"/>
                    <a:pt x="831" y="1"/>
                  </a:cubicBezTo>
                  <a:close/>
                </a:path>
              </a:pathLst>
            </a:custGeom>
            <a:solidFill>
              <a:srgbClr val="B36D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2" name="Google Shape;632;p42"/>
          <p:cNvGrpSpPr/>
          <p:nvPr/>
        </p:nvGrpSpPr>
        <p:grpSpPr>
          <a:xfrm>
            <a:off x="1557177" y="692420"/>
            <a:ext cx="1268076" cy="1884754"/>
            <a:chOff x="2337477" y="1433473"/>
            <a:chExt cx="366369" cy="479179"/>
          </a:xfrm>
        </p:grpSpPr>
        <p:sp>
          <p:nvSpPr>
            <p:cNvPr id="633" name="Google Shape;633;p42"/>
            <p:cNvSpPr/>
            <p:nvPr/>
          </p:nvSpPr>
          <p:spPr>
            <a:xfrm>
              <a:off x="2337477" y="1643117"/>
              <a:ext cx="366369" cy="173915"/>
            </a:xfrm>
            <a:custGeom>
              <a:rect b="b" l="l" r="r" t="t"/>
              <a:pathLst>
                <a:path extrusionOk="0" h="5291" w="11146">
                  <a:moveTo>
                    <a:pt x="2013" y="1"/>
                  </a:moveTo>
                  <a:cubicBezTo>
                    <a:pt x="2013" y="1"/>
                    <a:pt x="2013" y="1250"/>
                    <a:pt x="987" y="2053"/>
                  </a:cubicBezTo>
                  <a:cubicBezTo>
                    <a:pt x="0" y="2809"/>
                    <a:pt x="596" y="4020"/>
                    <a:pt x="1539" y="4020"/>
                  </a:cubicBezTo>
                  <a:cubicBezTo>
                    <a:pt x="1763" y="4020"/>
                    <a:pt x="2007" y="3952"/>
                    <a:pt x="2254" y="3792"/>
                  </a:cubicBezTo>
                  <a:cubicBezTo>
                    <a:pt x="2254" y="3792"/>
                    <a:pt x="2995" y="5291"/>
                    <a:pt x="5573" y="5291"/>
                  </a:cubicBezTo>
                  <a:cubicBezTo>
                    <a:pt x="8142" y="5291"/>
                    <a:pt x="8891" y="3792"/>
                    <a:pt x="8891" y="3792"/>
                  </a:cubicBezTo>
                  <a:cubicBezTo>
                    <a:pt x="9137" y="3952"/>
                    <a:pt x="9379" y="4020"/>
                    <a:pt x="9603" y="4020"/>
                  </a:cubicBezTo>
                  <a:cubicBezTo>
                    <a:pt x="10544" y="4020"/>
                    <a:pt x="11146" y="2809"/>
                    <a:pt x="10158" y="2053"/>
                  </a:cubicBezTo>
                  <a:cubicBezTo>
                    <a:pt x="9123" y="1250"/>
                    <a:pt x="9123" y="1"/>
                    <a:pt x="9123" y="1"/>
                  </a:cubicBezTo>
                  <a:close/>
                </a:path>
              </a:pathLst>
            </a:custGeom>
            <a:solidFill>
              <a:srgbClr val="AB6D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42"/>
            <p:cNvSpPr/>
            <p:nvPr/>
          </p:nvSpPr>
          <p:spPr>
            <a:xfrm>
              <a:off x="2364924" y="1789751"/>
              <a:ext cx="311443" cy="122901"/>
            </a:xfrm>
            <a:custGeom>
              <a:rect b="b" l="l" r="r" t="t"/>
              <a:pathLst>
                <a:path extrusionOk="0" h="3739" w="9475">
                  <a:moveTo>
                    <a:pt x="2151" y="0"/>
                  </a:moveTo>
                  <a:lnTo>
                    <a:pt x="1794" y="89"/>
                  </a:lnTo>
                  <a:cubicBezTo>
                    <a:pt x="741" y="348"/>
                    <a:pt x="1" y="1303"/>
                    <a:pt x="1" y="2391"/>
                  </a:cubicBezTo>
                  <a:lnTo>
                    <a:pt x="1" y="3453"/>
                  </a:lnTo>
                  <a:cubicBezTo>
                    <a:pt x="1" y="3604"/>
                    <a:pt x="126" y="3738"/>
                    <a:pt x="286" y="3738"/>
                  </a:cubicBezTo>
                  <a:lnTo>
                    <a:pt x="9189" y="3738"/>
                  </a:lnTo>
                  <a:cubicBezTo>
                    <a:pt x="9350" y="3738"/>
                    <a:pt x="9475" y="3604"/>
                    <a:pt x="9475" y="3453"/>
                  </a:cubicBezTo>
                  <a:lnTo>
                    <a:pt x="9475" y="2391"/>
                  </a:lnTo>
                  <a:cubicBezTo>
                    <a:pt x="9475" y="1303"/>
                    <a:pt x="8734" y="348"/>
                    <a:pt x="7682" y="89"/>
                  </a:cubicBezTo>
                  <a:lnTo>
                    <a:pt x="7316" y="0"/>
                  </a:lnTo>
                  <a:cubicBezTo>
                    <a:pt x="7147" y="1267"/>
                    <a:pt x="6058" y="2257"/>
                    <a:pt x="4738" y="2257"/>
                  </a:cubicBezTo>
                  <a:cubicBezTo>
                    <a:pt x="3418" y="2257"/>
                    <a:pt x="2320" y="1267"/>
                    <a:pt x="215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42"/>
            <p:cNvSpPr/>
            <p:nvPr/>
          </p:nvSpPr>
          <p:spPr>
            <a:xfrm>
              <a:off x="2435594" y="1733444"/>
              <a:ext cx="169839" cy="130527"/>
            </a:xfrm>
            <a:custGeom>
              <a:rect b="b" l="l" r="r" t="t"/>
              <a:pathLst>
                <a:path extrusionOk="0" h="3971" w="5167">
                  <a:moveTo>
                    <a:pt x="1401" y="0"/>
                  </a:moveTo>
                  <a:lnTo>
                    <a:pt x="1401" y="1365"/>
                  </a:lnTo>
                  <a:lnTo>
                    <a:pt x="1" y="1713"/>
                  </a:lnTo>
                  <a:cubicBezTo>
                    <a:pt x="170" y="2980"/>
                    <a:pt x="1268" y="3970"/>
                    <a:pt x="2588" y="3970"/>
                  </a:cubicBezTo>
                  <a:cubicBezTo>
                    <a:pt x="3908" y="3970"/>
                    <a:pt x="4997" y="2980"/>
                    <a:pt x="5166" y="1713"/>
                  </a:cubicBezTo>
                  <a:lnTo>
                    <a:pt x="3774" y="1365"/>
                  </a:lnTo>
                  <a:lnTo>
                    <a:pt x="3774" y="0"/>
                  </a:lnTo>
                  <a:close/>
                </a:path>
              </a:pathLst>
            </a:custGeom>
            <a:solidFill>
              <a:srgbClr val="FFBD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42"/>
            <p:cNvSpPr/>
            <p:nvPr/>
          </p:nvSpPr>
          <p:spPr>
            <a:xfrm>
              <a:off x="2523850" y="1792380"/>
              <a:ext cx="152517" cy="120271"/>
            </a:xfrm>
            <a:custGeom>
              <a:rect b="b" l="l" r="r" t="t"/>
              <a:pathLst>
                <a:path extrusionOk="0" h="3659" w="4640">
                  <a:moveTo>
                    <a:pt x="2802" y="0"/>
                  </a:moveTo>
                  <a:cubicBezTo>
                    <a:pt x="2499" y="964"/>
                    <a:pt x="1919" y="1927"/>
                    <a:pt x="1089" y="2757"/>
                  </a:cubicBezTo>
                  <a:cubicBezTo>
                    <a:pt x="741" y="3105"/>
                    <a:pt x="376" y="3399"/>
                    <a:pt x="1" y="3658"/>
                  </a:cubicBezTo>
                  <a:lnTo>
                    <a:pt x="4354" y="3658"/>
                  </a:lnTo>
                  <a:cubicBezTo>
                    <a:pt x="4515" y="3658"/>
                    <a:pt x="4640" y="3524"/>
                    <a:pt x="4640" y="3373"/>
                  </a:cubicBezTo>
                  <a:lnTo>
                    <a:pt x="4640" y="2311"/>
                  </a:lnTo>
                  <a:cubicBezTo>
                    <a:pt x="4640" y="1223"/>
                    <a:pt x="3899" y="268"/>
                    <a:pt x="2847" y="9"/>
                  </a:cubicBezTo>
                  <a:lnTo>
                    <a:pt x="2802" y="0"/>
                  </a:lnTo>
                  <a:close/>
                </a:path>
              </a:pathLst>
            </a:custGeom>
            <a:solidFill>
              <a:srgbClr val="9485BA">
                <a:alpha val="246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42"/>
            <p:cNvSpPr/>
            <p:nvPr/>
          </p:nvSpPr>
          <p:spPr>
            <a:xfrm>
              <a:off x="2481645" y="1733444"/>
              <a:ext cx="78033" cy="36091"/>
            </a:xfrm>
            <a:custGeom>
              <a:rect b="b" l="l" r="r" t="t"/>
              <a:pathLst>
                <a:path extrusionOk="0" h="1098" w="2374">
                  <a:moveTo>
                    <a:pt x="0" y="0"/>
                  </a:moveTo>
                  <a:lnTo>
                    <a:pt x="0" y="901"/>
                  </a:lnTo>
                  <a:cubicBezTo>
                    <a:pt x="375" y="1026"/>
                    <a:pt x="768" y="1098"/>
                    <a:pt x="1187" y="1098"/>
                  </a:cubicBezTo>
                  <a:cubicBezTo>
                    <a:pt x="1597" y="1098"/>
                    <a:pt x="1999" y="1026"/>
                    <a:pt x="2373" y="901"/>
                  </a:cubicBezTo>
                  <a:lnTo>
                    <a:pt x="2373" y="0"/>
                  </a:lnTo>
                  <a:close/>
                </a:path>
              </a:pathLst>
            </a:custGeom>
            <a:solidFill>
              <a:srgbClr val="F6A96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42"/>
            <p:cNvSpPr/>
            <p:nvPr/>
          </p:nvSpPr>
          <p:spPr>
            <a:xfrm>
              <a:off x="2423301" y="1549274"/>
              <a:ext cx="194722" cy="192980"/>
            </a:xfrm>
            <a:custGeom>
              <a:rect b="b" l="l" r="r" t="t"/>
              <a:pathLst>
                <a:path extrusionOk="0" h="5871" w="5924">
                  <a:moveTo>
                    <a:pt x="0" y="1"/>
                  </a:moveTo>
                  <a:lnTo>
                    <a:pt x="0" y="2909"/>
                  </a:lnTo>
                  <a:cubicBezTo>
                    <a:pt x="0" y="4542"/>
                    <a:pt x="1320" y="5871"/>
                    <a:pt x="2962" y="5871"/>
                  </a:cubicBezTo>
                  <a:cubicBezTo>
                    <a:pt x="4594" y="5871"/>
                    <a:pt x="5924" y="4542"/>
                    <a:pt x="5924" y="2909"/>
                  </a:cubicBezTo>
                  <a:lnTo>
                    <a:pt x="5924" y="1"/>
                  </a:lnTo>
                  <a:close/>
                </a:path>
              </a:pathLst>
            </a:custGeom>
            <a:solidFill>
              <a:srgbClr val="FED2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42"/>
            <p:cNvSpPr/>
            <p:nvPr/>
          </p:nvSpPr>
          <p:spPr>
            <a:xfrm>
              <a:off x="2501005" y="1549274"/>
              <a:ext cx="117017" cy="192980"/>
            </a:xfrm>
            <a:custGeom>
              <a:rect b="b" l="l" r="r" t="t"/>
              <a:pathLst>
                <a:path extrusionOk="0" h="5871" w="3560">
                  <a:moveTo>
                    <a:pt x="2373" y="1"/>
                  </a:moveTo>
                  <a:lnTo>
                    <a:pt x="2373" y="2909"/>
                  </a:lnTo>
                  <a:cubicBezTo>
                    <a:pt x="2373" y="4337"/>
                    <a:pt x="1356" y="5532"/>
                    <a:pt x="0" y="5809"/>
                  </a:cubicBezTo>
                  <a:cubicBezTo>
                    <a:pt x="196" y="5844"/>
                    <a:pt x="393" y="5871"/>
                    <a:pt x="598" y="5871"/>
                  </a:cubicBezTo>
                  <a:cubicBezTo>
                    <a:pt x="2230" y="5871"/>
                    <a:pt x="3560" y="4542"/>
                    <a:pt x="3560" y="2909"/>
                  </a:cubicBezTo>
                  <a:lnTo>
                    <a:pt x="3560" y="1"/>
                  </a:lnTo>
                  <a:close/>
                </a:path>
              </a:pathLst>
            </a:custGeom>
            <a:solidFill>
              <a:srgbClr val="FFBD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42"/>
            <p:cNvSpPr/>
            <p:nvPr/>
          </p:nvSpPr>
          <p:spPr>
            <a:xfrm>
              <a:off x="2403644" y="1433473"/>
              <a:ext cx="233739" cy="211453"/>
            </a:xfrm>
            <a:custGeom>
              <a:rect b="b" l="l" r="r" t="t"/>
              <a:pathLst>
                <a:path extrusionOk="0" h="6433" w="7111">
                  <a:moveTo>
                    <a:pt x="3560" y="0"/>
                  </a:moveTo>
                  <a:cubicBezTo>
                    <a:pt x="1597" y="0"/>
                    <a:pt x="0" y="1597"/>
                    <a:pt x="0" y="3560"/>
                  </a:cubicBezTo>
                  <a:lnTo>
                    <a:pt x="0" y="4951"/>
                  </a:lnTo>
                  <a:lnTo>
                    <a:pt x="598" y="4951"/>
                  </a:lnTo>
                  <a:lnTo>
                    <a:pt x="598" y="6432"/>
                  </a:lnTo>
                  <a:lnTo>
                    <a:pt x="1160" y="5353"/>
                  </a:lnTo>
                  <a:cubicBezTo>
                    <a:pt x="1231" y="5210"/>
                    <a:pt x="1365" y="5103"/>
                    <a:pt x="1526" y="5058"/>
                  </a:cubicBezTo>
                  <a:lnTo>
                    <a:pt x="1785" y="4987"/>
                  </a:lnTo>
                  <a:cubicBezTo>
                    <a:pt x="2400" y="4818"/>
                    <a:pt x="2944" y="4470"/>
                    <a:pt x="3364" y="3988"/>
                  </a:cubicBezTo>
                  <a:lnTo>
                    <a:pt x="3560" y="3765"/>
                  </a:lnTo>
                  <a:lnTo>
                    <a:pt x="3747" y="3988"/>
                  </a:lnTo>
                  <a:cubicBezTo>
                    <a:pt x="4166" y="4470"/>
                    <a:pt x="4720" y="4818"/>
                    <a:pt x="5326" y="4987"/>
                  </a:cubicBezTo>
                  <a:lnTo>
                    <a:pt x="5594" y="5058"/>
                  </a:lnTo>
                  <a:cubicBezTo>
                    <a:pt x="5745" y="5103"/>
                    <a:pt x="5879" y="5210"/>
                    <a:pt x="5960" y="5353"/>
                  </a:cubicBezTo>
                  <a:lnTo>
                    <a:pt x="6522" y="6432"/>
                  </a:lnTo>
                  <a:lnTo>
                    <a:pt x="6522" y="4951"/>
                  </a:lnTo>
                  <a:lnTo>
                    <a:pt x="7110" y="4951"/>
                  </a:lnTo>
                  <a:lnTo>
                    <a:pt x="7110" y="3560"/>
                  </a:lnTo>
                  <a:cubicBezTo>
                    <a:pt x="7110" y="1597"/>
                    <a:pt x="5522" y="0"/>
                    <a:pt x="3560" y="0"/>
                  </a:cubicBezTo>
                  <a:close/>
                </a:path>
              </a:pathLst>
            </a:custGeom>
            <a:solidFill>
              <a:srgbClr val="AB6D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42"/>
            <p:cNvSpPr/>
            <p:nvPr/>
          </p:nvSpPr>
          <p:spPr>
            <a:xfrm>
              <a:off x="2531772" y="1442545"/>
              <a:ext cx="105611" cy="202381"/>
            </a:xfrm>
            <a:custGeom>
              <a:rect b="b" l="l" r="r" t="t"/>
              <a:pathLst>
                <a:path extrusionOk="0" h="6157" w="3213">
                  <a:moveTo>
                    <a:pt x="1018" y="1"/>
                  </a:moveTo>
                  <a:lnTo>
                    <a:pt x="1018" y="1"/>
                  </a:lnTo>
                  <a:cubicBezTo>
                    <a:pt x="1116" y="946"/>
                    <a:pt x="1036" y="2463"/>
                    <a:pt x="1" y="3872"/>
                  </a:cubicBezTo>
                  <a:cubicBezTo>
                    <a:pt x="402" y="4265"/>
                    <a:pt x="893" y="4559"/>
                    <a:pt x="1428" y="4711"/>
                  </a:cubicBezTo>
                  <a:lnTo>
                    <a:pt x="1696" y="4782"/>
                  </a:lnTo>
                  <a:cubicBezTo>
                    <a:pt x="1847" y="4827"/>
                    <a:pt x="1981" y="4934"/>
                    <a:pt x="2062" y="5077"/>
                  </a:cubicBezTo>
                  <a:lnTo>
                    <a:pt x="2624" y="6156"/>
                  </a:lnTo>
                  <a:lnTo>
                    <a:pt x="2624" y="4675"/>
                  </a:lnTo>
                  <a:lnTo>
                    <a:pt x="3212" y="4675"/>
                  </a:lnTo>
                  <a:lnTo>
                    <a:pt x="3212" y="3284"/>
                  </a:lnTo>
                  <a:cubicBezTo>
                    <a:pt x="3212" y="1803"/>
                    <a:pt x="2311" y="536"/>
                    <a:pt x="1018" y="1"/>
                  </a:cubicBezTo>
                  <a:close/>
                </a:path>
              </a:pathLst>
            </a:custGeom>
            <a:solidFill>
              <a:srgbClr val="AB6D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42"/>
            <p:cNvSpPr/>
            <p:nvPr/>
          </p:nvSpPr>
          <p:spPr>
            <a:xfrm>
              <a:off x="2617990" y="1586515"/>
              <a:ext cx="39050" cy="58410"/>
            </a:xfrm>
            <a:custGeom>
              <a:rect b="b" l="l" r="r" t="t"/>
              <a:pathLst>
                <a:path extrusionOk="0" h="1777" w="1188">
                  <a:moveTo>
                    <a:pt x="170" y="1"/>
                  </a:moveTo>
                  <a:cubicBezTo>
                    <a:pt x="72" y="1"/>
                    <a:pt x="1" y="72"/>
                    <a:pt x="1" y="170"/>
                  </a:cubicBezTo>
                  <a:lnTo>
                    <a:pt x="1" y="1776"/>
                  </a:lnTo>
                  <a:lnTo>
                    <a:pt x="295" y="1776"/>
                  </a:lnTo>
                  <a:cubicBezTo>
                    <a:pt x="786" y="1776"/>
                    <a:pt x="1187" y="1375"/>
                    <a:pt x="1187" y="884"/>
                  </a:cubicBezTo>
                  <a:cubicBezTo>
                    <a:pt x="1187" y="393"/>
                    <a:pt x="786" y="1"/>
                    <a:pt x="295" y="1"/>
                  </a:cubicBezTo>
                  <a:close/>
                </a:path>
              </a:pathLst>
            </a:custGeom>
            <a:solidFill>
              <a:srgbClr val="EA9B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42"/>
            <p:cNvSpPr/>
            <p:nvPr/>
          </p:nvSpPr>
          <p:spPr>
            <a:xfrm>
              <a:off x="2384284" y="1586515"/>
              <a:ext cx="39050" cy="58410"/>
            </a:xfrm>
            <a:custGeom>
              <a:rect b="b" l="l" r="r" t="t"/>
              <a:pathLst>
                <a:path extrusionOk="0" h="1777" w="1188">
                  <a:moveTo>
                    <a:pt x="893" y="1"/>
                  </a:moveTo>
                  <a:cubicBezTo>
                    <a:pt x="402" y="1"/>
                    <a:pt x="1" y="393"/>
                    <a:pt x="1" y="884"/>
                  </a:cubicBezTo>
                  <a:cubicBezTo>
                    <a:pt x="1" y="1375"/>
                    <a:pt x="402" y="1776"/>
                    <a:pt x="893" y="1776"/>
                  </a:cubicBezTo>
                  <a:lnTo>
                    <a:pt x="1187" y="1776"/>
                  </a:lnTo>
                  <a:lnTo>
                    <a:pt x="1187" y="170"/>
                  </a:lnTo>
                  <a:cubicBezTo>
                    <a:pt x="1187" y="72"/>
                    <a:pt x="1107" y="1"/>
                    <a:pt x="1018" y="1"/>
                  </a:cubicBezTo>
                  <a:close/>
                </a:path>
              </a:pathLst>
            </a:custGeom>
            <a:solidFill>
              <a:srgbClr val="EA9B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42"/>
            <p:cNvSpPr/>
            <p:nvPr/>
          </p:nvSpPr>
          <p:spPr>
            <a:xfrm>
              <a:off x="2393948" y="1433473"/>
              <a:ext cx="253099" cy="153963"/>
            </a:xfrm>
            <a:custGeom>
              <a:rect b="b" l="l" r="r" t="t"/>
              <a:pathLst>
                <a:path extrusionOk="0" h="4684" w="7700">
                  <a:moveTo>
                    <a:pt x="2606" y="0"/>
                  </a:moveTo>
                  <a:cubicBezTo>
                    <a:pt x="2311" y="0"/>
                    <a:pt x="2053" y="188"/>
                    <a:pt x="1946" y="446"/>
                  </a:cubicBezTo>
                  <a:lnTo>
                    <a:pt x="1901" y="446"/>
                  </a:lnTo>
                  <a:cubicBezTo>
                    <a:pt x="1375" y="446"/>
                    <a:pt x="947" y="874"/>
                    <a:pt x="947" y="1392"/>
                  </a:cubicBezTo>
                  <a:cubicBezTo>
                    <a:pt x="429" y="1392"/>
                    <a:pt x="1" y="1820"/>
                    <a:pt x="1" y="2346"/>
                  </a:cubicBezTo>
                  <a:cubicBezTo>
                    <a:pt x="1" y="2864"/>
                    <a:pt x="429" y="3292"/>
                    <a:pt x="947" y="3292"/>
                  </a:cubicBezTo>
                  <a:cubicBezTo>
                    <a:pt x="947" y="3818"/>
                    <a:pt x="1375" y="4238"/>
                    <a:pt x="1901" y="4238"/>
                  </a:cubicBezTo>
                  <a:cubicBezTo>
                    <a:pt x="2062" y="4238"/>
                    <a:pt x="2213" y="4202"/>
                    <a:pt x="2338" y="4131"/>
                  </a:cubicBezTo>
                  <a:cubicBezTo>
                    <a:pt x="2749" y="4479"/>
                    <a:pt x="3275" y="4684"/>
                    <a:pt x="3855" y="4684"/>
                  </a:cubicBezTo>
                  <a:cubicBezTo>
                    <a:pt x="4426" y="4684"/>
                    <a:pt x="4952" y="4479"/>
                    <a:pt x="5362" y="4131"/>
                  </a:cubicBezTo>
                  <a:cubicBezTo>
                    <a:pt x="5496" y="4202"/>
                    <a:pt x="5648" y="4238"/>
                    <a:pt x="5809" y="4238"/>
                  </a:cubicBezTo>
                  <a:cubicBezTo>
                    <a:pt x="6335" y="4238"/>
                    <a:pt x="6754" y="3818"/>
                    <a:pt x="6754" y="3292"/>
                  </a:cubicBezTo>
                  <a:cubicBezTo>
                    <a:pt x="7281" y="3292"/>
                    <a:pt x="7700" y="2864"/>
                    <a:pt x="7700" y="2346"/>
                  </a:cubicBezTo>
                  <a:cubicBezTo>
                    <a:pt x="7700" y="1820"/>
                    <a:pt x="7281" y="1392"/>
                    <a:pt x="6754" y="1392"/>
                  </a:cubicBezTo>
                  <a:cubicBezTo>
                    <a:pt x="6754" y="874"/>
                    <a:pt x="6335" y="446"/>
                    <a:pt x="5809" y="446"/>
                  </a:cubicBezTo>
                  <a:lnTo>
                    <a:pt x="5755" y="446"/>
                  </a:lnTo>
                  <a:cubicBezTo>
                    <a:pt x="5648" y="188"/>
                    <a:pt x="5398" y="0"/>
                    <a:pt x="5095" y="0"/>
                  </a:cubicBezTo>
                  <a:cubicBezTo>
                    <a:pt x="4934" y="0"/>
                    <a:pt x="4783" y="54"/>
                    <a:pt x="4667" y="152"/>
                  </a:cubicBezTo>
                  <a:cubicBezTo>
                    <a:pt x="4417" y="54"/>
                    <a:pt x="4140" y="0"/>
                    <a:pt x="3855" y="0"/>
                  </a:cubicBezTo>
                  <a:cubicBezTo>
                    <a:pt x="3569" y="0"/>
                    <a:pt x="3293" y="54"/>
                    <a:pt x="3043" y="152"/>
                  </a:cubicBezTo>
                  <a:cubicBezTo>
                    <a:pt x="2918" y="54"/>
                    <a:pt x="2766" y="0"/>
                    <a:pt x="26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42"/>
            <p:cNvSpPr/>
            <p:nvPr/>
          </p:nvSpPr>
          <p:spPr>
            <a:xfrm>
              <a:off x="2485458" y="1450466"/>
              <a:ext cx="161589" cy="136969"/>
            </a:xfrm>
            <a:custGeom>
              <a:rect b="b" l="l" r="r" t="t"/>
              <a:pathLst>
                <a:path extrusionOk="0" h="4167" w="4916">
                  <a:moveTo>
                    <a:pt x="3390" y="1"/>
                  </a:moveTo>
                  <a:cubicBezTo>
                    <a:pt x="3390" y="54"/>
                    <a:pt x="3390" y="108"/>
                    <a:pt x="3390" y="152"/>
                  </a:cubicBezTo>
                  <a:cubicBezTo>
                    <a:pt x="3390" y="2106"/>
                    <a:pt x="1909" y="3712"/>
                    <a:pt x="0" y="3908"/>
                  </a:cubicBezTo>
                  <a:cubicBezTo>
                    <a:pt x="321" y="4077"/>
                    <a:pt x="687" y="4167"/>
                    <a:pt x="1071" y="4167"/>
                  </a:cubicBezTo>
                  <a:cubicBezTo>
                    <a:pt x="1642" y="4167"/>
                    <a:pt x="2168" y="3962"/>
                    <a:pt x="2578" y="3614"/>
                  </a:cubicBezTo>
                  <a:cubicBezTo>
                    <a:pt x="2712" y="3685"/>
                    <a:pt x="2864" y="3721"/>
                    <a:pt x="3025" y="3721"/>
                  </a:cubicBezTo>
                  <a:cubicBezTo>
                    <a:pt x="3551" y="3721"/>
                    <a:pt x="3970" y="3301"/>
                    <a:pt x="3970" y="2775"/>
                  </a:cubicBezTo>
                  <a:cubicBezTo>
                    <a:pt x="4497" y="2775"/>
                    <a:pt x="4916" y="2347"/>
                    <a:pt x="4916" y="1829"/>
                  </a:cubicBezTo>
                  <a:cubicBezTo>
                    <a:pt x="4916" y="1303"/>
                    <a:pt x="4497" y="875"/>
                    <a:pt x="3970" y="875"/>
                  </a:cubicBezTo>
                  <a:cubicBezTo>
                    <a:pt x="3970" y="482"/>
                    <a:pt x="3729" y="152"/>
                    <a:pt x="3390" y="1"/>
                  </a:cubicBezTo>
                  <a:close/>
                </a:path>
              </a:pathLst>
            </a:custGeom>
            <a:solidFill>
              <a:srgbClr val="9485BA">
                <a:alpha val="246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42"/>
            <p:cNvSpPr/>
            <p:nvPr/>
          </p:nvSpPr>
          <p:spPr>
            <a:xfrm>
              <a:off x="2472836" y="1462793"/>
              <a:ext cx="95356" cy="95323"/>
            </a:xfrm>
            <a:custGeom>
              <a:rect b="b" l="l" r="r" t="t"/>
              <a:pathLst>
                <a:path extrusionOk="0" h="2900" w="2901">
                  <a:moveTo>
                    <a:pt x="1455" y="0"/>
                  </a:moveTo>
                  <a:cubicBezTo>
                    <a:pt x="652" y="0"/>
                    <a:pt x="1" y="652"/>
                    <a:pt x="1" y="1454"/>
                  </a:cubicBezTo>
                  <a:cubicBezTo>
                    <a:pt x="1" y="2257"/>
                    <a:pt x="652" y="2900"/>
                    <a:pt x="1455" y="2900"/>
                  </a:cubicBezTo>
                  <a:cubicBezTo>
                    <a:pt x="2258" y="2900"/>
                    <a:pt x="2900" y="2257"/>
                    <a:pt x="2900" y="1454"/>
                  </a:cubicBezTo>
                  <a:cubicBezTo>
                    <a:pt x="2900" y="652"/>
                    <a:pt x="2258" y="0"/>
                    <a:pt x="14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42"/>
            <p:cNvSpPr/>
            <p:nvPr/>
          </p:nvSpPr>
          <p:spPr>
            <a:xfrm>
              <a:off x="2601292" y="1874489"/>
              <a:ext cx="14101" cy="38162"/>
            </a:xfrm>
            <a:custGeom>
              <a:rect b="b" l="l" r="r" t="t"/>
              <a:pathLst>
                <a:path extrusionOk="0" h="1161" w="429">
                  <a:moveTo>
                    <a:pt x="214" y="0"/>
                  </a:moveTo>
                  <a:cubicBezTo>
                    <a:pt x="89" y="0"/>
                    <a:pt x="0" y="90"/>
                    <a:pt x="0" y="214"/>
                  </a:cubicBezTo>
                  <a:lnTo>
                    <a:pt x="0" y="1160"/>
                  </a:lnTo>
                  <a:lnTo>
                    <a:pt x="428" y="1160"/>
                  </a:lnTo>
                  <a:lnTo>
                    <a:pt x="428" y="214"/>
                  </a:lnTo>
                  <a:cubicBezTo>
                    <a:pt x="428" y="90"/>
                    <a:pt x="330" y="0"/>
                    <a:pt x="214" y="0"/>
                  </a:cubicBezTo>
                  <a:close/>
                </a:path>
              </a:pathLst>
            </a:custGeom>
            <a:solidFill>
              <a:srgbClr val="282435">
                <a:alpha val="502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42"/>
            <p:cNvSpPr/>
            <p:nvPr/>
          </p:nvSpPr>
          <p:spPr>
            <a:xfrm>
              <a:off x="2425930" y="1874489"/>
              <a:ext cx="14101" cy="38162"/>
            </a:xfrm>
            <a:custGeom>
              <a:rect b="b" l="l" r="r" t="t"/>
              <a:pathLst>
                <a:path extrusionOk="0" h="1161" w="429">
                  <a:moveTo>
                    <a:pt x="214" y="0"/>
                  </a:moveTo>
                  <a:cubicBezTo>
                    <a:pt x="98" y="0"/>
                    <a:pt x="0" y="90"/>
                    <a:pt x="0" y="214"/>
                  </a:cubicBezTo>
                  <a:lnTo>
                    <a:pt x="0" y="1160"/>
                  </a:lnTo>
                  <a:lnTo>
                    <a:pt x="429" y="1160"/>
                  </a:lnTo>
                  <a:lnTo>
                    <a:pt x="429" y="214"/>
                  </a:lnTo>
                  <a:cubicBezTo>
                    <a:pt x="429" y="90"/>
                    <a:pt x="330" y="0"/>
                    <a:pt x="214" y="0"/>
                  </a:cubicBezTo>
                  <a:close/>
                </a:path>
              </a:pathLst>
            </a:custGeom>
            <a:solidFill>
              <a:srgbClr val="282435">
                <a:alpha val="502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42"/>
            <p:cNvSpPr/>
            <p:nvPr/>
          </p:nvSpPr>
          <p:spPr>
            <a:xfrm>
              <a:off x="2491013" y="1694888"/>
              <a:ext cx="58969" cy="23042"/>
            </a:xfrm>
            <a:custGeom>
              <a:rect b="b" l="l" r="r" t="t"/>
              <a:pathLst>
                <a:path extrusionOk="0" h="701" w="1794">
                  <a:moveTo>
                    <a:pt x="236" y="0"/>
                  </a:moveTo>
                  <a:cubicBezTo>
                    <a:pt x="181" y="0"/>
                    <a:pt x="126" y="23"/>
                    <a:pt x="81" y="67"/>
                  </a:cubicBezTo>
                  <a:cubicBezTo>
                    <a:pt x="1" y="147"/>
                    <a:pt x="1" y="281"/>
                    <a:pt x="81" y="370"/>
                  </a:cubicBezTo>
                  <a:cubicBezTo>
                    <a:pt x="313" y="593"/>
                    <a:pt x="607" y="701"/>
                    <a:pt x="902" y="701"/>
                  </a:cubicBezTo>
                  <a:cubicBezTo>
                    <a:pt x="1196" y="701"/>
                    <a:pt x="1491" y="593"/>
                    <a:pt x="1714" y="370"/>
                  </a:cubicBezTo>
                  <a:cubicBezTo>
                    <a:pt x="1794" y="281"/>
                    <a:pt x="1794" y="147"/>
                    <a:pt x="1714" y="67"/>
                  </a:cubicBezTo>
                  <a:cubicBezTo>
                    <a:pt x="1673" y="23"/>
                    <a:pt x="1620" y="0"/>
                    <a:pt x="1565" y="0"/>
                  </a:cubicBezTo>
                  <a:cubicBezTo>
                    <a:pt x="1511" y="0"/>
                    <a:pt x="1455" y="23"/>
                    <a:pt x="1410" y="67"/>
                  </a:cubicBezTo>
                  <a:cubicBezTo>
                    <a:pt x="1272" y="210"/>
                    <a:pt x="1087" y="281"/>
                    <a:pt x="901" y="281"/>
                  </a:cubicBezTo>
                  <a:cubicBezTo>
                    <a:pt x="714" y="281"/>
                    <a:pt x="527" y="210"/>
                    <a:pt x="384" y="67"/>
                  </a:cubicBezTo>
                  <a:cubicBezTo>
                    <a:pt x="344" y="23"/>
                    <a:pt x="291" y="0"/>
                    <a:pt x="236" y="0"/>
                  </a:cubicBezTo>
                  <a:close/>
                </a:path>
              </a:pathLst>
            </a:custGeom>
            <a:solidFill>
              <a:srgbClr val="B36D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42"/>
            <p:cNvSpPr/>
            <p:nvPr/>
          </p:nvSpPr>
          <p:spPr>
            <a:xfrm>
              <a:off x="2457288" y="1628753"/>
              <a:ext cx="45196" cy="29649"/>
            </a:xfrm>
            <a:custGeom>
              <a:rect b="b" l="l" r="r" t="t"/>
              <a:pathLst>
                <a:path extrusionOk="0" h="902" w="1375">
                  <a:moveTo>
                    <a:pt x="688" y="1"/>
                  </a:moveTo>
                  <a:cubicBezTo>
                    <a:pt x="313" y="1"/>
                    <a:pt x="1" y="313"/>
                    <a:pt x="1" y="687"/>
                  </a:cubicBezTo>
                  <a:cubicBezTo>
                    <a:pt x="1" y="812"/>
                    <a:pt x="99" y="902"/>
                    <a:pt x="215" y="902"/>
                  </a:cubicBezTo>
                  <a:cubicBezTo>
                    <a:pt x="331" y="902"/>
                    <a:pt x="429" y="812"/>
                    <a:pt x="429" y="687"/>
                  </a:cubicBezTo>
                  <a:cubicBezTo>
                    <a:pt x="429" y="545"/>
                    <a:pt x="545" y="429"/>
                    <a:pt x="688" y="429"/>
                  </a:cubicBezTo>
                  <a:cubicBezTo>
                    <a:pt x="831" y="429"/>
                    <a:pt x="947" y="545"/>
                    <a:pt x="947" y="687"/>
                  </a:cubicBezTo>
                  <a:cubicBezTo>
                    <a:pt x="947" y="812"/>
                    <a:pt x="1045" y="902"/>
                    <a:pt x="1161" y="902"/>
                  </a:cubicBezTo>
                  <a:cubicBezTo>
                    <a:pt x="1286" y="902"/>
                    <a:pt x="1375" y="812"/>
                    <a:pt x="1375" y="687"/>
                  </a:cubicBezTo>
                  <a:cubicBezTo>
                    <a:pt x="1375" y="313"/>
                    <a:pt x="1071" y="1"/>
                    <a:pt x="688" y="1"/>
                  </a:cubicBezTo>
                  <a:close/>
                </a:path>
              </a:pathLst>
            </a:custGeom>
            <a:solidFill>
              <a:srgbClr val="B36D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42"/>
            <p:cNvSpPr/>
            <p:nvPr/>
          </p:nvSpPr>
          <p:spPr>
            <a:xfrm>
              <a:off x="2538543" y="1628753"/>
              <a:ext cx="45163" cy="29649"/>
            </a:xfrm>
            <a:custGeom>
              <a:rect b="b" l="l" r="r" t="t"/>
              <a:pathLst>
                <a:path extrusionOk="0" h="902" w="1374">
                  <a:moveTo>
                    <a:pt x="687" y="1"/>
                  </a:moveTo>
                  <a:cubicBezTo>
                    <a:pt x="312" y="1"/>
                    <a:pt x="0" y="313"/>
                    <a:pt x="0" y="687"/>
                  </a:cubicBezTo>
                  <a:cubicBezTo>
                    <a:pt x="0" y="812"/>
                    <a:pt x="98" y="902"/>
                    <a:pt x="214" y="902"/>
                  </a:cubicBezTo>
                  <a:cubicBezTo>
                    <a:pt x="330" y="902"/>
                    <a:pt x="428" y="812"/>
                    <a:pt x="428" y="687"/>
                  </a:cubicBezTo>
                  <a:cubicBezTo>
                    <a:pt x="428" y="545"/>
                    <a:pt x="544" y="429"/>
                    <a:pt x="687" y="429"/>
                  </a:cubicBezTo>
                  <a:cubicBezTo>
                    <a:pt x="830" y="429"/>
                    <a:pt x="955" y="545"/>
                    <a:pt x="955" y="687"/>
                  </a:cubicBezTo>
                  <a:cubicBezTo>
                    <a:pt x="955" y="812"/>
                    <a:pt x="1044" y="902"/>
                    <a:pt x="1160" y="902"/>
                  </a:cubicBezTo>
                  <a:cubicBezTo>
                    <a:pt x="1285" y="902"/>
                    <a:pt x="1374" y="812"/>
                    <a:pt x="1374" y="687"/>
                  </a:cubicBezTo>
                  <a:cubicBezTo>
                    <a:pt x="1374" y="313"/>
                    <a:pt x="1071" y="1"/>
                    <a:pt x="687" y="1"/>
                  </a:cubicBezTo>
                  <a:close/>
                </a:path>
              </a:pathLst>
            </a:custGeom>
            <a:solidFill>
              <a:srgbClr val="B36D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42"/>
            <p:cNvSpPr/>
            <p:nvPr/>
          </p:nvSpPr>
          <p:spPr>
            <a:xfrm>
              <a:off x="2496897" y="1486821"/>
              <a:ext cx="47234" cy="47267"/>
            </a:xfrm>
            <a:custGeom>
              <a:rect b="b" l="l" r="r" t="t"/>
              <a:pathLst>
                <a:path extrusionOk="0" h="1438" w="1437">
                  <a:moveTo>
                    <a:pt x="723" y="1"/>
                  </a:moveTo>
                  <a:cubicBezTo>
                    <a:pt x="607" y="1"/>
                    <a:pt x="509" y="99"/>
                    <a:pt x="509" y="215"/>
                  </a:cubicBezTo>
                  <a:lnTo>
                    <a:pt x="509" y="509"/>
                  </a:lnTo>
                  <a:lnTo>
                    <a:pt x="214" y="509"/>
                  </a:lnTo>
                  <a:cubicBezTo>
                    <a:pt x="98" y="509"/>
                    <a:pt x="0" y="599"/>
                    <a:pt x="0" y="723"/>
                  </a:cubicBezTo>
                  <a:cubicBezTo>
                    <a:pt x="0" y="839"/>
                    <a:pt x="98" y="938"/>
                    <a:pt x="214" y="938"/>
                  </a:cubicBezTo>
                  <a:lnTo>
                    <a:pt x="509" y="938"/>
                  </a:lnTo>
                  <a:lnTo>
                    <a:pt x="509" y="1223"/>
                  </a:lnTo>
                  <a:cubicBezTo>
                    <a:pt x="509" y="1339"/>
                    <a:pt x="607" y="1437"/>
                    <a:pt x="723" y="1437"/>
                  </a:cubicBezTo>
                  <a:cubicBezTo>
                    <a:pt x="839" y="1437"/>
                    <a:pt x="937" y="1339"/>
                    <a:pt x="937" y="1223"/>
                  </a:cubicBezTo>
                  <a:lnTo>
                    <a:pt x="937" y="938"/>
                  </a:lnTo>
                  <a:lnTo>
                    <a:pt x="1222" y="938"/>
                  </a:lnTo>
                  <a:cubicBezTo>
                    <a:pt x="1338" y="938"/>
                    <a:pt x="1437" y="839"/>
                    <a:pt x="1437" y="723"/>
                  </a:cubicBezTo>
                  <a:cubicBezTo>
                    <a:pt x="1437" y="599"/>
                    <a:pt x="1338" y="509"/>
                    <a:pt x="1222" y="509"/>
                  </a:cubicBezTo>
                  <a:lnTo>
                    <a:pt x="937" y="509"/>
                  </a:lnTo>
                  <a:lnTo>
                    <a:pt x="937" y="215"/>
                  </a:lnTo>
                  <a:cubicBezTo>
                    <a:pt x="937" y="99"/>
                    <a:pt x="839" y="1"/>
                    <a:pt x="7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43"/>
          <p:cNvSpPr/>
          <p:nvPr/>
        </p:nvSpPr>
        <p:spPr>
          <a:xfrm>
            <a:off x="1765475" y="1026050"/>
            <a:ext cx="5600700" cy="3099300"/>
          </a:xfrm>
          <a:prstGeom prst="round2DiagRect">
            <a:avLst>
              <a:gd fmla="val 26518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43"/>
          <p:cNvSpPr txBox="1"/>
          <p:nvPr>
            <p:ph type="title"/>
          </p:nvPr>
        </p:nvSpPr>
        <p:spPr>
          <a:xfrm>
            <a:off x="1691000" y="1927650"/>
            <a:ext cx="56532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300">
                <a:solidFill>
                  <a:schemeClr val="lt1"/>
                </a:solidFill>
              </a:rPr>
              <a:t>SOLUTION</a:t>
            </a:r>
            <a:endParaRPr sz="7300">
              <a:solidFill>
                <a:schemeClr val="lt1"/>
              </a:solidFill>
            </a:endParaRPr>
          </a:p>
        </p:txBody>
      </p:sp>
      <p:grpSp>
        <p:nvGrpSpPr>
          <p:cNvPr id="659" name="Google Shape;659;p43"/>
          <p:cNvGrpSpPr/>
          <p:nvPr/>
        </p:nvGrpSpPr>
        <p:grpSpPr>
          <a:xfrm>
            <a:off x="1314574" y="719862"/>
            <a:ext cx="887810" cy="816798"/>
            <a:chOff x="1176374" y="719862"/>
            <a:chExt cx="887810" cy="816798"/>
          </a:xfrm>
        </p:grpSpPr>
        <p:sp>
          <p:nvSpPr>
            <p:cNvPr id="660" name="Google Shape;660;p43"/>
            <p:cNvSpPr/>
            <p:nvPr/>
          </p:nvSpPr>
          <p:spPr>
            <a:xfrm>
              <a:off x="1666024" y="956131"/>
              <a:ext cx="99448" cy="61245"/>
            </a:xfrm>
            <a:custGeom>
              <a:rect b="b" l="l" r="r" t="t"/>
              <a:pathLst>
                <a:path extrusionOk="0" h="1699" w="2759">
                  <a:moveTo>
                    <a:pt x="1306" y="0"/>
                  </a:moveTo>
                  <a:cubicBezTo>
                    <a:pt x="1110" y="0"/>
                    <a:pt x="909" y="62"/>
                    <a:pt x="723" y="209"/>
                  </a:cubicBezTo>
                  <a:cubicBezTo>
                    <a:pt x="1" y="777"/>
                    <a:pt x="995" y="1699"/>
                    <a:pt x="1751" y="1699"/>
                  </a:cubicBezTo>
                  <a:cubicBezTo>
                    <a:pt x="1946" y="1699"/>
                    <a:pt x="2125" y="1638"/>
                    <a:pt x="2255" y="1493"/>
                  </a:cubicBezTo>
                  <a:cubicBezTo>
                    <a:pt x="2758" y="933"/>
                    <a:pt x="2067" y="0"/>
                    <a:pt x="13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61" name="Google Shape;661;p43"/>
            <p:cNvGrpSpPr/>
            <p:nvPr/>
          </p:nvGrpSpPr>
          <p:grpSpPr>
            <a:xfrm rot="-3850221">
              <a:off x="1305032" y="1029796"/>
              <a:ext cx="135701" cy="370953"/>
              <a:chOff x="2187550" y="-667000"/>
              <a:chExt cx="135700" cy="370950"/>
            </a:xfrm>
          </p:grpSpPr>
          <p:sp>
            <p:nvSpPr>
              <p:cNvPr id="662" name="Google Shape;662;p43"/>
              <p:cNvSpPr/>
              <p:nvPr/>
            </p:nvSpPr>
            <p:spPr>
              <a:xfrm>
                <a:off x="2187550" y="-667000"/>
                <a:ext cx="135700" cy="299650"/>
              </a:xfrm>
              <a:custGeom>
                <a:rect b="b" l="l" r="r" t="t"/>
                <a:pathLst>
                  <a:path extrusionOk="0" h="11986" w="5428">
                    <a:moveTo>
                      <a:pt x="244" y="1"/>
                    </a:moveTo>
                    <a:cubicBezTo>
                      <a:pt x="241" y="1"/>
                      <a:pt x="237" y="1"/>
                      <a:pt x="235" y="2"/>
                    </a:cubicBezTo>
                    <a:cubicBezTo>
                      <a:pt x="1" y="55"/>
                      <a:pt x="2223" y="2491"/>
                      <a:pt x="2782" y="5293"/>
                    </a:cubicBezTo>
                    <a:cubicBezTo>
                      <a:pt x="3341" y="8081"/>
                      <a:pt x="2987" y="11986"/>
                      <a:pt x="3274" y="11986"/>
                    </a:cubicBezTo>
                    <a:cubicBezTo>
                      <a:pt x="3275" y="11986"/>
                      <a:pt x="3277" y="11986"/>
                      <a:pt x="3278" y="11985"/>
                    </a:cubicBezTo>
                    <a:cubicBezTo>
                      <a:pt x="3560" y="11945"/>
                      <a:pt x="5427" y="7910"/>
                      <a:pt x="4554" y="5006"/>
                    </a:cubicBezTo>
                    <a:cubicBezTo>
                      <a:pt x="3691" y="2135"/>
                      <a:pt x="544" y="1"/>
                      <a:pt x="2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43"/>
              <p:cNvSpPr/>
              <p:nvPr/>
            </p:nvSpPr>
            <p:spPr>
              <a:xfrm>
                <a:off x="2246900" y="-583625"/>
                <a:ext cx="25825" cy="93475"/>
              </a:xfrm>
              <a:custGeom>
                <a:rect b="b" l="l" r="r" t="t"/>
                <a:pathLst>
                  <a:path extrusionOk="0" h="3739" w="1033">
                    <a:moveTo>
                      <a:pt x="81" y="0"/>
                    </a:moveTo>
                    <a:lnTo>
                      <a:pt x="1" y="36"/>
                    </a:lnTo>
                    <a:cubicBezTo>
                      <a:pt x="1" y="36"/>
                      <a:pt x="82" y="262"/>
                      <a:pt x="204" y="603"/>
                    </a:cubicBezTo>
                    <a:cubicBezTo>
                      <a:pt x="236" y="687"/>
                      <a:pt x="271" y="777"/>
                      <a:pt x="307" y="874"/>
                    </a:cubicBezTo>
                    <a:cubicBezTo>
                      <a:pt x="346" y="969"/>
                      <a:pt x="369" y="1077"/>
                      <a:pt x="405" y="1182"/>
                    </a:cubicBezTo>
                    <a:cubicBezTo>
                      <a:pt x="472" y="1396"/>
                      <a:pt x="544" y="1625"/>
                      <a:pt x="615" y="1853"/>
                    </a:cubicBezTo>
                    <a:cubicBezTo>
                      <a:pt x="668" y="2084"/>
                      <a:pt x="719" y="2316"/>
                      <a:pt x="768" y="2533"/>
                    </a:cubicBezTo>
                    <a:cubicBezTo>
                      <a:pt x="788" y="2643"/>
                      <a:pt x="827" y="2744"/>
                      <a:pt x="834" y="2848"/>
                    </a:cubicBezTo>
                    <a:cubicBezTo>
                      <a:pt x="846" y="2951"/>
                      <a:pt x="856" y="3049"/>
                      <a:pt x="867" y="3139"/>
                    </a:cubicBezTo>
                    <a:cubicBezTo>
                      <a:pt x="914" y="3498"/>
                      <a:pt x="945" y="3738"/>
                      <a:pt x="945" y="3738"/>
                    </a:cubicBezTo>
                    <a:lnTo>
                      <a:pt x="1033" y="3730"/>
                    </a:lnTo>
                    <a:cubicBezTo>
                      <a:pt x="1033" y="3730"/>
                      <a:pt x="1024" y="3489"/>
                      <a:pt x="1010" y="3127"/>
                    </a:cubicBezTo>
                    <a:cubicBezTo>
                      <a:pt x="1006" y="3037"/>
                      <a:pt x="1000" y="2938"/>
                      <a:pt x="993" y="2835"/>
                    </a:cubicBezTo>
                    <a:cubicBezTo>
                      <a:pt x="993" y="2731"/>
                      <a:pt x="960" y="2623"/>
                      <a:pt x="940" y="2511"/>
                    </a:cubicBezTo>
                    <a:cubicBezTo>
                      <a:pt x="894" y="2285"/>
                      <a:pt x="845" y="2044"/>
                      <a:pt x="795" y="1804"/>
                    </a:cubicBezTo>
                    <a:cubicBezTo>
                      <a:pt x="718" y="1574"/>
                      <a:pt x="642" y="1342"/>
                      <a:pt x="569" y="1127"/>
                    </a:cubicBezTo>
                    <a:cubicBezTo>
                      <a:pt x="532" y="1018"/>
                      <a:pt x="501" y="912"/>
                      <a:pt x="456" y="818"/>
                    </a:cubicBezTo>
                    <a:cubicBezTo>
                      <a:pt x="414" y="722"/>
                      <a:pt x="374" y="632"/>
                      <a:pt x="337" y="549"/>
                    </a:cubicBezTo>
                    <a:cubicBezTo>
                      <a:pt x="183" y="219"/>
                      <a:pt x="81" y="0"/>
                      <a:pt x="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43"/>
              <p:cNvSpPr/>
              <p:nvPr/>
            </p:nvSpPr>
            <p:spPr>
              <a:xfrm>
                <a:off x="2241900" y="-334675"/>
                <a:ext cx="41850" cy="38625"/>
              </a:xfrm>
              <a:custGeom>
                <a:rect b="b" l="l" r="r" t="t"/>
                <a:pathLst>
                  <a:path extrusionOk="0" h="1545" w="1674">
                    <a:moveTo>
                      <a:pt x="924" y="0"/>
                    </a:moveTo>
                    <a:cubicBezTo>
                      <a:pt x="297" y="0"/>
                      <a:pt x="0" y="1190"/>
                      <a:pt x="767" y="1501"/>
                    </a:cubicBezTo>
                    <a:cubicBezTo>
                      <a:pt x="839" y="1531"/>
                      <a:pt x="906" y="1544"/>
                      <a:pt x="968" y="1544"/>
                    </a:cubicBezTo>
                    <a:cubicBezTo>
                      <a:pt x="1598" y="1544"/>
                      <a:pt x="1673" y="150"/>
                      <a:pt x="1035" y="13"/>
                    </a:cubicBezTo>
                    <a:cubicBezTo>
                      <a:pt x="997" y="4"/>
                      <a:pt x="960" y="0"/>
                      <a:pt x="9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5" name="Google Shape;665;p43"/>
            <p:cNvGrpSpPr/>
            <p:nvPr/>
          </p:nvGrpSpPr>
          <p:grpSpPr>
            <a:xfrm rot="872489">
              <a:off x="1793581" y="745799"/>
              <a:ext cx="239049" cy="254304"/>
              <a:chOff x="2577625" y="-1221650"/>
              <a:chExt cx="204500" cy="217550"/>
            </a:xfrm>
          </p:grpSpPr>
          <p:sp>
            <p:nvSpPr>
              <p:cNvPr id="666" name="Google Shape;666;p43"/>
              <p:cNvSpPr/>
              <p:nvPr/>
            </p:nvSpPr>
            <p:spPr>
              <a:xfrm>
                <a:off x="2577625" y="-1221650"/>
                <a:ext cx="204500" cy="217550"/>
              </a:xfrm>
              <a:custGeom>
                <a:rect b="b" l="l" r="r" t="t"/>
                <a:pathLst>
                  <a:path extrusionOk="0" h="8702" w="8180">
                    <a:moveTo>
                      <a:pt x="1535" y="1"/>
                    </a:moveTo>
                    <a:cubicBezTo>
                      <a:pt x="1452" y="1"/>
                      <a:pt x="1369" y="20"/>
                      <a:pt x="1286" y="61"/>
                    </a:cubicBezTo>
                    <a:cubicBezTo>
                      <a:pt x="0" y="704"/>
                      <a:pt x="3637" y="8702"/>
                      <a:pt x="4051" y="8702"/>
                    </a:cubicBezTo>
                    <a:cubicBezTo>
                      <a:pt x="4053" y="8702"/>
                      <a:pt x="4055" y="8702"/>
                      <a:pt x="4057" y="8701"/>
                    </a:cubicBezTo>
                    <a:cubicBezTo>
                      <a:pt x="4399" y="8625"/>
                      <a:pt x="8179" y="894"/>
                      <a:pt x="6966" y="522"/>
                    </a:cubicBezTo>
                    <a:cubicBezTo>
                      <a:pt x="6911" y="505"/>
                      <a:pt x="6856" y="497"/>
                      <a:pt x="6801" y="497"/>
                    </a:cubicBezTo>
                    <a:cubicBezTo>
                      <a:pt x="5625" y="497"/>
                      <a:pt x="4304" y="4122"/>
                      <a:pt x="4130" y="4122"/>
                    </a:cubicBezTo>
                    <a:cubicBezTo>
                      <a:pt x="3961" y="4122"/>
                      <a:pt x="2749" y="1"/>
                      <a:pt x="153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7" name="Google Shape;667;p43"/>
              <p:cNvSpPr/>
              <p:nvPr/>
            </p:nvSpPr>
            <p:spPr>
              <a:xfrm>
                <a:off x="2676025" y="-1129325"/>
                <a:ext cx="53575" cy="110350"/>
              </a:xfrm>
              <a:custGeom>
                <a:rect b="b" l="l" r="r" t="t"/>
                <a:pathLst>
                  <a:path extrusionOk="0" h="4414" w="2143">
                    <a:moveTo>
                      <a:pt x="2022" y="1"/>
                    </a:moveTo>
                    <a:cubicBezTo>
                      <a:pt x="2022" y="1"/>
                      <a:pt x="1869" y="260"/>
                      <a:pt x="1654" y="658"/>
                    </a:cubicBezTo>
                    <a:cubicBezTo>
                      <a:pt x="1550" y="858"/>
                      <a:pt x="1422" y="1089"/>
                      <a:pt x="1295" y="1341"/>
                    </a:cubicBezTo>
                    <a:cubicBezTo>
                      <a:pt x="1168" y="1593"/>
                      <a:pt x="1034" y="1863"/>
                      <a:pt x="898" y="2132"/>
                    </a:cubicBezTo>
                    <a:cubicBezTo>
                      <a:pt x="661" y="2684"/>
                      <a:pt x="426" y="3237"/>
                      <a:pt x="264" y="3657"/>
                    </a:cubicBezTo>
                    <a:cubicBezTo>
                      <a:pt x="99" y="4077"/>
                      <a:pt x="1" y="4361"/>
                      <a:pt x="1" y="4361"/>
                    </a:cubicBezTo>
                    <a:lnTo>
                      <a:pt x="124" y="4414"/>
                    </a:lnTo>
                    <a:cubicBezTo>
                      <a:pt x="124" y="4414"/>
                      <a:pt x="266" y="4148"/>
                      <a:pt x="463" y="3743"/>
                    </a:cubicBezTo>
                    <a:cubicBezTo>
                      <a:pt x="663" y="3338"/>
                      <a:pt x="911" y="2791"/>
                      <a:pt x="1157" y="2243"/>
                    </a:cubicBezTo>
                    <a:cubicBezTo>
                      <a:pt x="1285" y="1972"/>
                      <a:pt x="1413" y="1702"/>
                      <a:pt x="1534" y="1448"/>
                    </a:cubicBezTo>
                    <a:cubicBezTo>
                      <a:pt x="1654" y="1194"/>
                      <a:pt x="1757" y="953"/>
                      <a:pt x="1851" y="749"/>
                    </a:cubicBezTo>
                    <a:cubicBezTo>
                      <a:pt x="2032" y="338"/>
                      <a:pt x="2142" y="58"/>
                      <a:pt x="2142" y="58"/>
                    </a:cubicBezTo>
                    <a:lnTo>
                      <a:pt x="20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8" name="Google Shape;668;p43"/>
              <p:cNvSpPr/>
              <p:nvPr/>
            </p:nvSpPr>
            <p:spPr>
              <a:xfrm>
                <a:off x="2644125" y="-1169350"/>
                <a:ext cx="25575" cy="46200"/>
              </a:xfrm>
              <a:custGeom>
                <a:rect b="b" l="l" r="r" t="t"/>
                <a:pathLst>
                  <a:path extrusionOk="0" h="1848" w="1023">
                    <a:moveTo>
                      <a:pt x="120" y="0"/>
                    </a:moveTo>
                    <a:lnTo>
                      <a:pt x="1" y="60"/>
                    </a:lnTo>
                    <a:cubicBezTo>
                      <a:pt x="1" y="60"/>
                      <a:pt x="36" y="183"/>
                      <a:pt x="105" y="358"/>
                    </a:cubicBezTo>
                    <a:cubicBezTo>
                      <a:pt x="142" y="445"/>
                      <a:pt x="179" y="549"/>
                      <a:pt x="229" y="654"/>
                    </a:cubicBezTo>
                    <a:cubicBezTo>
                      <a:pt x="279" y="761"/>
                      <a:pt x="333" y="874"/>
                      <a:pt x="386" y="987"/>
                    </a:cubicBezTo>
                    <a:cubicBezTo>
                      <a:pt x="503" y="1208"/>
                      <a:pt x="622" y="1428"/>
                      <a:pt x="725" y="1587"/>
                    </a:cubicBezTo>
                    <a:cubicBezTo>
                      <a:pt x="825" y="1746"/>
                      <a:pt x="904" y="1847"/>
                      <a:pt x="904" y="1847"/>
                    </a:cubicBezTo>
                    <a:lnTo>
                      <a:pt x="1023" y="1787"/>
                    </a:lnTo>
                    <a:cubicBezTo>
                      <a:pt x="1023" y="1787"/>
                      <a:pt x="988" y="1665"/>
                      <a:pt x="919" y="1489"/>
                    </a:cubicBezTo>
                    <a:cubicBezTo>
                      <a:pt x="852" y="1312"/>
                      <a:pt x="746" y="1086"/>
                      <a:pt x="637" y="860"/>
                    </a:cubicBezTo>
                    <a:cubicBezTo>
                      <a:pt x="578" y="750"/>
                      <a:pt x="518" y="640"/>
                      <a:pt x="463" y="537"/>
                    </a:cubicBezTo>
                    <a:cubicBezTo>
                      <a:pt x="407" y="433"/>
                      <a:pt x="345" y="342"/>
                      <a:pt x="298" y="261"/>
                    </a:cubicBezTo>
                    <a:cubicBezTo>
                      <a:pt x="197" y="102"/>
                      <a:pt x="120" y="0"/>
                      <a:pt x="1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9" name="Google Shape;669;p43"/>
            <p:cNvGrpSpPr/>
            <p:nvPr/>
          </p:nvGrpSpPr>
          <p:grpSpPr>
            <a:xfrm rot="-3458214">
              <a:off x="1417184" y="859593"/>
              <a:ext cx="184256" cy="254308"/>
              <a:chOff x="2916600" y="-617325"/>
              <a:chExt cx="184250" cy="254300"/>
            </a:xfrm>
          </p:grpSpPr>
          <p:sp>
            <p:nvSpPr>
              <p:cNvPr id="670" name="Google Shape;670;p43"/>
              <p:cNvSpPr/>
              <p:nvPr/>
            </p:nvSpPr>
            <p:spPr>
              <a:xfrm>
                <a:off x="2916600" y="-617325"/>
                <a:ext cx="184250" cy="254300"/>
              </a:xfrm>
              <a:custGeom>
                <a:rect b="b" l="l" r="r" t="t"/>
                <a:pathLst>
                  <a:path extrusionOk="0" h="10172" w="7370">
                    <a:moveTo>
                      <a:pt x="3449" y="1"/>
                    </a:moveTo>
                    <a:cubicBezTo>
                      <a:pt x="1" y="1"/>
                      <a:pt x="1027" y="10171"/>
                      <a:pt x="1490" y="10171"/>
                    </a:cubicBezTo>
                    <a:cubicBezTo>
                      <a:pt x="1502" y="10171"/>
                      <a:pt x="1514" y="10165"/>
                      <a:pt x="1525" y="10150"/>
                    </a:cubicBezTo>
                    <a:cubicBezTo>
                      <a:pt x="2090" y="9433"/>
                      <a:pt x="7370" y="362"/>
                      <a:pt x="3622" y="9"/>
                    </a:cubicBezTo>
                    <a:cubicBezTo>
                      <a:pt x="3563" y="3"/>
                      <a:pt x="3505" y="1"/>
                      <a:pt x="34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1" name="Google Shape;671;p43"/>
              <p:cNvSpPr/>
              <p:nvPr/>
            </p:nvSpPr>
            <p:spPr>
              <a:xfrm>
                <a:off x="2965150" y="-602650"/>
                <a:ext cx="62000" cy="205775"/>
              </a:xfrm>
              <a:custGeom>
                <a:rect b="b" l="l" r="r" t="t"/>
                <a:pathLst>
                  <a:path extrusionOk="0" h="8231" w="2480">
                    <a:moveTo>
                      <a:pt x="2233" y="1"/>
                    </a:moveTo>
                    <a:cubicBezTo>
                      <a:pt x="2233" y="1"/>
                      <a:pt x="2223" y="134"/>
                      <a:pt x="2208" y="369"/>
                    </a:cubicBezTo>
                    <a:cubicBezTo>
                      <a:pt x="2185" y="601"/>
                      <a:pt x="2196" y="945"/>
                      <a:pt x="2131" y="1334"/>
                    </a:cubicBezTo>
                    <a:cubicBezTo>
                      <a:pt x="2105" y="1530"/>
                      <a:pt x="2077" y="1742"/>
                      <a:pt x="2047" y="1965"/>
                    </a:cubicBezTo>
                    <a:cubicBezTo>
                      <a:pt x="2020" y="2190"/>
                      <a:pt x="1954" y="2424"/>
                      <a:pt x="1914" y="2669"/>
                    </a:cubicBezTo>
                    <a:cubicBezTo>
                      <a:pt x="1865" y="2912"/>
                      <a:pt x="1826" y="3166"/>
                      <a:pt x="1752" y="3416"/>
                    </a:cubicBezTo>
                    <a:cubicBezTo>
                      <a:pt x="1685" y="3669"/>
                      <a:pt x="1617" y="3926"/>
                      <a:pt x="1550" y="4182"/>
                    </a:cubicBezTo>
                    <a:cubicBezTo>
                      <a:pt x="1389" y="4687"/>
                      <a:pt x="1251" y="5202"/>
                      <a:pt x="1061" y="5663"/>
                    </a:cubicBezTo>
                    <a:cubicBezTo>
                      <a:pt x="974" y="5896"/>
                      <a:pt x="890" y="6121"/>
                      <a:pt x="811" y="6336"/>
                    </a:cubicBezTo>
                    <a:cubicBezTo>
                      <a:pt x="721" y="6546"/>
                      <a:pt x="636" y="6745"/>
                      <a:pt x="557" y="6928"/>
                    </a:cubicBezTo>
                    <a:cubicBezTo>
                      <a:pt x="409" y="7299"/>
                      <a:pt x="253" y="7594"/>
                      <a:pt x="156" y="7806"/>
                    </a:cubicBezTo>
                    <a:cubicBezTo>
                      <a:pt x="56" y="8018"/>
                      <a:pt x="0" y="8138"/>
                      <a:pt x="0" y="8138"/>
                    </a:cubicBezTo>
                    <a:lnTo>
                      <a:pt x="159" y="8230"/>
                    </a:lnTo>
                    <a:cubicBezTo>
                      <a:pt x="159" y="8230"/>
                      <a:pt x="230" y="8115"/>
                      <a:pt x="351" y="7912"/>
                    </a:cubicBezTo>
                    <a:cubicBezTo>
                      <a:pt x="466" y="7705"/>
                      <a:pt x="659" y="7424"/>
                      <a:pt x="828" y="7056"/>
                    </a:cubicBezTo>
                    <a:cubicBezTo>
                      <a:pt x="1009" y="6692"/>
                      <a:pt x="1219" y="6267"/>
                      <a:pt x="1399" y="5792"/>
                    </a:cubicBezTo>
                    <a:cubicBezTo>
                      <a:pt x="1601" y="5325"/>
                      <a:pt x="1750" y="4803"/>
                      <a:pt x="1923" y="4290"/>
                    </a:cubicBezTo>
                    <a:cubicBezTo>
                      <a:pt x="2050" y="3762"/>
                      <a:pt x="2199" y="3239"/>
                      <a:pt x="2270" y="2735"/>
                    </a:cubicBezTo>
                    <a:cubicBezTo>
                      <a:pt x="2311" y="2483"/>
                      <a:pt x="2364" y="2244"/>
                      <a:pt x="2379" y="2008"/>
                    </a:cubicBezTo>
                    <a:cubicBezTo>
                      <a:pt x="2397" y="1774"/>
                      <a:pt x="2414" y="1552"/>
                      <a:pt x="2430" y="1348"/>
                    </a:cubicBezTo>
                    <a:cubicBezTo>
                      <a:pt x="2479" y="938"/>
                      <a:pt x="2426" y="608"/>
                      <a:pt x="2431" y="372"/>
                    </a:cubicBezTo>
                    <a:cubicBezTo>
                      <a:pt x="2421" y="137"/>
                      <a:pt x="2416" y="3"/>
                      <a:pt x="2416" y="3"/>
                    </a:cubicBezTo>
                    <a:lnTo>
                      <a:pt x="223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2" name="Google Shape;672;p43"/>
            <p:cNvGrpSpPr/>
            <p:nvPr/>
          </p:nvGrpSpPr>
          <p:grpSpPr>
            <a:xfrm flipH="1" rot="-173">
              <a:off x="1569396" y="1073404"/>
              <a:ext cx="494788" cy="463243"/>
              <a:chOff x="3253250" y="-606750"/>
              <a:chExt cx="249000" cy="233125"/>
            </a:xfrm>
          </p:grpSpPr>
          <p:sp>
            <p:nvSpPr>
              <p:cNvPr id="673" name="Google Shape;673;p43"/>
              <p:cNvSpPr/>
              <p:nvPr/>
            </p:nvSpPr>
            <p:spPr>
              <a:xfrm>
                <a:off x="3253250" y="-606750"/>
                <a:ext cx="249000" cy="233125"/>
              </a:xfrm>
              <a:custGeom>
                <a:rect b="b" l="l" r="r" t="t"/>
                <a:pathLst>
                  <a:path extrusionOk="0" h="9325" w="9960">
                    <a:moveTo>
                      <a:pt x="5032" y="1"/>
                    </a:moveTo>
                    <a:cubicBezTo>
                      <a:pt x="2662" y="1"/>
                      <a:pt x="1600" y="1620"/>
                      <a:pt x="1208" y="2928"/>
                    </a:cubicBezTo>
                    <a:cubicBezTo>
                      <a:pt x="767" y="4405"/>
                      <a:pt x="1" y="7191"/>
                      <a:pt x="3402" y="8811"/>
                    </a:cubicBezTo>
                    <a:cubicBezTo>
                      <a:pt x="4154" y="9169"/>
                      <a:pt x="4848" y="9324"/>
                      <a:pt x="5479" y="9324"/>
                    </a:cubicBezTo>
                    <a:cubicBezTo>
                      <a:pt x="7705" y="9324"/>
                      <a:pt x="9143" y="7397"/>
                      <a:pt x="9500" y="5677"/>
                    </a:cubicBezTo>
                    <a:cubicBezTo>
                      <a:pt x="9960" y="3469"/>
                      <a:pt x="9519" y="663"/>
                      <a:pt x="6012" y="85"/>
                    </a:cubicBezTo>
                    <a:cubicBezTo>
                      <a:pt x="5663" y="28"/>
                      <a:pt x="5337" y="1"/>
                      <a:pt x="503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4" name="Google Shape;674;p43"/>
              <p:cNvSpPr/>
              <p:nvPr/>
            </p:nvSpPr>
            <p:spPr>
              <a:xfrm>
                <a:off x="3347625" y="-525925"/>
                <a:ext cx="18275" cy="28675"/>
              </a:xfrm>
              <a:custGeom>
                <a:rect b="b" l="l" r="r" t="t"/>
                <a:pathLst>
                  <a:path extrusionOk="0" h="1147" w="731">
                    <a:moveTo>
                      <a:pt x="540" y="1"/>
                    </a:moveTo>
                    <a:cubicBezTo>
                      <a:pt x="353" y="1"/>
                      <a:pt x="0" y="1081"/>
                      <a:pt x="212" y="1144"/>
                    </a:cubicBezTo>
                    <a:cubicBezTo>
                      <a:pt x="217" y="1146"/>
                      <a:pt x="223" y="1146"/>
                      <a:pt x="230" y="1146"/>
                    </a:cubicBezTo>
                    <a:cubicBezTo>
                      <a:pt x="445" y="1146"/>
                      <a:pt x="730" y="56"/>
                      <a:pt x="553" y="3"/>
                    </a:cubicBezTo>
                    <a:cubicBezTo>
                      <a:pt x="549" y="1"/>
                      <a:pt x="544" y="1"/>
                      <a:pt x="5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5" name="Google Shape;675;p43"/>
              <p:cNvSpPr/>
              <p:nvPr/>
            </p:nvSpPr>
            <p:spPr>
              <a:xfrm>
                <a:off x="3403575" y="-509175"/>
                <a:ext cx="18275" cy="28650"/>
              </a:xfrm>
              <a:custGeom>
                <a:rect b="b" l="l" r="r" t="t"/>
                <a:pathLst>
                  <a:path extrusionOk="0" h="1146" w="731">
                    <a:moveTo>
                      <a:pt x="539" y="0"/>
                    </a:moveTo>
                    <a:cubicBezTo>
                      <a:pt x="352" y="0"/>
                      <a:pt x="0" y="1080"/>
                      <a:pt x="211" y="1143"/>
                    </a:cubicBezTo>
                    <a:cubicBezTo>
                      <a:pt x="217" y="1144"/>
                      <a:pt x="223" y="1145"/>
                      <a:pt x="229" y="1145"/>
                    </a:cubicBezTo>
                    <a:cubicBezTo>
                      <a:pt x="444" y="1145"/>
                      <a:pt x="730" y="55"/>
                      <a:pt x="552" y="2"/>
                    </a:cubicBezTo>
                    <a:cubicBezTo>
                      <a:pt x="548" y="1"/>
                      <a:pt x="543" y="0"/>
                      <a:pt x="5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6" name="Google Shape;676;p43"/>
              <p:cNvSpPr/>
              <p:nvPr/>
            </p:nvSpPr>
            <p:spPr>
              <a:xfrm>
                <a:off x="3279675" y="-509300"/>
                <a:ext cx="20800" cy="85950"/>
              </a:xfrm>
              <a:custGeom>
                <a:rect b="b" l="l" r="r" t="t"/>
                <a:pathLst>
                  <a:path extrusionOk="0" h="3438" w="832">
                    <a:moveTo>
                      <a:pt x="234" y="0"/>
                    </a:moveTo>
                    <a:cubicBezTo>
                      <a:pt x="210" y="0"/>
                      <a:pt x="186" y="14"/>
                      <a:pt x="181" y="43"/>
                    </a:cubicBezTo>
                    <a:cubicBezTo>
                      <a:pt x="0" y="1176"/>
                      <a:pt x="96" y="2423"/>
                      <a:pt x="719" y="3413"/>
                    </a:cubicBezTo>
                    <a:cubicBezTo>
                      <a:pt x="729" y="3430"/>
                      <a:pt x="745" y="3437"/>
                      <a:pt x="761" y="3437"/>
                    </a:cubicBezTo>
                    <a:cubicBezTo>
                      <a:pt x="796" y="3437"/>
                      <a:pt x="832" y="3402"/>
                      <a:pt x="813" y="3362"/>
                    </a:cubicBezTo>
                    <a:cubicBezTo>
                      <a:pt x="351" y="2321"/>
                      <a:pt x="276" y="1177"/>
                      <a:pt x="288" y="53"/>
                    </a:cubicBezTo>
                    <a:cubicBezTo>
                      <a:pt x="289" y="19"/>
                      <a:pt x="261" y="0"/>
                      <a:pt x="2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7" name="Google Shape;677;p43"/>
              <p:cNvSpPr/>
              <p:nvPr/>
            </p:nvSpPr>
            <p:spPr>
              <a:xfrm>
                <a:off x="3312650" y="-600250"/>
                <a:ext cx="118950" cy="28950"/>
              </a:xfrm>
              <a:custGeom>
                <a:rect b="b" l="l" r="r" t="t"/>
                <a:pathLst>
                  <a:path extrusionOk="0" h="1158" w="4758">
                    <a:moveTo>
                      <a:pt x="2614" y="0"/>
                    </a:moveTo>
                    <a:cubicBezTo>
                      <a:pt x="1640" y="0"/>
                      <a:pt x="675" y="334"/>
                      <a:pt x="34" y="1070"/>
                    </a:cubicBezTo>
                    <a:cubicBezTo>
                      <a:pt x="0" y="1108"/>
                      <a:pt x="38" y="1157"/>
                      <a:pt x="78" y="1157"/>
                    </a:cubicBezTo>
                    <a:cubicBezTo>
                      <a:pt x="90" y="1157"/>
                      <a:pt x="102" y="1153"/>
                      <a:pt x="112" y="1142"/>
                    </a:cubicBezTo>
                    <a:cubicBezTo>
                      <a:pt x="806" y="502"/>
                      <a:pt x="1733" y="223"/>
                      <a:pt x="2669" y="223"/>
                    </a:cubicBezTo>
                    <a:cubicBezTo>
                      <a:pt x="3356" y="223"/>
                      <a:pt x="4048" y="373"/>
                      <a:pt x="4658" y="641"/>
                    </a:cubicBezTo>
                    <a:cubicBezTo>
                      <a:pt x="4666" y="645"/>
                      <a:pt x="4674" y="646"/>
                      <a:pt x="4681" y="646"/>
                    </a:cubicBezTo>
                    <a:cubicBezTo>
                      <a:pt x="4729" y="646"/>
                      <a:pt x="4758" y="575"/>
                      <a:pt x="4709" y="546"/>
                    </a:cubicBezTo>
                    <a:cubicBezTo>
                      <a:pt x="4097" y="192"/>
                      <a:pt x="3353" y="0"/>
                      <a:pt x="26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78" name="Google Shape;678;p43"/>
          <p:cNvGrpSpPr/>
          <p:nvPr/>
        </p:nvGrpSpPr>
        <p:grpSpPr>
          <a:xfrm>
            <a:off x="6966085" y="3230239"/>
            <a:ext cx="861472" cy="955423"/>
            <a:chOff x="7050535" y="3299339"/>
            <a:chExt cx="861472" cy="955423"/>
          </a:xfrm>
        </p:grpSpPr>
        <p:grpSp>
          <p:nvGrpSpPr>
            <p:cNvPr id="679" name="Google Shape;679;p43"/>
            <p:cNvGrpSpPr/>
            <p:nvPr/>
          </p:nvGrpSpPr>
          <p:grpSpPr>
            <a:xfrm rot="4130221">
              <a:off x="7603170" y="3565086"/>
              <a:ext cx="211462" cy="353728"/>
              <a:chOff x="2258725" y="-1293450"/>
              <a:chExt cx="211475" cy="353750"/>
            </a:xfrm>
          </p:grpSpPr>
          <p:sp>
            <p:nvSpPr>
              <p:cNvPr id="680" name="Google Shape;680;p43"/>
              <p:cNvSpPr/>
              <p:nvPr/>
            </p:nvSpPr>
            <p:spPr>
              <a:xfrm>
                <a:off x="2258725" y="-1293450"/>
                <a:ext cx="211475" cy="353750"/>
              </a:xfrm>
              <a:custGeom>
                <a:rect b="b" l="l" r="r" t="t"/>
                <a:pathLst>
                  <a:path extrusionOk="0" h="14150" w="8459">
                    <a:moveTo>
                      <a:pt x="4028" y="1"/>
                    </a:moveTo>
                    <a:cubicBezTo>
                      <a:pt x="3369" y="1"/>
                      <a:pt x="109" y="1940"/>
                      <a:pt x="57" y="2371"/>
                    </a:cubicBezTo>
                    <a:cubicBezTo>
                      <a:pt x="1" y="2830"/>
                      <a:pt x="3632" y="6667"/>
                      <a:pt x="3604" y="6896"/>
                    </a:cubicBezTo>
                    <a:cubicBezTo>
                      <a:pt x="3596" y="6965"/>
                      <a:pt x="3334" y="6978"/>
                      <a:pt x="2972" y="6978"/>
                    </a:cubicBezTo>
                    <a:cubicBezTo>
                      <a:pt x="2752" y="6978"/>
                      <a:pt x="2495" y="6974"/>
                      <a:pt x="2236" y="6974"/>
                    </a:cubicBezTo>
                    <a:cubicBezTo>
                      <a:pt x="1514" y="6974"/>
                      <a:pt x="776" y="7011"/>
                      <a:pt x="767" y="7297"/>
                    </a:cubicBezTo>
                    <a:cubicBezTo>
                      <a:pt x="749" y="7841"/>
                      <a:pt x="5577" y="14150"/>
                      <a:pt x="6158" y="14150"/>
                    </a:cubicBezTo>
                    <a:cubicBezTo>
                      <a:pt x="6171" y="14150"/>
                      <a:pt x="6182" y="14147"/>
                      <a:pt x="6191" y="14140"/>
                    </a:cubicBezTo>
                    <a:cubicBezTo>
                      <a:pt x="6570" y="13857"/>
                      <a:pt x="4923" y="9848"/>
                      <a:pt x="5036" y="9675"/>
                    </a:cubicBezTo>
                    <a:cubicBezTo>
                      <a:pt x="5151" y="9502"/>
                      <a:pt x="8024" y="8827"/>
                      <a:pt x="8241" y="8574"/>
                    </a:cubicBezTo>
                    <a:cubicBezTo>
                      <a:pt x="8458" y="8321"/>
                      <a:pt x="4450" y="297"/>
                      <a:pt x="4120" y="24"/>
                    </a:cubicBezTo>
                    <a:cubicBezTo>
                      <a:pt x="4100" y="8"/>
                      <a:pt x="4069" y="1"/>
                      <a:pt x="402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43"/>
              <p:cNvSpPr/>
              <p:nvPr/>
            </p:nvSpPr>
            <p:spPr>
              <a:xfrm>
                <a:off x="2372450" y="-1049725"/>
                <a:ext cx="28650" cy="83150"/>
              </a:xfrm>
              <a:custGeom>
                <a:rect b="b" l="l" r="r" t="t"/>
                <a:pathLst>
                  <a:path extrusionOk="0" h="3326" w="1146">
                    <a:moveTo>
                      <a:pt x="115" y="0"/>
                    </a:moveTo>
                    <a:lnTo>
                      <a:pt x="0" y="39"/>
                    </a:lnTo>
                    <a:cubicBezTo>
                      <a:pt x="0" y="39"/>
                      <a:pt x="49" y="251"/>
                      <a:pt x="136" y="561"/>
                    </a:cubicBezTo>
                    <a:cubicBezTo>
                      <a:pt x="183" y="715"/>
                      <a:pt x="231" y="897"/>
                      <a:pt x="293" y="1088"/>
                    </a:cubicBezTo>
                    <a:cubicBezTo>
                      <a:pt x="355" y="1279"/>
                      <a:pt x="421" y="1484"/>
                      <a:pt x="486" y="1687"/>
                    </a:cubicBezTo>
                    <a:cubicBezTo>
                      <a:pt x="610" y="2101"/>
                      <a:pt x="734" y="2513"/>
                      <a:pt x="843" y="2819"/>
                    </a:cubicBezTo>
                    <a:cubicBezTo>
                      <a:pt x="947" y="3124"/>
                      <a:pt x="1029" y="3325"/>
                      <a:pt x="1029" y="3325"/>
                    </a:cubicBezTo>
                    <a:lnTo>
                      <a:pt x="1146" y="3293"/>
                    </a:lnTo>
                    <a:cubicBezTo>
                      <a:pt x="1146" y="3293"/>
                      <a:pt x="1107" y="3080"/>
                      <a:pt x="1034" y="2765"/>
                    </a:cubicBezTo>
                    <a:cubicBezTo>
                      <a:pt x="963" y="2448"/>
                      <a:pt x="850" y="2033"/>
                      <a:pt x="734" y="1617"/>
                    </a:cubicBezTo>
                    <a:cubicBezTo>
                      <a:pt x="663" y="1413"/>
                      <a:pt x="590" y="1209"/>
                      <a:pt x="522" y="1017"/>
                    </a:cubicBezTo>
                    <a:cubicBezTo>
                      <a:pt x="455" y="826"/>
                      <a:pt x="383" y="651"/>
                      <a:pt x="325" y="500"/>
                    </a:cubicBezTo>
                    <a:cubicBezTo>
                      <a:pt x="205" y="198"/>
                      <a:pt x="115" y="0"/>
                      <a:pt x="1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" name="Google Shape;682;p43"/>
              <p:cNvSpPr/>
              <p:nvPr/>
            </p:nvSpPr>
            <p:spPr>
              <a:xfrm>
                <a:off x="2383825" y="-1076500"/>
                <a:ext cx="46450" cy="19125"/>
              </a:xfrm>
              <a:custGeom>
                <a:rect b="b" l="l" r="r" t="t"/>
                <a:pathLst>
                  <a:path extrusionOk="0" h="765" w="1858">
                    <a:moveTo>
                      <a:pt x="1816" y="1"/>
                    </a:moveTo>
                    <a:cubicBezTo>
                      <a:pt x="1816" y="1"/>
                      <a:pt x="1696" y="21"/>
                      <a:pt x="1519" y="66"/>
                    </a:cubicBezTo>
                    <a:cubicBezTo>
                      <a:pt x="1343" y="109"/>
                      <a:pt x="1114" y="184"/>
                      <a:pt x="885" y="261"/>
                    </a:cubicBezTo>
                    <a:cubicBezTo>
                      <a:pt x="773" y="305"/>
                      <a:pt x="661" y="348"/>
                      <a:pt x="555" y="389"/>
                    </a:cubicBezTo>
                    <a:cubicBezTo>
                      <a:pt x="450" y="429"/>
                      <a:pt x="354" y="477"/>
                      <a:pt x="272" y="512"/>
                    </a:cubicBezTo>
                    <a:cubicBezTo>
                      <a:pt x="107" y="589"/>
                      <a:pt x="1" y="650"/>
                      <a:pt x="1" y="650"/>
                    </a:cubicBezTo>
                    <a:lnTo>
                      <a:pt x="41" y="765"/>
                    </a:lnTo>
                    <a:cubicBezTo>
                      <a:pt x="41" y="765"/>
                      <a:pt x="162" y="745"/>
                      <a:pt x="338" y="699"/>
                    </a:cubicBezTo>
                    <a:cubicBezTo>
                      <a:pt x="425" y="674"/>
                      <a:pt x="528" y="650"/>
                      <a:pt x="636" y="615"/>
                    </a:cubicBezTo>
                    <a:cubicBezTo>
                      <a:pt x="743" y="580"/>
                      <a:pt x="858" y="542"/>
                      <a:pt x="973" y="505"/>
                    </a:cubicBezTo>
                    <a:cubicBezTo>
                      <a:pt x="1198" y="419"/>
                      <a:pt x="1422" y="332"/>
                      <a:pt x="1586" y="254"/>
                    </a:cubicBezTo>
                    <a:cubicBezTo>
                      <a:pt x="1752" y="177"/>
                      <a:pt x="1857" y="116"/>
                      <a:pt x="1857" y="116"/>
                    </a:cubicBezTo>
                    <a:lnTo>
                      <a:pt x="181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83" name="Google Shape;683;p43"/>
            <p:cNvGrpSpPr/>
            <p:nvPr/>
          </p:nvGrpSpPr>
          <p:grpSpPr>
            <a:xfrm rot="1851011">
              <a:off x="7427728" y="3320393"/>
              <a:ext cx="183673" cy="367994"/>
              <a:chOff x="2523825" y="-685025"/>
              <a:chExt cx="214450" cy="429700"/>
            </a:xfrm>
          </p:grpSpPr>
          <p:sp>
            <p:nvSpPr>
              <p:cNvPr id="684" name="Google Shape;684;p43"/>
              <p:cNvSpPr/>
              <p:nvPr/>
            </p:nvSpPr>
            <p:spPr>
              <a:xfrm>
                <a:off x="2523825" y="-685025"/>
                <a:ext cx="214450" cy="429700"/>
              </a:xfrm>
              <a:custGeom>
                <a:rect b="b" l="l" r="r" t="t"/>
                <a:pathLst>
                  <a:path extrusionOk="0" h="17188" w="8578">
                    <a:moveTo>
                      <a:pt x="5865" y="1"/>
                    </a:moveTo>
                    <a:cubicBezTo>
                      <a:pt x="3874" y="1"/>
                      <a:pt x="1160" y="3325"/>
                      <a:pt x="683" y="6656"/>
                    </a:cubicBezTo>
                    <a:cubicBezTo>
                      <a:pt x="1" y="11412"/>
                      <a:pt x="4331" y="17188"/>
                      <a:pt x="4921" y="17188"/>
                    </a:cubicBezTo>
                    <a:cubicBezTo>
                      <a:pt x="4929" y="17188"/>
                      <a:pt x="4936" y="17187"/>
                      <a:pt x="4943" y="17185"/>
                    </a:cubicBezTo>
                    <a:cubicBezTo>
                      <a:pt x="4943" y="17185"/>
                      <a:pt x="2597" y="11715"/>
                      <a:pt x="3742" y="7505"/>
                    </a:cubicBezTo>
                    <a:cubicBezTo>
                      <a:pt x="4341" y="5296"/>
                      <a:pt x="8577" y="1210"/>
                      <a:pt x="6596" y="175"/>
                    </a:cubicBezTo>
                    <a:cubicBezTo>
                      <a:pt x="6369" y="57"/>
                      <a:pt x="6123" y="1"/>
                      <a:pt x="586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5" name="Google Shape;685;p43"/>
              <p:cNvSpPr/>
              <p:nvPr/>
            </p:nvSpPr>
            <p:spPr>
              <a:xfrm>
                <a:off x="2644975" y="-677100"/>
                <a:ext cx="45350" cy="106150"/>
              </a:xfrm>
              <a:custGeom>
                <a:rect b="b" l="l" r="r" t="t"/>
                <a:pathLst>
                  <a:path extrusionOk="0" h="4246" w="1814">
                    <a:moveTo>
                      <a:pt x="1347" y="0"/>
                    </a:moveTo>
                    <a:lnTo>
                      <a:pt x="1259" y="62"/>
                    </a:lnTo>
                    <a:cubicBezTo>
                      <a:pt x="1259" y="62"/>
                      <a:pt x="1299" y="124"/>
                      <a:pt x="1367" y="234"/>
                    </a:cubicBezTo>
                    <a:cubicBezTo>
                      <a:pt x="1405" y="289"/>
                      <a:pt x="1447" y="356"/>
                      <a:pt x="1473" y="435"/>
                    </a:cubicBezTo>
                    <a:cubicBezTo>
                      <a:pt x="1504" y="515"/>
                      <a:pt x="1547" y="598"/>
                      <a:pt x="1563" y="704"/>
                    </a:cubicBezTo>
                    <a:cubicBezTo>
                      <a:pt x="1574" y="755"/>
                      <a:pt x="1588" y="808"/>
                      <a:pt x="1598" y="863"/>
                    </a:cubicBezTo>
                    <a:cubicBezTo>
                      <a:pt x="1600" y="920"/>
                      <a:pt x="1602" y="978"/>
                      <a:pt x="1604" y="1038"/>
                    </a:cubicBezTo>
                    <a:cubicBezTo>
                      <a:pt x="1610" y="1097"/>
                      <a:pt x="1602" y="1159"/>
                      <a:pt x="1593" y="1222"/>
                    </a:cubicBezTo>
                    <a:cubicBezTo>
                      <a:pt x="1582" y="1284"/>
                      <a:pt x="1585" y="1349"/>
                      <a:pt x="1566" y="1413"/>
                    </a:cubicBezTo>
                    <a:cubicBezTo>
                      <a:pt x="1536" y="1542"/>
                      <a:pt x="1501" y="1674"/>
                      <a:pt x="1445" y="1804"/>
                    </a:cubicBezTo>
                    <a:cubicBezTo>
                      <a:pt x="1400" y="1937"/>
                      <a:pt x="1328" y="2065"/>
                      <a:pt x="1265" y="2194"/>
                    </a:cubicBezTo>
                    <a:cubicBezTo>
                      <a:pt x="1132" y="2451"/>
                      <a:pt x="972" y="2697"/>
                      <a:pt x="817" y="2925"/>
                    </a:cubicBezTo>
                    <a:cubicBezTo>
                      <a:pt x="661" y="3155"/>
                      <a:pt x="515" y="3369"/>
                      <a:pt x="390" y="3553"/>
                    </a:cubicBezTo>
                    <a:cubicBezTo>
                      <a:pt x="139" y="3923"/>
                      <a:pt x="0" y="4191"/>
                      <a:pt x="0" y="4191"/>
                    </a:cubicBezTo>
                    <a:lnTo>
                      <a:pt x="91" y="4246"/>
                    </a:lnTo>
                    <a:cubicBezTo>
                      <a:pt x="91" y="4246"/>
                      <a:pt x="259" y="4004"/>
                      <a:pt x="532" y="3655"/>
                    </a:cubicBezTo>
                    <a:cubicBezTo>
                      <a:pt x="802" y="3303"/>
                      <a:pt x="1173" y="2833"/>
                      <a:pt x="1464" y="2299"/>
                    </a:cubicBezTo>
                    <a:cubicBezTo>
                      <a:pt x="1531" y="2162"/>
                      <a:pt x="1602" y="2027"/>
                      <a:pt x="1650" y="1883"/>
                    </a:cubicBezTo>
                    <a:cubicBezTo>
                      <a:pt x="1707" y="1742"/>
                      <a:pt x="1743" y="1596"/>
                      <a:pt x="1773" y="1453"/>
                    </a:cubicBezTo>
                    <a:cubicBezTo>
                      <a:pt x="1794" y="1309"/>
                      <a:pt x="1814" y="1166"/>
                      <a:pt x="1799" y="1032"/>
                    </a:cubicBezTo>
                    <a:cubicBezTo>
                      <a:pt x="1792" y="964"/>
                      <a:pt x="1786" y="899"/>
                      <a:pt x="1780" y="835"/>
                    </a:cubicBezTo>
                    <a:cubicBezTo>
                      <a:pt x="1766" y="773"/>
                      <a:pt x="1747" y="715"/>
                      <a:pt x="1732" y="658"/>
                    </a:cubicBezTo>
                    <a:cubicBezTo>
                      <a:pt x="1708" y="543"/>
                      <a:pt x="1650" y="447"/>
                      <a:pt x="1605" y="361"/>
                    </a:cubicBezTo>
                    <a:cubicBezTo>
                      <a:pt x="1564" y="272"/>
                      <a:pt x="1516" y="210"/>
                      <a:pt x="1475" y="160"/>
                    </a:cubicBezTo>
                    <a:cubicBezTo>
                      <a:pt x="1394" y="58"/>
                      <a:pt x="1347" y="0"/>
                      <a:pt x="13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43"/>
              <p:cNvSpPr/>
              <p:nvPr/>
            </p:nvSpPr>
            <p:spPr>
              <a:xfrm>
                <a:off x="2594325" y="-518425"/>
                <a:ext cx="18675" cy="136625"/>
              </a:xfrm>
              <a:custGeom>
                <a:rect b="b" l="l" r="r" t="t"/>
                <a:pathLst>
                  <a:path extrusionOk="0" h="5465" w="747">
                    <a:moveTo>
                      <a:pt x="647" y="0"/>
                    </a:moveTo>
                    <a:cubicBezTo>
                      <a:pt x="647" y="0"/>
                      <a:pt x="612" y="80"/>
                      <a:pt x="550" y="218"/>
                    </a:cubicBezTo>
                    <a:cubicBezTo>
                      <a:pt x="518" y="287"/>
                      <a:pt x="481" y="371"/>
                      <a:pt x="438" y="467"/>
                    </a:cubicBezTo>
                    <a:cubicBezTo>
                      <a:pt x="390" y="561"/>
                      <a:pt x="352" y="675"/>
                      <a:pt x="317" y="804"/>
                    </a:cubicBezTo>
                    <a:cubicBezTo>
                      <a:pt x="281" y="931"/>
                      <a:pt x="241" y="1069"/>
                      <a:pt x="198" y="1216"/>
                    </a:cubicBezTo>
                    <a:cubicBezTo>
                      <a:pt x="159" y="1362"/>
                      <a:pt x="138" y="1519"/>
                      <a:pt x="109" y="1681"/>
                    </a:cubicBezTo>
                    <a:cubicBezTo>
                      <a:pt x="80" y="1844"/>
                      <a:pt x="50" y="2011"/>
                      <a:pt x="42" y="2183"/>
                    </a:cubicBezTo>
                    <a:cubicBezTo>
                      <a:pt x="28" y="2355"/>
                      <a:pt x="14" y="2530"/>
                      <a:pt x="0" y="2704"/>
                    </a:cubicBezTo>
                    <a:cubicBezTo>
                      <a:pt x="2" y="2879"/>
                      <a:pt x="5" y="3055"/>
                      <a:pt x="7" y="3227"/>
                    </a:cubicBezTo>
                    <a:cubicBezTo>
                      <a:pt x="3" y="3399"/>
                      <a:pt x="21" y="3568"/>
                      <a:pt x="35" y="3731"/>
                    </a:cubicBezTo>
                    <a:cubicBezTo>
                      <a:pt x="54" y="4059"/>
                      <a:pt x="110" y="4360"/>
                      <a:pt x="156" y="4618"/>
                    </a:cubicBezTo>
                    <a:cubicBezTo>
                      <a:pt x="193" y="4878"/>
                      <a:pt x="270" y="5085"/>
                      <a:pt x="305" y="5233"/>
                    </a:cubicBezTo>
                    <a:cubicBezTo>
                      <a:pt x="345" y="5380"/>
                      <a:pt x="368" y="5464"/>
                      <a:pt x="368" y="5464"/>
                    </a:cubicBezTo>
                    <a:lnTo>
                      <a:pt x="471" y="5436"/>
                    </a:lnTo>
                    <a:cubicBezTo>
                      <a:pt x="471" y="5436"/>
                      <a:pt x="455" y="5351"/>
                      <a:pt x="428" y="5203"/>
                    </a:cubicBezTo>
                    <a:cubicBezTo>
                      <a:pt x="404" y="5054"/>
                      <a:pt x="352" y="4846"/>
                      <a:pt x="328" y="4590"/>
                    </a:cubicBezTo>
                    <a:cubicBezTo>
                      <a:pt x="311" y="4462"/>
                      <a:pt x="294" y="4324"/>
                      <a:pt x="276" y="4178"/>
                    </a:cubicBezTo>
                    <a:cubicBezTo>
                      <a:pt x="259" y="4032"/>
                      <a:pt x="259" y="3876"/>
                      <a:pt x="244" y="3716"/>
                    </a:cubicBezTo>
                    <a:cubicBezTo>
                      <a:pt x="233" y="3556"/>
                      <a:pt x="219" y="3391"/>
                      <a:pt x="225" y="3222"/>
                    </a:cubicBezTo>
                    <a:cubicBezTo>
                      <a:pt x="225" y="3054"/>
                      <a:pt x="226" y="2883"/>
                      <a:pt x="227" y="2712"/>
                    </a:cubicBezTo>
                    <a:cubicBezTo>
                      <a:pt x="238" y="2541"/>
                      <a:pt x="249" y="2371"/>
                      <a:pt x="260" y="2203"/>
                    </a:cubicBezTo>
                    <a:cubicBezTo>
                      <a:pt x="265" y="2035"/>
                      <a:pt x="291" y="1871"/>
                      <a:pt x="317" y="1713"/>
                    </a:cubicBezTo>
                    <a:cubicBezTo>
                      <a:pt x="345" y="1556"/>
                      <a:pt x="358" y="1401"/>
                      <a:pt x="387" y="1259"/>
                    </a:cubicBezTo>
                    <a:cubicBezTo>
                      <a:pt x="421" y="1117"/>
                      <a:pt x="454" y="983"/>
                      <a:pt x="483" y="860"/>
                    </a:cubicBezTo>
                    <a:cubicBezTo>
                      <a:pt x="511" y="736"/>
                      <a:pt x="537" y="622"/>
                      <a:pt x="578" y="523"/>
                    </a:cubicBezTo>
                    <a:cubicBezTo>
                      <a:pt x="613" y="423"/>
                      <a:pt x="643" y="336"/>
                      <a:pt x="668" y="265"/>
                    </a:cubicBezTo>
                    <a:cubicBezTo>
                      <a:pt x="717" y="122"/>
                      <a:pt x="746" y="40"/>
                      <a:pt x="746" y="40"/>
                    </a:cubicBezTo>
                    <a:lnTo>
                      <a:pt x="64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87" name="Google Shape;687;p43"/>
            <p:cNvGrpSpPr/>
            <p:nvPr/>
          </p:nvGrpSpPr>
          <p:grpSpPr>
            <a:xfrm>
              <a:off x="7050535" y="3749254"/>
              <a:ext cx="539877" cy="505508"/>
              <a:chOff x="3684900" y="-606750"/>
              <a:chExt cx="248975" cy="233125"/>
            </a:xfrm>
          </p:grpSpPr>
          <p:sp>
            <p:nvSpPr>
              <p:cNvPr id="688" name="Google Shape;688;p43"/>
              <p:cNvSpPr/>
              <p:nvPr/>
            </p:nvSpPr>
            <p:spPr>
              <a:xfrm>
                <a:off x="3684900" y="-606750"/>
                <a:ext cx="248975" cy="233125"/>
              </a:xfrm>
              <a:custGeom>
                <a:rect b="b" l="l" r="r" t="t"/>
                <a:pathLst>
                  <a:path extrusionOk="0" h="9325" w="9959">
                    <a:moveTo>
                      <a:pt x="5032" y="1"/>
                    </a:moveTo>
                    <a:cubicBezTo>
                      <a:pt x="2662" y="1"/>
                      <a:pt x="1599" y="1620"/>
                      <a:pt x="1208" y="2928"/>
                    </a:cubicBezTo>
                    <a:cubicBezTo>
                      <a:pt x="767" y="4405"/>
                      <a:pt x="0" y="7191"/>
                      <a:pt x="3402" y="8811"/>
                    </a:cubicBezTo>
                    <a:cubicBezTo>
                      <a:pt x="4153" y="9169"/>
                      <a:pt x="4847" y="9324"/>
                      <a:pt x="5478" y="9324"/>
                    </a:cubicBezTo>
                    <a:cubicBezTo>
                      <a:pt x="7705" y="9324"/>
                      <a:pt x="9142" y="7397"/>
                      <a:pt x="9500" y="5677"/>
                    </a:cubicBezTo>
                    <a:cubicBezTo>
                      <a:pt x="9959" y="3469"/>
                      <a:pt x="9518" y="663"/>
                      <a:pt x="6012" y="85"/>
                    </a:cubicBezTo>
                    <a:cubicBezTo>
                      <a:pt x="5662" y="28"/>
                      <a:pt x="5336" y="1"/>
                      <a:pt x="50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9" name="Google Shape;689;p43"/>
              <p:cNvSpPr/>
              <p:nvPr/>
            </p:nvSpPr>
            <p:spPr>
              <a:xfrm>
                <a:off x="3785025" y="-532000"/>
                <a:ext cx="18300" cy="28675"/>
              </a:xfrm>
              <a:custGeom>
                <a:rect b="b" l="l" r="r" t="t"/>
                <a:pathLst>
                  <a:path extrusionOk="0" h="1147" w="732">
                    <a:moveTo>
                      <a:pt x="540" y="1"/>
                    </a:moveTo>
                    <a:cubicBezTo>
                      <a:pt x="353" y="1"/>
                      <a:pt x="1" y="1081"/>
                      <a:pt x="211" y="1144"/>
                    </a:cubicBezTo>
                    <a:cubicBezTo>
                      <a:pt x="217" y="1146"/>
                      <a:pt x="223" y="1147"/>
                      <a:pt x="229" y="1147"/>
                    </a:cubicBezTo>
                    <a:cubicBezTo>
                      <a:pt x="444" y="1147"/>
                      <a:pt x="731" y="56"/>
                      <a:pt x="553" y="3"/>
                    </a:cubicBezTo>
                    <a:cubicBezTo>
                      <a:pt x="548" y="2"/>
                      <a:pt x="544" y="1"/>
                      <a:pt x="5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0" name="Google Shape;690;p43"/>
              <p:cNvSpPr/>
              <p:nvPr/>
            </p:nvSpPr>
            <p:spPr>
              <a:xfrm>
                <a:off x="3840950" y="-515250"/>
                <a:ext cx="18300" cy="28650"/>
              </a:xfrm>
              <a:custGeom>
                <a:rect b="b" l="l" r="r" t="t"/>
                <a:pathLst>
                  <a:path extrusionOk="0" h="1146" w="732">
                    <a:moveTo>
                      <a:pt x="540" y="1"/>
                    </a:moveTo>
                    <a:cubicBezTo>
                      <a:pt x="354" y="1"/>
                      <a:pt x="1" y="1080"/>
                      <a:pt x="212" y="1143"/>
                    </a:cubicBezTo>
                    <a:cubicBezTo>
                      <a:pt x="218" y="1145"/>
                      <a:pt x="224" y="1145"/>
                      <a:pt x="230" y="1145"/>
                    </a:cubicBezTo>
                    <a:cubicBezTo>
                      <a:pt x="445" y="1145"/>
                      <a:pt x="731" y="55"/>
                      <a:pt x="554" y="3"/>
                    </a:cubicBezTo>
                    <a:cubicBezTo>
                      <a:pt x="549" y="1"/>
                      <a:pt x="545" y="1"/>
                      <a:pt x="5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1" name="Google Shape;691;p43"/>
              <p:cNvSpPr/>
              <p:nvPr/>
            </p:nvSpPr>
            <p:spPr>
              <a:xfrm>
                <a:off x="3711300" y="-509300"/>
                <a:ext cx="20825" cy="85950"/>
              </a:xfrm>
              <a:custGeom>
                <a:rect b="b" l="l" r="r" t="t"/>
                <a:pathLst>
                  <a:path extrusionOk="0" h="3438" w="833">
                    <a:moveTo>
                      <a:pt x="234" y="0"/>
                    </a:moveTo>
                    <a:cubicBezTo>
                      <a:pt x="210" y="0"/>
                      <a:pt x="186" y="14"/>
                      <a:pt x="181" y="43"/>
                    </a:cubicBezTo>
                    <a:cubicBezTo>
                      <a:pt x="1" y="1176"/>
                      <a:pt x="97" y="2423"/>
                      <a:pt x="719" y="3413"/>
                    </a:cubicBezTo>
                    <a:cubicBezTo>
                      <a:pt x="730" y="3430"/>
                      <a:pt x="745" y="3437"/>
                      <a:pt x="761" y="3437"/>
                    </a:cubicBezTo>
                    <a:cubicBezTo>
                      <a:pt x="796" y="3437"/>
                      <a:pt x="832" y="3402"/>
                      <a:pt x="813" y="3362"/>
                    </a:cubicBezTo>
                    <a:cubicBezTo>
                      <a:pt x="352" y="2321"/>
                      <a:pt x="276" y="1177"/>
                      <a:pt x="289" y="53"/>
                    </a:cubicBezTo>
                    <a:cubicBezTo>
                      <a:pt x="290" y="19"/>
                      <a:pt x="262" y="0"/>
                      <a:pt x="2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2" name="Google Shape;692;p43"/>
              <p:cNvSpPr/>
              <p:nvPr/>
            </p:nvSpPr>
            <p:spPr>
              <a:xfrm>
                <a:off x="3744275" y="-600250"/>
                <a:ext cx="118950" cy="28950"/>
              </a:xfrm>
              <a:custGeom>
                <a:rect b="b" l="l" r="r" t="t"/>
                <a:pathLst>
                  <a:path extrusionOk="0" h="1158" w="4758">
                    <a:moveTo>
                      <a:pt x="2615" y="0"/>
                    </a:moveTo>
                    <a:cubicBezTo>
                      <a:pt x="1640" y="0"/>
                      <a:pt x="676" y="334"/>
                      <a:pt x="34" y="1070"/>
                    </a:cubicBezTo>
                    <a:cubicBezTo>
                      <a:pt x="1" y="1108"/>
                      <a:pt x="39" y="1157"/>
                      <a:pt x="78" y="1157"/>
                    </a:cubicBezTo>
                    <a:cubicBezTo>
                      <a:pt x="90" y="1157"/>
                      <a:pt x="102" y="1153"/>
                      <a:pt x="113" y="1142"/>
                    </a:cubicBezTo>
                    <a:cubicBezTo>
                      <a:pt x="806" y="502"/>
                      <a:pt x="1733" y="223"/>
                      <a:pt x="2670" y="223"/>
                    </a:cubicBezTo>
                    <a:cubicBezTo>
                      <a:pt x="3356" y="223"/>
                      <a:pt x="4049" y="373"/>
                      <a:pt x="4658" y="641"/>
                    </a:cubicBezTo>
                    <a:cubicBezTo>
                      <a:pt x="4666" y="645"/>
                      <a:pt x="4674" y="646"/>
                      <a:pt x="4682" y="646"/>
                    </a:cubicBezTo>
                    <a:cubicBezTo>
                      <a:pt x="4729" y="646"/>
                      <a:pt x="4758" y="575"/>
                      <a:pt x="4710" y="546"/>
                    </a:cubicBezTo>
                    <a:cubicBezTo>
                      <a:pt x="4097" y="192"/>
                      <a:pt x="3353" y="0"/>
                      <a:pt x="26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93" name="Google Shape;693;p43"/>
            <p:cNvSpPr/>
            <p:nvPr/>
          </p:nvSpPr>
          <p:spPr>
            <a:xfrm rot="2945353">
              <a:off x="7605640" y="3531841"/>
              <a:ext cx="71909" cy="73138"/>
            </a:xfrm>
            <a:custGeom>
              <a:rect b="b" l="l" r="r" t="t"/>
              <a:pathLst>
                <a:path extrusionOk="0" h="2029" w="1995">
                  <a:moveTo>
                    <a:pt x="926" y="0"/>
                  </a:moveTo>
                  <a:cubicBezTo>
                    <a:pt x="860" y="0"/>
                    <a:pt x="790" y="11"/>
                    <a:pt x="716" y="34"/>
                  </a:cubicBezTo>
                  <a:cubicBezTo>
                    <a:pt x="0" y="255"/>
                    <a:pt x="108" y="2029"/>
                    <a:pt x="948" y="2029"/>
                  </a:cubicBezTo>
                  <a:cubicBezTo>
                    <a:pt x="994" y="2029"/>
                    <a:pt x="1042" y="2024"/>
                    <a:pt x="1093" y="2012"/>
                  </a:cubicBezTo>
                  <a:cubicBezTo>
                    <a:pt x="1994" y="1812"/>
                    <a:pt x="1791" y="0"/>
                    <a:pt x="9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94" name="Google Shape;694;p43"/>
            <p:cNvGrpSpPr/>
            <p:nvPr/>
          </p:nvGrpSpPr>
          <p:grpSpPr>
            <a:xfrm rot="-867606">
              <a:off x="7220580" y="3323850"/>
              <a:ext cx="102123" cy="361067"/>
              <a:chOff x="1825350" y="-685725"/>
              <a:chExt cx="102125" cy="361075"/>
            </a:xfrm>
          </p:grpSpPr>
          <p:sp>
            <p:nvSpPr>
              <p:cNvPr id="695" name="Google Shape;695;p43"/>
              <p:cNvSpPr/>
              <p:nvPr/>
            </p:nvSpPr>
            <p:spPr>
              <a:xfrm>
                <a:off x="1825350" y="-685725"/>
                <a:ext cx="102125" cy="361075"/>
              </a:xfrm>
              <a:custGeom>
                <a:rect b="b" l="l" r="r" t="t"/>
                <a:pathLst>
                  <a:path extrusionOk="0" h="14443" w="4085">
                    <a:moveTo>
                      <a:pt x="352" y="0"/>
                    </a:moveTo>
                    <a:cubicBezTo>
                      <a:pt x="350" y="0"/>
                      <a:pt x="348" y="0"/>
                      <a:pt x="346" y="1"/>
                    </a:cubicBezTo>
                    <a:cubicBezTo>
                      <a:pt x="1" y="49"/>
                      <a:pt x="1684" y="4346"/>
                      <a:pt x="1967" y="7674"/>
                    </a:cubicBezTo>
                    <a:cubicBezTo>
                      <a:pt x="2250" y="10993"/>
                      <a:pt x="556" y="14442"/>
                      <a:pt x="826" y="14442"/>
                    </a:cubicBezTo>
                    <a:cubicBezTo>
                      <a:pt x="826" y="14442"/>
                      <a:pt x="827" y="14442"/>
                      <a:pt x="828" y="14442"/>
                    </a:cubicBezTo>
                    <a:cubicBezTo>
                      <a:pt x="1106" y="14426"/>
                      <a:pt x="4013" y="10965"/>
                      <a:pt x="4049" y="7421"/>
                    </a:cubicBezTo>
                    <a:cubicBezTo>
                      <a:pt x="4084" y="3898"/>
                      <a:pt x="715" y="0"/>
                      <a:pt x="3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6" name="Google Shape;696;p43"/>
              <p:cNvSpPr/>
              <p:nvPr/>
            </p:nvSpPr>
            <p:spPr>
              <a:xfrm>
                <a:off x="1875075" y="-548750"/>
                <a:ext cx="11550" cy="112475"/>
              </a:xfrm>
              <a:custGeom>
                <a:rect b="b" l="l" r="r" t="t"/>
                <a:pathLst>
                  <a:path extrusionOk="0" h="4499" w="462">
                    <a:moveTo>
                      <a:pt x="101" y="1"/>
                    </a:moveTo>
                    <a:lnTo>
                      <a:pt x="1" y="24"/>
                    </a:lnTo>
                    <a:cubicBezTo>
                      <a:pt x="1" y="24"/>
                      <a:pt x="13" y="94"/>
                      <a:pt x="35" y="215"/>
                    </a:cubicBezTo>
                    <a:cubicBezTo>
                      <a:pt x="55" y="337"/>
                      <a:pt x="99" y="510"/>
                      <a:pt x="122" y="717"/>
                    </a:cubicBezTo>
                    <a:cubicBezTo>
                      <a:pt x="136" y="820"/>
                      <a:pt x="151" y="932"/>
                      <a:pt x="168" y="1051"/>
                    </a:cubicBezTo>
                    <a:cubicBezTo>
                      <a:pt x="186" y="1168"/>
                      <a:pt x="187" y="1296"/>
                      <a:pt x="202" y="1426"/>
                    </a:cubicBezTo>
                    <a:cubicBezTo>
                      <a:pt x="233" y="1686"/>
                      <a:pt x="232" y="1966"/>
                      <a:pt x="244" y="2244"/>
                    </a:cubicBezTo>
                    <a:cubicBezTo>
                      <a:pt x="243" y="2524"/>
                      <a:pt x="250" y="2804"/>
                      <a:pt x="233" y="3066"/>
                    </a:cubicBezTo>
                    <a:cubicBezTo>
                      <a:pt x="225" y="3328"/>
                      <a:pt x="210" y="3573"/>
                      <a:pt x="195" y="3784"/>
                    </a:cubicBezTo>
                    <a:cubicBezTo>
                      <a:pt x="165" y="4205"/>
                      <a:pt x="145" y="4485"/>
                      <a:pt x="145" y="4485"/>
                    </a:cubicBezTo>
                    <a:lnTo>
                      <a:pt x="246" y="4499"/>
                    </a:lnTo>
                    <a:cubicBezTo>
                      <a:pt x="246" y="4499"/>
                      <a:pt x="259" y="4429"/>
                      <a:pt x="281" y="4308"/>
                    </a:cubicBezTo>
                    <a:cubicBezTo>
                      <a:pt x="299" y="4185"/>
                      <a:pt x="340" y="4012"/>
                      <a:pt x="362" y="3800"/>
                    </a:cubicBezTo>
                    <a:cubicBezTo>
                      <a:pt x="386" y="3589"/>
                      <a:pt x="422" y="3343"/>
                      <a:pt x="435" y="3077"/>
                    </a:cubicBezTo>
                    <a:cubicBezTo>
                      <a:pt x="457" y="2811"/>
                      <a:pt x="455" y="2526"/>
                      <a:pt x="462" y="2241"/>
                    </a:cubicBezTo>
                    <a:cubicBezTo>
                      <a:pt x="446" y="1956"/>
                      <a:pt x="440" y="1672"/>
                      <a:pt x="404" y="1406"/>
                    </a:cubicBezTo>
                    <a:cubicBezTo>
                      <a:pt x="388" y="1274"/>
                      <a:pt x="379" y="1145"/>
                      <a:pt x="353" y="1024"/>
                    </a:cubicBezTo>
                    <a:cubicBezTo>
                      <a:pt x="329" y="902"/>
                      <a:pt x="307" y="789"/>
                      <a:pt x="286" y="682"/>
                    </a:cubicBezTo>
                    <a:cubicBezTo>
                      <a:pt x="251" y="470"/>
                      <a:pt x="186" y="307"/>
                      <a:pt x="157" y="187"/>
                    </a:cubicBezTo>
                    <a:cubicBezTo>
                      <a:pt x="121" y="68"/>
                      <a:pt x="101" y="1"/>
                      <a:pt x="1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44"/>
          <p:cNvSpPr/>
          <p:nvPr/>
        </p:nvSpPr>
        <p:spPr>
          <a:xfrm>
            <a:off x="4745588" y="1522575"/>
            <a:ext cx="3374400" cy="2742900"/>
          </a:xfrm>
          <a:prstGeom prst="round2DiagRect">
            <a:avLst>
              <a:gd fmla="val 26518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44"/>
          <p:cNvSpPr/>
          <p:nvPr/>
        </p:nvSpPr>
        <p:spPr>
          <a:xfrm>
            <a:off x="1024013" y="1522575"/>
            <a:ext cx="3374400" cy="2742900"/>
          </a:xfrm>
          <a:prstGeom prst="round2DiagRect">
            <a:avLst>
              <a:gd fmla="val 26518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44"/>
          <p:cNvSpPr txBox="1"/>
          <p:nvPr>
            <p:ph idx="1" type="subTitle"/>
          </p:nvPr>
        </p:nvSpPr>
        <p:spPr>
          <a:xfrm>
            <a:off x="694925" y="2359725"/>
            <a:ext cx="4032600" cy="146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434343"/>
                </a:solidFill>
              </a:rPr>
              <a:t>DETECTION</a:t>
            </a:r>
            <a:endParaRPr sz="3000">
              <a:solidFill>
                <a:srgbClr val="43434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434343"/>
                </a:solidFill>
              </a:rPr>
              <a:t> AND</a:t>
            </a:r>
            <a:endParaRPr sz="3000">
              <a:solidFill>
                <a:srgbClr val="43434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434343"/>
                </a:solidFill>
              </a:rPr>
              <a:t>CLASSIFICATION</a:t>
            </a:r>
            <a:endParaRPr sz="3000">
              <a:solidFill>
                <a:srgbClr val="434343"/>
              </a:solidFill>
            </a:endParaRPr>
          </a:p>
        </p:txBody>
      </p:sp>
      <p:sp>
        <p:nvSpPr>
          <p:cNvPr id="704" name="Google Shape;704;p44"/>
          <p:cNvSpPr txBox="1"/>
          <p:nvPr>
            <p:ph idx="2" type="subTitle"/>
          </p:nvPr>
        </p:nvSpPr>
        <p:spPr>
          <a:xfrm>
            <a:off x="4783550" y="2603175"/>
            <a:ext cx="3298500" cy="97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lt1"/>
                </a:solidFill>
              </a:rPr>
              <a:t>MEDICAL CHATBOT</a:t>
            </a:r>
            <a:endParaRPr sz="3500">
              <a:solidFill>
                <a:schemeClr val="lt1"/>
              </a:solidFill>
            </a:endParaRPr>
          </a:p>
        </p:txBody>
      </p:sp>
      <p:sp>
        <p:nvSpPr>
          <p:cNvPr id="705" name="Google Shape;705;p44"/>
          <p:cNvSpPr txBox="1"/>
          <p:nvPr>
            <p:ph type="title"/>
          </p:nvPr>
        </p:nvSpPr>
        <p:spPr>
          <a:xfrm>
            <a:off x="720000" y="413563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OUR WORK</a:t>
            </a:r>
            <a:endParaRPr>
              <a:solidFill>
                <a:schemeClr val="accent4"/>
              </a:solidFill>
            </a:endParaRPr>
          </a:p>
        </p:txBody>
      </p:sp>
      <p:grpSp>
        <p:nvGrpSpPr>
          <p:cNvPr id="706" name="Google Shape;706;p44"/>
          <p:cNvGrpSpPr/>
          <p:nvPr/>
        </p:nvGrpSpPr>
        <p:grpSpPr>
          <a:xfrm>
            <a:off x="8010754" y="285278"/>
            <a:ext cx="798645" cy="829277"/>
            <a:chOff x="8010754" y="285278"/>
            <a:chExt cx="798645" cy="829277"/>
          </a:xfrm>
        </p:grpSpPr>
        <p:grpSp>
          <p:nvGrpSpPr>
            <p:cNvPr id="707" name="Google Shape;707;p44"/>
            <p:cNvGrpSpPr/>
            <p:nvPr/>
          </p:nvGrpSpPr>
          <p:grpSpPr>
            <a:xfrm>
              <a:off x="8010754" y="647343"/>
              <a:ext cx="178951" cy="168060"/>
              <a:chOff x="1833125" y="-1256125"/>
              <a:chExt cx="283150" cy="265875"/>
            </a:xfrm>
          </p:grpSpPr>
          <p:sp>
            <p:nvSpPr>
              <p:cNvPr id="708" name="Google Shape;708;p44"/>
              <p:cNvSpPr/>
              <p:nvPr/>
            </p:nvSpPr>
            <p:spPr>
              <a:xfrm>
                <a:off x="1833125" y="-1256125"/>
                <a:ext cx="283150" cy="265875"/>
              </a:xfrm>
              <a:custGeom>
                <a:rect b="b" l="l" r="r" t="t"/>
                <a:pathLst>
                  <a:path extrusionOk="0" h="10635" w="11326">
                    <a:moveTo>
                      <a:pt x="4274" y="1"/>
                    </a:moveTo>
                    <a:cubicBezTo>
                      <a:pt x="4225" y="1"/>
                      <a:pt x="4179" y="10"/>
                      <a:pt x="4137" y="29"/>
                    </a:cubicBezTo>
                    <a:cubicBezTo>
                      <a:pt x="3416" y="349"/>
                      <a:pt x="3871" y="3263"/>
                      <a:pt x="3687" y="3430"/>
                    </a:cubicBezTo>
                    <a:cubicBezTo>
                      <a:pt x="3504" y="3598"/>
                      <a:pt x="1" y="3518"/>
                      <a:pt x="1" y="4388"/>
                    </a:cubicBezTo>
                    <a:cubicBezTo>
                      <a:pt x="2" y="4908"/>
                      <a:pt x="3404" y="6362"/>
                      <a:pt x="3422" y="6664"/>
                    </a:cubicBezTo>
                    <a:cubicBezTo>
                      <a:pt x="3438" y="6966"/>
                      <a:pt x="3258" y="10635"/>
                      <a:pt x="4044" y="10635"/>
                    </a:cubicBezTo>
                    <a:cubicBezTo>
                      <a:pt x="4044" y="10635"/>
                      <a:pt x="4044" y="10635"/>
                      <a:pt x="4044" y="10635"/>
                    </a:cubicBezTo>
                    <a:cubicBezTo>
                      <a:pt x="4697" y="10634"/>
                      <a:pt x="6170" y="7986"/>
                      <a:pt x="6421" y="7936"/>
                    </a:cubicBezTo>
                    <a:cubicBezTo>
                      <a:pt x="6425" y="7935"/>
                      <a:pt x="6430" y="7934"/>
                      <a:pt x="6436" y="7934"/>
                    </a:cubicBezTo>
                    <a:cubicBezTo>
                      <a:pt x="6734" y="7934"/>
                      <a:pt x="9058" y="9063"/>
                      <a:pt x="9794" y="9063"/>
                    </a:cubicBezTo>
                    <a:cubicBezTo>
                      <a:pt x="9887" y="9063"/>
                      <a:pt x="9955" y="9045"/>
                      <a:pt x="9990" y="9004"/>
                    </a:cubicBezTo>
                    <a:cubicBezTo>
                      <a:pt x="10308" y="8635"/>
                      <a:pt x="8597" y="5756"/>
                      <a:pt x="8831" y="5405"/>
                    </a:cubicBezTo>
                    <a:cubicBezTo>
                      <a:pt x="9065" y="5051"/>
                      <a:pt x="11325" y="2420"/>
                      <a:pt x="11107" y="1984"/>
                    </a:cubicBezTo>
                    <a:cubicBezTo>
                      <a:pt x="11064" y="1899"/>
                      <a:pt x="10881" y="1865"/>
                      <a:pt x="10613" y="1865"/>
                    </a:cubicBezTo>
                    <a:cubicBezTo>
                      <a:pt x="9595" y="1865"/>
                      <a:pt x="7345" y="2350"/>
                      <a:pt x="6826" y="2350"/>
                    </a:cubicBezTo>
                    <a:cubicBezTo>
                      <a:pt x="6784" y="2350"/>
                      <a:pt x="6753" y="2347"/>
                      <a:pt x="6735" y="2340"/>
                    </a:cubicBezTo>
                    <a:cubicBezTo>
                      <a:pt x="6467" y="2230"/>
                      <a:pt x="5042" y="1"/>
                      <a:pt x="427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9" name="Google Shape;709;p44"/>
              <p:cNvSpPr/>
              <p:nvPr/>
            </p:nvSpPr>
            <p:spPr>
              <a:xfrm>
                <a:off x="1926950" y="-1092125"/>
                <a:ext cx="9850" cy="43675"/>
              </a:xfrm>
              <a:custGeom>
                <a:rect b="b" l="l" r="r" t="t"/>
                <a:pathLst>
                  <a:path extrusionOk="0" h="1747" w="394">
                    <a:moveTo>
                      <a:pt x="227" y="1"/>
                    </a:moveTo>
                    <a:cubicBezTo>
                      <a:pt x="227" y="1"/>
                      <a:pt x="183" y="103"/>
                      <a:pt x="135" y="267"/>
                    </a:cubicBezTo>
                    <a:cubicBezTo>
                      <a:pt x="84" y="429"/>
                      <a:pt x="41" y="654"/>
                      <a:pt x="0" y="878"/>
                    </a:cubicBezTo>
                    <a:cubicBezTo>
                      <a:pt x="6" y="1095"/>
                      <a:pt x="16" y="1313"/>
                      <a:pt x="41" y="1475"/>
                    </a:cubicBezTo>
                    <a:cubicBezTo>
                      <a:pt x="63" y="1639"/>
                      <a:pt x="92" y="1747"/>
                      <a:pt x="92" y="1747"/>
                    </a:cubicBezTo>
                    <a:lnTo>
                      <a:pt x="252" y="1746"/>
                    </a:lnTo>
                    <a:cubicBezTo>
                      <a:pt x="252" y="1746"/>
                      <a:pt x="281" y="1637"/>
                      <a:pt x="302" y="1474"/>
                    </a:cubicBezTo>
                    <a:cubicBezTo>
                      <a:pt x="325" y="1311"/>
                      <a:pt x="333" y="1093"/>
                      <a:pt x="338" y="876"/>
                    </a:cubicBezTo>
                    <a:cubicBezTo>
                      <a:pt x="366" y="672"/>
                      <a:pt x="390" y="468"/>
                      <a:pt x="391" y="308"/>
                    </a:cubicBezTo>
                    <a:cubicBezTo>
                      <a:pt x="393" y="151"/>
                      <a:pt x="382" y="38"/>
                      <a:pt x="382" y="38"/>
                    </a:cubicBezTo>
                    <a:lnTo>
                      <a:pt x="2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" name="Google Shape;710;p44"/>
              <p:cNvSpPr/>
              <p:nvPr/>
            </p:nvSpPr>
            <p:spPr>
              <a:xfrm>
                <a:off x="1994950" y="-1081800"/>
                <a:ext cx="52675" cy="25025"/>
              </a:xfrm>
              <a:custGeom>
                <a:rect b="b" l="l" r="r" t="t"/>
                <a:pathLst>
                  <a:path extrusionOk="0" h="1001" w="2107">
                    <a:moveTo>
                      <a:pt x="62" y="1"/>
                    </a:moveTo>
                    <a:lnTo>
                      <a:pt x="0" y="148"/>
                    </a:lnTo>
                    <a:cubicBezTo>
                      <a:pt x="0" y="148"/>
                      <a:pt x="117" y="228"/>
                      <a:pt x="301" y="327"/>
                    </a:cubicBezTo>
                    <a:cubicBezTo>
                      <a:pt x="483" y="429"/>
                      <a:pt x="735" y="545"/>
                      <a:pt x="989" y="656"/>
                    </a:cubicBezTo>
                    <a:cubicBezTo>
                      <a:pt x="1246" y="758"/>
                      <a:pt x="1505" y="856"/>
                      <a:pt x="1706" y="914"/>
                    </a:cubicBezTo>
                    <a:cubicBezTo>
                      <a:pt x="1906" y="974"/>
                      <a:pt x="2045" y="1000"/>
                      <a:pt x="2045" y="1000"/>
                    </a:cubicBezTo>
                    <a:lnTo>
                      <a:pt x="2106" y="853"/>
                    </a:lnTo>
                    <a:cubicBezTo>
                      <a:pt x="2106" y="853"/>
                      <a:pt x="1990" y="773"/>
                      <a:pt x="1806" y="673"/>
                    </a:cubicBezTo>
                    <a:cubicBezTo>
                      <a:pt x="1624" y="571"/>
                      <a:pt x="1372" y="456"/>
                      <a:pt x="1119" y="345"/>
                    </a:cubicBezTo>
                    <a:cubicBezTo>
                      <a:pt x="860" y="243"/>
                      <a:pt x="602" y="145"/>
                      <a:pt x="401" y="88"/>
                    </a:cubicBezTo>
                    <a:cubicBezTo>
                      <a:pt x="200" y="28"/>
                      <a:pt x="62" y="1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1" name="Google Shape;711;p44"/>
            <p:cNvGrpSpPr/>
            <p:nvPr/>
          </p:nvGrpSpPr>
          <p:grpSpPr>
            <a:xfrm>
              <a:off x="8225012" y="785413"/>
              <a:ext cx="305661" cy="329142"/>
              <a:chOff x="5937634" y="3212099"/>
              <a:chExt cx="281975" cy="303637"/>
            </a:xfrm>
          </p:grpSpPr>
          <p:sp>
            <p:nvSpPr>
              <p:cNvPr id="712" name="Google Shape;712;p44"/>
              <p:cNvSpPr/>
              <p:nvPr/>
            </p:nvSpPr>
            <p:spPr>
              <a:xfrm>
                <a:off x="5937634" y="3212099"/>
                <a:ext cx="281975" cy="303637"/>
              </a:xfrm>
              <a:custGeom>
                <a:rect b="b" l="l" r="r" t="t"/>
                <a:pathLst>
                  <a:path extrusionOk="0" h="7261" w="6743">
                    <a:moveTo>
                      <a:pt x="3951" y="0"/>
                    </a:moveTo>
                    <a:cubicBezTo>
                      <a:pt x="3856" y="0"/>
                      <a:pt x="3789" y="10"/>
                      <a:pt x="3762" y="27"/>
                    </a:cubicBezTo>
                    <a:cubicBezTo>
                      <a:pt x="3549" y="150"/>
                      <a:pt x="3421" y="1002"/>
                      <a:pt x="3421" y="1002"/>
                    </a:cubicBezTo>
                    <a:cubicBezTo>
                      <a:pt x="3421" y="1002"/>
                      <a:pt x="3282" y="27"/>
                      <a:pt x="2892" y="27"/>
                    </a:cubicBezTo>
                    <a:cubicBezTo>
                      <a:pt x="2502" y="27"/>
                      <a:pt x="426" y="80"/>
                      <a:pt x="213" y="3202"/>
                    </a:cubicBezTo>
                    <a:cubicBezTo>
                      <a:pt x="0" y="6324"/>
                      <a:pt x="1952" y="7123"/>
                      <a:pt x="2449" y="7212"/>
                    </a:cubicBezTo>
                    <a:cubicBezTo>
                      <a:pt x="2562" y="7232"/>
                      <a:pt x="2672" y="7242"/>
                      <a:pt x="2776" y="7242"/>
                    </a:cubicBezTo>
                    <a:cubicBezTo>
                      <a:pt x="3126" y="7242"/>
                      <a:pt x="3397" y="7125"/>
                      <a:pt x="3425" y="6893"/>
                    </a:cubicBezTo>
                    <a:cubicBezTo>
                      <a:pt x="3460" y="6591"/>
                      <a:pt x="3495" y="5810"/>
                      <a:pt x="3549" y="5810"/>
                    </a:cubicBezTo>
                    <a:cubicBezTo>
                      <a:pt x="3602" y="5810"/>
                      <a:pt x="3564" y="6813"/>
                      <a:pt x="3619" y="6964"/>
                    </a:cubicBezTo>
                    <a:cubicBezTo>
                      <a:pt x="3686" y="7142"/>
                      <a:pt x="3993" y="7260"/>
                      <a:pt x="4402" y="7260"/>
                    </a:cubicBezTo>
                    <a:cubicBezTo>
                      <a:pt x="4652" y="7260"/>
                      <a:pt x="4939" y="7216"/>
                      <a:pt x="5232" y="7114"/>
                    </a:cubicBezTo>
                    <a:cubicBezTo>
                      <a:pt x="6031" y="6835"/>
                      <a:pt x="6743" y="5650"/>
                      <a:pt x="6636" y="2883"/>
                    </a:cubicBezTo>
                    <a:cubicBezTo>
                      <a:pt x="6543" y="472"/>
                      <a:pt x="4594" y="0"/>
                      <a:pt x="395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3" name="Google Shape;713;p44"/>
              <p:cNvSpPr/>
              <p:nvPr/>
            </p:nvSpPr>
            <p:spPr>
              <a:xfrm>
                <a:off x="6078057" y="3277251"/>
                <a:ext cx="12796" cy="153010"/>
              </a:xfrm>
              <a:custGeom>
                <a:rect b="b" l="l" r="r" t="t"/>
                <a:pathLst>
                  <a:path extrusionOk="0" h="3659" w="306">
                    <a:moveTo>
                      <a:pt x="30" y="1"/>
                    </a:moveTo>
                    <a:cubicBezTo>
                      <a:pt x="30" y="1"/>
                      <a:pt x="29" y="1"/>
                      <a:pt x="28" y="1"/>
                    </a:cubicBezTo>
                    <a:cubicBezTo>
                      <a:pt x="12" y="3"/>
                      <a:pt x="0" y="17"/>
                      <a:pt x="1" y="33"/>
                    </a:cubicBezTo>
                    <a:cubicBezTo>
                      <a:pt x="109" y="1214"/>
                      <a:pt x="235" y="2446"/>
                      <a:pt x="161" y="3628"/>
                    </a:cubicBezTo>
                    <a:cubicBezTo>
                      <a:pt x="160" y="3648"/>
                      <a:pt x="175" y="3659"/>
                      <a:pt x="191" y="3659"/>
                    </a:cubicBezTo>
                    <a:cubicBezTo>
                      <a:pt x="205" y="3659"/>
                      <a:pt x="218" y="3651"/>
                      <a:pt x="220" y="3635"/>
                    </a:cubicBezTo>
                    <a:cubicBezTo>
                      <a:pt x="266" y="3335"/>
                      <a:pt x="286" y="3032"/>
                      <a:pt x="293" y="2730"/>
                    </a:cubicBezTo>
                    <a:cubicBezTo>
                      <a:pt x="306" y="2125"/>
                      <a:pt x="263" y="1521"/>
                      <a:pt x="192" y="921"/>
                    </a:cubicBezTo>
                    <a:cubicBezTo>
                      <a:pt x="157" y="622"/>
                      <a:pt x="111" y="323"/>
                      <a:pt x="61" y="26"/>
                    </a:cubicBezTo>
                    <a:cubicBezTo>
                      <a:pt x="58" y="11"/>
                      <a:pt x="45" y="1"/>
                      <a:pt x="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4" name="Google Shape;714;p44"/>
              <p:cNvSpPr/>
              <p:nvPr/>
            </p:nvSpPr>
            <p:spPr>
              <a:xfrm>
                <a:off x="5989571" y="3235810"/>
                <a:ext cx="82255" cy="37259"/>
              </a:xfrm>
              <a:custGeom>
                <a:rect b="b" l="l" r="r" t="t"/>
                <a:pathLst>
                  <a:path extrusionOk="0" h="891" w="1967">
                    <a:moveTo>
                      <a:pt x="634" y="0"/>
                    </a:moveTo>
                    <a:cubicBezTo>
                      <a:pt x="296" y="0"/>
                      <a:pt x="1" y="487"/>
                      <a:pt x="250" y="766"/>
                    </a:cubicBezTo>
                    <a:cubicBezTo>
                      <a:pt x="342" y="855"/>
                      <a:pt x="434" y="890"/>
                      <a:pt x="526" y="890"/>
                    </a:cubicBezTo>
                    <a:cubicBezTo>
                      <a:pt x="883" y="890"/>
                      <a:pt x="1230" y="351"/>
                      <a:pt x="1524" y="351"/>
                    </a:cubicBezTo>
                    <a:cubicBezTo>
                      <a:pt x="1664" y="351"/>
                      <a:pt x="1793" y="473"/>
                      <a:pt x="1905" y="833"/>
                    </a:cubicBezTo>
                    <a:cubicBezTo>
                      <a:pt x="1910" y="846"/>
                      <a:pt x="1921" y="854"/>
                      <a:pt x="1933" y="854"/>
                    </a:cubicBezTo>
                    <a:cubicBezTo>
                      <a:pt x="1936" y="854"/>
                      <a:pt x="1938" y="854"/>
                      <a:pt x="1940" y="853"/>
                    </a:cubicBezTo>
                    <a:cubicBezTo>
                      <a:pt x="1957" y="850"/>
                      <a:pt x="1966" y="834"/>
                      <a:pt x="1963" y="818"/>
                    </a:cubicBezTo>
                    <a:cubicBezTo>
                      <a:pt x="1930" y="678"/>
                      <a:pt x="1889" y="537"/>
                      <a:pt x="1802" y="409"/>
                    </a:cubicBezTo>
                    <a:cubicBezTo>
                      <a:pt x="1725" y="292"/>
                      <a:pt x="1627" y="248"/>
                      <a:pt x="1524" y="248"/>
                    </a:cubicBezTo>
                    <a:cubicBezTo>
                      <a:pt x="1339" y="248"/>
                      <a:pt x="1135" y="389"/>
                      <a:pt x="995" y="504"/>
                    </a:cubicBezTo>
                    <a:cubicBezTo>
                      <a:pt x="857" y="603"/>
                      <a:pt x="685" y="769"/>
                      <a:pt x="521" y="769"/>
                    </a:cubicBezTo>
                    <a:cubicBezTo>
                      <a:pt x="458" y="769"/>
                      <a:pt x="396" y="745"/>
                      <a:pt x="338" y="685"/>
                    </a:cubicBezTo>
                    <a:cubicBezTo>
                      <a:pt x="170" y="500"/>
                      <a:pt x="358" y="153"/>
                      <a:pt x="579" y="96"/>
                    </a:cubicBezTo>
                    <a:cubicBezTo>
                      <a:pt x="603" y="88"/>
                      <a:pt x="628" y="84"/>
                      <a:pt x="653" y="84"/>
                    </a:cubicBezTo>
                    <a:cubicBezTo>
                      <a:pt x="751" y="84"/>
                      <a:pt x="847" y="141"/>
                      <a:pt x="918" y="224"/>
                    </a:cubicBezTo>
                    <a:cubicBezTo>
                      <a:pt x="923" y="230"/>
                      <a:pt x="931" y="234"/>
                      <a:pt x="940" y="234"/>
                    </a:cubicBezTo>
                    <a:cubicBezTo>
                      <a:pt x="946" y="234"/>
                      <a:pt x="952" y="232"/>
                      <a:pt x="958" y="227"/>
                    </a:cubicBezTo>
                    <a:cubicBezTo>
                      <a:pt x="971" y="217"/>
                      <a:pt x="973" y="199"/>
                      <a:pt x="964" y="186"/>
                    </a:cubicBezTo>
                    <a:cubicBezTo>
                      <a:pt x="918" y="127"/>
                      <a:pt x="863" y="72"/>
                      <a:pt x="792" y="38"/>
                    </a:cubicBezTo>
                    <a:cubicBezTo>
                      <a:pt x="739" y="12"/>
                      <a:pt x="686" y="0"/>
                      <a:pt x="6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5" name="Google Shape;715;p44"/>
              <p:cNvSpPr/>
              <p:nvPr/>
            </p:nvSpPr>
            <p:spPr>
              <a:xfrm>
                <a:off x="5959546" y="3290381"/>
                <a:ext cx="121229" cy="53317"/>
              </a:xfrm>
              <a:custGeom>
                <a:rect b="b" l="l" r="r" t="t"/>
                <a:pathLst>
                  <a:path extrusionOk="0" h="1275" w="2899">
                    <a:moveTo>
                      <a:pt x="601" y="0"/>
                    </a:moveTo>
                    <a:cubicBezTo>
                      <a:pt x="428" y="0"/>
                      <a:pt x="238" y="103"/>
                      <a:pt x="19" y="371"/>
                    </a:cubicBezTo>
                    <a:cubicBezTo>
                      <a:pt x="0" y="392"/>
                      <a:pt x="22" y="419"/>
                      <a:pt x="44" y="419"/>
                    </a:cubicBezTo>
                    <a:cubicBezTo>
                      <a:pt x="51" y="419"/>
                      <a:pt x="59" y="416"/>
                      <a:pt x="65" y="409"/>
                    </a:cubicBezTo>
                    <a:cubicBezTo>
                      <a:pt x="190" y="279"/>
                      <a:pt x="336" y="140"/>
                      <a:pt x="515" y="105"/>
                    </a:cubicBezTo>
                    <a:cubicBezTo>
                      <a:pt x="540" y="100"/>
                      <a:pt x="564" y="97"/>
                      <a:pt x="588" y="97"/>
                    </a:cubicBezTo>
                    <a:cubicBezTo>
                      <a:pt x="735" y="97"/>
                      <a:pt x="871" y="191"/>
                      <a:pt x="982" y="304"/>
                    </a:cubicBezTo>
                    <a:cubicBezTo>
                      <a:pt x="1322" y="632"/>
                      <a:pt x="1554" y="1172"/>
                      <a:pt x="2067" y="1272"/>
                    </a:cubicBezTo>
                    <a:cubicBezTo>
                      <a:pt x="2096" y="1274"/>
                      <a:pt x="2124" y="1275"/>
                      <a:pt x="2153" y="1275"/>
                    </a:cubicBezTo>
                    <a:cubicBezTo>
                      <a:pt x="2340" y="1275"/>
                      <a:pt x="2524" y="1228"/>
                      <a:pt x="2653" y="1078"/>
                    </a:cubicBezTo>
                    <a:cubicBezTo>
                      <a:pt x="2899" y="770"/>
                      <a:pt x="2393" y="246"/>
                      <a:pt x="2103" y="246"/>
                    </a:cubicBezTo>
                    <a:cubicBezTo>
                      <a:pt x="1977" y="246"/>
                      <a:pt x="1892" y="346"/>
                      <a:pt x="1929" y="607"/>
                    </a:cubicBezTo>
                    <a:cubicBezTo>
                      <a:pt x="1931" y="624"/>
                      <a:pt x="1944" y="632"/>
                      <a:pt x="1958" y="632"/>
                    </a:cubicBezTo>
                    <a:cubicBezTo>
                      <a:pt x="1974" y="632"/>
                      <a:pt x="1991" y="620"/>
                      <a:pt x="1987" y="598"/>
                    </a:cubicBezTo>
                    <a:cubicBezTo>
                      <a:pt x="1962" y="404"/>
                      <a:pt x="2017" y="329"/>
                      <a:pt x="2105" y="329"/>
                    </a:cubicBezTo>
                    <a:cubicBezTo>
                      <a:pt x="2323" y="329"/>
                      <a:pt x="2738" y="795"/>
                      <a:pt x="2560" y="1008"/>
                    </a:cubicBezTo>
                    <a:cubicBezTo>
                      <a:pt x="2419" y="1116"/>
                      <a:pt x="2291" y="1161"/>
                      <a:pt x="2171" y="1161"/>
                    </a:cubicBezTo>
                    <a:cubicBezTo>
                      <a:pt x="1562" y="1161"/>
                      <a:pt x="1180" y="0"/>
                      <a:pt x="6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6" name="Google Shape;716;p44"/>
              <p:cNvSpPr/>
              <p:nvPr/>
            </p:nvSpPr>
            <p:spPr>
              <a:xfrm>
                <a:off x="5972343" y="3360467"/>
                <a:ext cx="99902" cy="101240"/>
              </a:xfrm>
              <a:custGeom>
                <a:rect b="b" l="l" r="r" t="t"/>
                <a:pathLst>
                  <a:path extrusionOk="0" h="2421" w="2389">
                    <a:moveTo>
                      <a:pt x="1342" y="0"/>
                    </a:moveTo>
                    <a:cubicBezTo>
                      <a:pt x="1025" y="0"/>
                      <a:pt x="755" y="101"/>
                      <a:pt x="718" y="395"/>
                    </a:cubicBezTo>
                    <a:cubicBezTo>
                      <a:pt x="739" y="883"/>
                      <a:pt x="1157" y="1199"/>
                      <a:pt x="1472" y="1510"/>
                    </a:cubicBezTo>
                    <a:cubicBezTo>
                      <a:pt x="1572" y="1612"/>
                      <a:pt x="1652" y="1726"/>
                      <a:pt x="1634" y="1847"/>
                    </a:cubicBezTo>
                    <a:cubicBezTo>
                      <a:pt x="1620" y="1910"/>
                      <a:pt x="1593" y="1971"/>
                      <a:pt x="1559" y="2026"/>
                    </a:cubicBezTo>
                    <a:cubicBezTo>
                      <a:pt x="1460" y="2217"/>
                      <a:pt x="1241" y="2300"/>
                      <a:pt x="1004" y="2300"/>
                    </a:cubicBezTo>
                    <a:cubicBezTo>
                      <a:pt x="585" y="2300"/>
                      <a:pt x="108" y="2041"/>
                      <a:pt x="124" y="1662"/>
                    </a:cubicBezTo>
                    <a:cubicBezTo>
                      <a:pt x="128" y="1423"/>
                      <a:pt x="308" y="1311"/>
                      <a:pt x="479" y="1311"/>
                    </a:cubicBezTo>
                    <a:cubicBezTo>
                      <a:pt x="679" y="1311"/>
                      <a:pt x="867" y="1466"/>
                      <a:pt x="740" y="1752"/>
                    </a:cubicBezTo>
                    <a:cubicBezTo>
                      <a:pt x="731" y="1768"/>
                      <a:pt x="738" y="1789"/>
                      <a:pt x="755" y="1796"/>
                    </a:cubicBezTo>
                    <a:cubicBezTo>
                      <a:pt x="758" y="1797"/>
                      <a:pt x="761" y="1797"/>
                      <a:pt x="764" y="1797"/>
                    </a:cubicBezTo>
                    <a:cubicBezTo>
                      <a:pt x="807" y="1797"/>
                      <a:pt x="819" y="1701"/>
                      <a:pt x="835" y="1668"/>
                    </a:cubicBezTo>
                    <a:cubicBezTo>
                      <a:pt x="868" y="1550"/>
                      <a:pt x="841" y="1412"/>
                      <a:pt x="743" y="1329"/>
                    </a:cubicBezTo>
                    <a:cubicBezTo>
                      <a:pt x="660" y="1255"/>
                      <a:pt x="563" y="1222"/>
                      <a:pt x="467" y="1222"/>
                    </a:cubicBezTo>
                    <a:cubicBezTo>
                      <a:pt x="244" y="1222"/>
                      <a:pt x="29" y="1401"/>
                      <a:pt x="23" y="1655"/>
                    </a:cubicBezTo>
                    <a:cubicBezTo>
                      <a:pt x="0" y="2117"/>
                      <a:pt x="528" y="2420"/>
                      <a:pt x="1005" y="2420"/>
                    </a:cubicBezTo>
                    <a:cubicBezTo>
                      <a:pt x="1279" y="2420"/>
                      <a:pt x="1536" y="2321"/>
                      <a:pt x="1663" y="2094"/>
                    </a:cubicBezTo>
                    <a:cubicBezTo>
                      <a:pt x="2045" y="1529"/>
                      <a:pt x="1174" y="1230"/>
                      <a:pt x="965" y="784"/>
                    </a:cubicBezTo>
                    <a:cubicBezTo>
                      <a:pt x="633" y="266"/>
                      <a:pt x="962" y="98"/>
                      <a:pt x="1394" y="98"/>
                    </a:cubicBezTo>
                    <a:cubicBezTo>
                      <a:pt x="1732" y="98"/>
                      <a:pt x="2134" y="201"/>
                      <a:pt x="2331" y="319"/>
                    </a:cubicBezTo>
                    <a:cubicBezTo>
                      <a:pt x="2336" y="322"/>
                      <a:pt x="2341" y="323"/>
                      <a:pt x="2346" y="323"/>
                    </a:cubicBezTo>
                    <a:cubicBezTo>
                      <a:pt x="2372" y="323"/>
                      <a:pt x="2389" y="284"/>
                      <a:pt x="2361" y="267"/>
                    </a:cubicBezTo>
                    <a:cubicBezTo>
                      <a:pt x="2160" y="142"/>
                      <a:pt x="1718" y="0"/>
                      <a:pt x="13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7" name="Google Shape;717;p44"/>
              <p:cNvSpPr/>
              <p:nvPr/>
            </p:nvSpPr>
            <p:spPr>
              <a:xfrm>
                <a:off x="6097921" y="3235851"/>
                <a:ext cx="82046" cy="37218"/>
              </a:xfrm>
              <a:custGeom>
                <a:rect b="b" l="l" r="r" t="t"/>
                <a:pathLst>
                  <a:path extrusionOk="0" h="890" w="1962">
                    <a:moveTo>
                      <a:pt x="1314" y="0"/>
                    </a:moveTo>
                    <a:cubicBezTo>
                      <a:pt x="1202" y="0"/>
                      <a:pt x="1088" y="54"/>
                      <a:pt x="998" y="185"/>
                    </a:cubicBezTo>
                    <a:cubicBezTo>
                      <a:pt x="981" y="206"/>
                      <a:pt x="1002" y="233"/>
                      <a:pt x="1023" y="233"/>
                    </a:cubicBezTo>
                    <a:cubicBezTo>
                      <a:pt x="1031" y="233"/>
                      <a:pt x="1038" y="230"/>
                      <a:pt x="1045" y="223"/>
                    </a:cubicBezTo>
                    <a:cubicBezTo>
                      <a:pt x="1113" y="140"/>
                      <a:pt x="1210" y="83"/>
                      <a:pt x="1307" y="83"/>
                    </a:cubicBezTo>
                    <a:cubicBezTo>
                      <a:pt x="1332" y="83"/>
                      <a:pt x="1356" y="87"/>
                      <a:pt x="1381" y="95"/>
                    </a:cubicBezTo>
                    <a:cubicBezTo>
                      <a:pt x="1601" y="154"/>
                      <a:pt x="1784" y="499"/>
                      <a:pt x="1620" y="684"/>
                    </a:cubicBezTo>
                    <a:cubicBezTo>
                      <a:pt x="1562" y="744"/>
                      <a:pt x="1501" y="768"/>
                      <a:pt x="1439" y="768"/>
                    </a:cubicBezTo>
                    <a:cubicBezTo>
                      <a:pt x="1275" y="768"/>
                      <a:pt x="1104" y="602"/>
                      <a:pt x="967" y="503"/>
                    </a:cubicBezTo>
                    <a:cubicBezTo>
                      <a:pt x="768" y="335"/>
                      <a:pt x="595" y="248"/>
                      <a:pt x="451" y="248"/>
                    </a:cubicBezTo>
                    <a:cubicBezTo>
                      <a:pt x="239" y="248"/>
                      <a:pt x="88" y="434"/>
                      <a:pt x="6" y="817"/>
                    </a:cubicBezTo>
                    <a:cubicBezTo>
                      <a:pt x="1" y="839"/>
                      <a:pt x="19" y="853"/>
                      <a:pt x="36" y="853"/>
                    </a:cubicBezTo>
                    <a:cubicBezTo>
                      <a:pt x="48" y="853"/>
                      <a:pt x="59" y="846"/>
                      <a:pt x="63" y="832"/>
                    </a:cubicBezTo>
                    <a:cubicBezTo>
                      <a:pt x="175" y="472"/>
                      <a:pt x="302" y="350"/>
                      <a:pt x="441" y="350"/>
                    </a:cubicBezTo>
                    <a:cubicBezTo>
                      <a:pt x="734" y="350"/>
                      <a:pt x="1078" y="889"/>
                      <a:pt x="1433" y="889"/>
                    </a:cubicBezTo>
                    <a:cubicBezTo>
                      <a:pt x="1524" y="889"/>
                      <a:pt x="1616" y="854"/>
                      <a:pt x="1708" y="764"/>
                    </a:cubicBezTo>
                    <a:cubicBezTo>
                      <a:pt x="1962" y="447"/>
                      <a:pt x="1640" y="0"/>
                      <a:pt x="13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8" name="Google Shape;718;p44"/>
              <p:cNvSpPr/>
              <p:nvPr/>
            </p:nvSpPr>
            <p:spPr>
              <a:xfrm>
                <a:off x="6088177" y="3290716"/>
                <a:ext cx="121313" cy="53108"/>
              </a:xfrm>
              <a:custGeom>
                <a:rect b="b" l="l" r="r" t="t"/>
                <a:pathLst>
                  <a:path extrusionOk="0" h="1270" w="2901">
                    <a:moveTo>
                      <a:pt x="2318" y="0"/>
                    </a:moveTo>
                    <a:cubicBezTo>
                      <a:pt x="1657" y="0"/>
                      <a:pt x="1408" y="1147"/>
                      <a:pt x="750" y="1147"/>
                    </a:cubicBezTo>
                    <a:cubicBezTo>
                      <a:pt x="694" y="1147"/>
                      <a:pt x="634" y="1139"/>
                      <a:pt x="571" y="1120"/>
                    </a:cubicBezTo>
                    <a:cubicBezTo>
                      <a:pt x="1" y="997"/>
                      <a:pt x="548" y="321"/>
                      <a:pt x="811" y="321"/>
                    </a:cubicBezTo>
                    <a:cubicBezTo>
                      <a:pt x="899" y="321"/>
                      <a:pt x="955" y="396"/>
                      <a:pt x="928" y="590"/>
                    </a:cubicBezTo>
                    <a:cubicBezTo>
                      <a:pt x="925" y="612"/>
                      <a:pt x="942" y="624"/>
                      <a:pt x="958" y="624"/>
                    </a:cubicBezTo>
                    <a:cubicBezTo>
                      <a:pt x="972" y="624"/>
                      <a:pt x="985" y="616"/>
                      <a:pt x="987" y="599"/>
                    </a:cubicBezTo>
                    <a:cubicBezTo>
                      <a:pt x="1023" y="337"/>
                      <a:pt x="939" y="237"/>
                      <a:pt x="813" y="237"/>
                    </a:cubicBezTo>
                    <a:cubicBezTo>
                      <a:pt x="526" y="237"/>
                      <a:pt x="25" y="760"/>
                      <a:pt x="266" y="1068"/>
                    </a:cubicBezTo>
                    <a:cubicBezTo>
                      <a:pt x="385" y="1204"/>
                      <a:pt x="562" y="1269"/>
                      <a:pt x="740" y="1269"/>
                    </a:cubicBezTo>
                    <a:cubicBezTo>
                      <a:pt x="882" y="1269"/>
                      <a:pt x="1025" y="1228"/>
                      <a:pt x="1140" y="1149"/>
                    </a:cubicBezTo>
                    <a:cubicBezTo>
                      <a:pt x="1579" y="870"/>
                      <a:pt x="1883" y="92"/>
                      <a:pt x="2330" y="92"/>
                    </a:cubicBezTo>
                    <a:cubicBezTo>
                      <a:pt x="2480" y="92"/>
                      <a:pt x="2645" y="179"/>
                      <a:pt x="2837" y="401"/>
                    </a:cubicBezTo>
                    <a:cubicBezTo>
                      <a:pt x="2843" y="408"/>
                      <a:pt x="2851" y="412"/>
                      <a:pt x="2858" y="412"/>
                    </a:cubicBezTo>
                    <a:cubicBezTo>
                      <a:pt x="2880" y="412"/>
                      <a:pt x="2901" y="384"/>
                      <a:pt x="2882" y="363"/>
                    </a:cubicBezTo>
                    <a:cubicBezTo>
                      <a:pt x="2754" y="211"/>
                      <a:pt x="2611" y="60"/>
                      <a:pt x="2409" y="7"/>
                    </a:cubicBezTo>
                    <a:cubicBezTo>
                      <a:pt x="2378" y="2"/>
                      <a:pt x="2347" y="0"/>
                      <a:pt x="23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9" name="Google Shape;719;p44"/>
              <p:cNvSpPr/>
              <p:nvPr/>
            </p:nvSpPr>
            <p:spPr>
              <a:xfrm>
                <a:off x="6097544" y="3360760"/>
                <a:ext cx="107429" cy="100947"/>
              </a:xfrm>
              <a:custGeom>
                <a:rect b="b" l="l" r="r" t="t"/>
                <a:pathLst>
                  <a:path extrusionOk="0" h="2414" w="2569">
                    <a:moveTo>
                      <a:pt x="1015" y="0"/>
                    </a:moveTo>
                    <a:cubicBezTo>
                      <a:pt x="665" y="0"/>
                      <a:pt x="260" y="110"/>
                      <a:pt x="29" y="261"/>
                    </a:cubicBezTo>
                    <a:cubicBezTo>
                      <a:pt x="0" y="276"/>
                      <a:pt x="18" y="317"/>
                      <a:pt x="43" y="317"/>
                    </a:cubicBezTo>
                    <a:cubicBezTo>
                      <a:pt x="48" y="317"/>
                      <a:pt x="53" y="315"/>
                      <a:pt x="57" y="312"/>
                    </a:cubicBezTo>
                    <a:cubicBezTo>
                      <a:pt x="284" y="195"/>
                      <a:pt x="646" y="87"/>
                      <a:pt x="971" y="87"/>
                    </a:cubicBezTo>
                    <a:cubicBezTo>
                      <a:pt x="1169" y="87"/>
                      <a:pt x="1354" y="127"/>
                      <a:pt x="1485" y="231"/>
                    </a:cubicBezTo>
                    <a:cubicBezTo>
                      <a:pt x="1697" y="484"/>
                      <a:pt x="1331" y="922"/>
                      <a:pt x="1146" y="1112"/>
                    </a:cubicBezTo>
                    <a:cubicBezTo>
                      <a:pt x="747" y="1483"/>
                      <a:pt x="350" y="1763"/>
                      <a:pt x="879" y="2268"/>
                    </a:cubicBezTo>
                    <a:cubicBezTo>
                      <a:pt x="1010" y="2369"/>
                      <a:pt x="1184" y="2414"/>
                      <a:pt x="1366" y="2414"/>
                    </a:cubicBezTo>
                    <a:cubicBezTo>
                      <a:pt x="1928" y="2414"/>
                      <a:pt x="2569" y="1986"/>
                      <a:pt x="2279" y="1415"/>
                    </a:cubicBezTo>
                    <a:cubicBezTo>
                      <a:pt x="2207" y="1283"/>
                      <a:pt x="2061" y="1219"/>
                      <a:pt x="1917" y="1219"/>
                    </a:cubicBezTo>
                    <a:cubicBezTo>
                      <a:pt x="1728" y="1219"/>
                      <a:pt x="1543" y="1329"/>
                      <a:pt x="1532" y="1542"/>
                    </a:cubicBezTo>
                    <a:cubicBezTo>
                      <a:pt x="1523" y="1623"/>
                      <a:pt x="1556" y="1700"/>
                      <a:pt x="1586" y="1774"/>
                    </a:cubicBezTo>
                    <a:cubicBezTo>
                      <a:pt x="1591" y="1785"/>
                      <a:pt x="1602" y="1791"/>
                      <a:pt x="1613" y="1791"/>
                    </a:cubicBezTo>
                    <a:cubicBezTo>
                      <a:pt x="1617" y="1791"/>
                      <a:pt x="1622" y="1790"/>
                      <a:pt x="1626" y="1788"/>
                    </a:cubicBezTo>
                    <a:cubicBezTo>
                      <a:pt x="1641" y="1780"/>
                      <a:pt x="1647" y="1760"/>
                      <a:pt x="1639" y="1745"/>
                    </a:cubicBezTo>
                    <a:cubicBezTo>
                      <a:pt x="1513" y="1460"/>
                      <a:pt x="1699" y="1304"/>
                      <a:pt x="1898" y="1304"/>
                    </a:cubicBezTo>
                    <a:cubicBezTo>
                      <a:pt x="2067" y="1304"/>
                      <a:pt x="2245" y="1416"/>
                      <a:pt x="2250" y="1654"/>
                    </a:cubicBezTo>
                    <a:cubicBezTo>
                      <a:pt x="2267" y="2033"/>
                      <a:pt x="1792" y="2293"/>
                      <a:pt x="1376" y="2293"/>
                    </a:cubicBezTo>
                    <a:cubicBezTo>
                      <a:pt x="1141" y="2293"/>
                      <a:pt x="925" y="2211"/>
                      <a:pt x="826" y="2019"/>
                    </a:cubicBezTo>
                    <a:cubicBezTo>
                      <a:pt x="792" y="1963"/>
                      <a:pt x="766" y="1903"/>
                      <a:pt x="752" y="1840"/>
                    </a:cubicBezTo>
                    <a:cubicBezTo>
                      <a:pt x="734" y="1720"/>
                      <a:pt x="812" y="1605"/>
                      <a:pt x="911" y="1503"/>
                    </a:cubicBezTo>
                    <a:cubicBezTo>
                      <a:pt x="1118" y="1296"/>
                      <a:pt x="1365" y="1102"/>
                      <a:pt x="1515" y="838"/>
                    </a:cubicBezTo>
                    <a:cubicBezTo>
                      <a:pt x="1885" y="216"/>
                      <a:pt x="1505" y="0"/>
                      <a:pt x="10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0" name="Google Shape;720;p44"/>
              <p:cNvSpPr/>
              <p:nvPr/>
            </p:nvSpPr>
            <p:spPr>
              <a:xfrm>
                <a:off x="6108919" y="3486505"/>
                <a:ext cx="68246" cy="21578"/>
              </a:xfrm>
              <a:custGeom>
                <a:rect b="b" l="l" r="r" t="t"/>
                <a:pathLst>
                  <a:path extrusionOk="0" h="516" w="1632">
                    <a:moveTo>
                      <a:pt x="1589" y="1"/>
                    </a:moveTo>
                    <a:cubicBezTo>
                      <a:pt x="1583" y="1"/>
                      <a:pt x="1577" y="3"/>
                      <a:pt x="1572" y="7"/>
                    </a:cubicBezTo>
                    <a:cubicBezTo>
                      <a:pt x="1220" y="260"/>
                      <a:pt x="796" y="405"/>
                      <a:pt x="366" y="405"/>
                    </a:cubicBezTo>
                    <a:cubicBezTo>
                      <a:pt x="260" y="405"/>
                      <a:pt x="153" y="396"/>
                      <a:pt x="47" y="378"/>
                    </a:cubicBezTo>
                    <a:cubicBezTo>
                      <a:pt x="45" y="378"/>
                      <a:pt x="43" y="377"/>
                      <a:pt x="41" y="377"/>
                    </a:cubicBezTo>
                    <a:cubicBezTo>
                      <a:pt x="12" y="377"/>
                      <a:pt x="1" y="423"/>
                      <a:pt x="32" y="435"/>
                    </a:cubicBezTo>
                    <a:cubicBezTo>
                      <a:pt x="181" y="489"/>
                      <a:pt x="340" y="515"/>
                      <a:pt x="499" y="515"/>
                    </a:cubicBezTo>
                    <a:cubicBezTo>
                      <a:pt x="910" y="515"/>
                      <a:pt x="1327" y="343"/>
                      <a:pt x="1611" y="51"/>
                    </a:cubicBezTo>
                    <a:cubicBezTo>
                      <a:pt x="1631" y="31"/>
                      <a:pt x="1612" y="1"/>
                      <a:pt x="15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1" name="Google Shape;721;p44"/>
              <p:cNvSpPr/>
              <p:nvPr/>
            </p:nvSpPr>
            <p:spPr>
              <a:xfrm>
                <a:off x="6028420" y="3218121"/>
                <a:ext cx="32827" cy="7485"/>
              </a:xfrm>
              <a:custGeom>
                <a:rect b="b" l="l" r="r" t="t"/>
                <a:pathLst>
                  <a:path extrusionOk="0" h="179" w="785">
                    <a:moveTo>
                      <a:pt x="476" y="0"/>
                    </a:moveTo>
                    <a:cubicBezTo>
                      <a:pt x="319" y="0"/>
                      <a:pt x="160" y="42"/>
                      <a:pt x="26" y="123"/>
                    </a:cubicBezTo>
                    <a:cubicBezTo>
                      <a:pt x="1" y="138"/>
                      <a:pt x="13" y="179"/>
                      <a:pt x="41" y="179"/>
                    </a:cubicBezTo>
                    <a:cubicBezTo>
                      <a:pt x="43" y="179"/>
                      <a:pt x="44" y="179"/>
                      <a:pt x="46" y="179"/>
                    </a:cubicBezTo>
                    <a:cubicBezTo>
                      <a:pt x="282" y="142"/>
                      <a:pt x="505" y="115"/>
                      <a:pt x="746" y="105"/>
                    </a:cubicBezTo>
                    <a:cubicBezTo>
                      <a:pt x="777" y="104"/>
                      <a:pt x="785" y="56"/>
                      <a:pt x="754" y="47"/>
                    </a:cubicBezTo>
                    <a:cubicBezTo>
                      <a:pt x="666" y="16"/>
                      <a:pt x="571" y="0"/>
                      <a:pt x="47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2" name="Google Shape;722;p44"/>
              <p:cNvSpPr/>
              <p:nvPr/>
            </p:nvSpPr>
            <p:spPr>
              <a:xfrm>
                <a:off x="6044018" y="3427794"/>
                <a:ext cx="32618" cy="59381"/>
              </a:xfrm>
              <a:custGeom>
                <a:rect b="b" l="l" r="r" t="t"/>
                <a:pathLst>
                  <a:path extrusionOk="0" h="1420" w="780">
                    <a:moveTo>
                      <a:pt x="399" y="0"/>
                    </a:moveTo>
                    <a:cubicBezTo>
                      <a:pt x="379" y="0"/>
                      <a:pt x="359" y="22"/>
                      <a:pt x="371" y="44"/>
                    </a:cubicBezTo>
                    <a:cubicBezTo>
                      <a:pt x="612" y="500"/>
                      <a:pt x="492" y="1109"/>
                      <a:pt x="28" y="1364"/>
                    </a:cubicBezTo>
                    <a:cubicBezTo>
                      <a:pt x="0" y="1379"/>
                      <a:pt x="15" y="1420"/>
                      <a:pt x="41" y="1420"/>
                    </a:cubicBezTo>
                    <a:cubicBezTo>
                      <a:pt x="44" y="1420"/>
                      <a:pt x="48" y="1419"/>
                      <a:pt x="51" y="1418"/>
                    </a:cubicBezTo>
                    <a:cubicBezTo>
                      <a:pt x="618" y="1237"/>
                      <a:pt x="779" y="452"/>
                      <a:pt x="421" y="12"/>
                    </a:cubicBezTo>
                    <a:cubicBezTo>
                      <a:pt x="415" y="4"/>
                      <a:pt x="407" y="0"/>
                      <a:pt x="3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" name="Google Shape;723;p44"/>
              <p:cNvSpPr/>
              <p:nvPr/>
            </p:nvSpPr>
            <p:spPr>
              <a:xfrm>
                <a:off x="6099426" y="3424323"/>
                <a:ext cx="26847" cy="57583"/>
              </a:xfrm>
              <a:custGeom>
                <a:rect b="b" l="l" r="r" t="t"/>
                <a:pathLst>
                  <a:path extrusionOk="0" h="1377" w="642">
                    <a:moveTo>
                      <a:pt x="223" y="1"/>
                    </a:moveTo>
                    <a:cubicBezTo>
                      <a:pt x="212" y="1"/>
                      <a:pt x="202" y="6"/>
                      <a:pt x="197" y="18"/>
                    </a:cubicBezTo>
                    <a:cubicBezTo>
                      <a:pt x="0" y="475"/>
                      <a:pt x="86" y="1157"/>
                      <a:pt x="588" y="1374"/>
                    </a:cubicBezTo>
                    <a:cubicBezTo>
                      <a:pt x="592" y="1376"/>
                      <a:pt x="596" y="1377"/>
                      <a:pt x="599" y="1377"/>
                    </a:cubicBezTo>
                    <a:cubicBezTo>
                      <a:pt x="625" y="1377"/>
                      <a:pt x="642" y="1339"/>
                      <a:pt x="616" y="1322"/>
                    </a:cubicBezTo>
                    <a:cubicBezTo>
                      <a:pt x="207" y="1042"/>
                      <a:pt x="167" y="485"/>
                      <a:pt x="253" y="36"/>
                    </a:cubicBezTo>
                    <a:cubicBezTo>
                      <a:pt x="257" y="15"/>
                      <a:pt x="240" y="1"/>
                      <a:pt x="2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24" name="Google Shape;724;p44"/>
            <p:cNvGrpSpPr/>
            <p:nvPr/>
          </p:nvGrpSpPr>
          <p:grpSpPr>
            <a:xfrm>
              <a:off x="8503717" y="467765"/>
              <a:ext cx="305683" cy="264869"/>
              <a:chOff x="3360325" y="-1226900"/>
              <a:chExt cx="352575" cy="305500"/>
            </a:xfrm>
          </p:grpSpPr>
          <p:sp>
            <p:nvSpPr>
              <p:cNvPr id="725" name="Google Shape;725;p44"/>
              <p:cNvSpPr/>
              <p:nvPr/>
            </p:nvSpPr>
            <p:spPr>
              <a:xfrm>
                <a:off x="3360325" y="-1226900"/>
                <a:ext cx="352575" cy="305500"/>
              </a:xfrm>
              <a:custGeom>
                <a:rect b="b" l="l" r="r" t="t"/>
                <a:pathLst>
                  <a:path extrusionOk="0" h="12220" w="14103">
                    <a:moveTo>
                      <a:pt x="7119" y="0"/>
                    </a:moveTo>
                    <a:cubicBezTo>
                      <a:pt x="6383" y="0"/>
                      <a:pt x="5620" y="187"/>
                      <a:pt x="4860" y="602"/>
                    </a:cubicBezTo>
                    <a:cubicBezTo>
                      <a:pt x="114" y="3202"/>
                      <a:pt x="2100" y="7449"/>
                      <a:pt x="2216" y="7599"/>
                    </a:cubicBezTo>
                    <a:cubicBezTo>
                      <a:pt x="2330" y="7749"/>
                      <a:pt x="0" y="11933"/>
                      <a:pt x="122" y="12163"/>
                    </a:cubicBezTo>
                    <a:cubicBezTo>
                      <a:pt x="143" y="12202"/>
                      <a:pt x="211" y="12220"/>
                      <a:pt x="316" y="12220"/>
                    </a:cubicBezTo>
                    <a:cubicBezTo>
                      <a:pt x="1103" y="12220"/>
                      <a:pt x="3953" y="11221"/>
                      <a:pt x="4169" y="11091"/>
                    </a:cubicBezTo>
                    <a:cubicBezTo>
                      <a:pt x="4174" y="11088"/>
                      <a:pt x="4183" y="11086"/>
                      <a:pt x="4193" y="11086"/>
                    </a:cubicBezTo>
                    <a:cubicBezTo>
                      <a:pt x="4445" y="11086"/>
                      <a:pt x="6070" y="11967"/>
                      <a:pt x="7881" y="11967"/>
                    </a:cubicBezTo>
                    <a:cubicBezTo>
                      <a:pt x="9363" y="11967"/>
                      <a:pt x="10968" y="11377"/>
                      <a:pt x="12045" y="9233"/>
                    </a:cubicBezTo>
                    <a:cubicBezTo>
                      <a:pt x="14102" y="5139"/>
                      <a:pt x="10983" y="0"/>
                      <a:pt x="711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" name="Google Shape;726;p44"/>
              <p:cNvSpPr/>
              <p:nvPr/>
            </p:nvSpPr>
            <p:spPr>
              <a:xfrm>
                <a:off x="3472025" y="-963650"/>
                <a:ext cx="156150" cy="28550"/>
              </a:xfrm>
              <a:custGeom>
                <a:rect b="b" l="l" r="r" t="t"/>
                <a:pathLst>
                  <a:path extrusionOk="0" h="1142" w="6246">
                    <a:moveTo>
                      <a:pt x="53" y="0"/>
                    </a:moveTo>
                    <a:cubicBezTo>
                      <a:pt x="24" y="0"/>
                      <a:pt x="0" y="40"/>
                      <a:pt x="26" y="65"/>
                    </a:cubicBezTo>
                    <a:cubicBezTo>
                      <a:pt x="430" y="446"/>
                      <a:pt x="926" y="725"/>
                      <a:pt x="1454" y="898"/>
                    </a:cubicBezTo>
                    <a:cubicBezTo>
                      <a:pt x="1968" y="1062"/>
                      <a:pt x="2508" y="1142"/>
                      <a:pt x="3048" y="1142"/>
                    </a:cubicBezTo>
                    <a:cubicBezTo>
                      <a:pt x="4172" y="1142"/>
                      <a:pt x="5300" y="798"/>
                      <a:pt x="6213" y="150"/>
                    </a:cubicBezTo>
                    <a:cubicBezTo>
                      <a:pt x="6246" y="128"/>
                      <a:pt x="6221" y="83"/>
                      <a:pt x="6190" y="83"/>
                    </a:cubicBezTo>
                    <a:cubicBezTo>
                      <a:pt x="6184" y="83"/>
                      <a:pt x="6177" y="85"/>
                      <a:pt x="6171" y="89"/>
                    </a:cubicBezTo>
                    <a:cubicBezTo>
                      <a:pt x="5252" y="662"/>
                      <a:pt x="4128" y="991"/>
                      <a:pt x="3020" y="991"/>
                    </a:cubicBezTo>
                    <a:cubicBezTo>
                      <a:pt x="1958" y="991"/>
                      <a:pt x="912" y="689"/>
                      <a:pt x="76" y="10"/>
                    </a:cubicBezTo>
                    <a:cubicBezTo>
                      <a:pt x="69" y="3"/>
                      <a:pt x="60" y="0"/>
                      <a:pt x="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7" name="Google Shape;727;p44"/>
              <p:cNvSpPr/>
              <p:nvPr/>
            </p:nvSpPr>
            <p:spPr>
              <a:xfrm>
                <a:off x="3418000" y="-953975"/>
                <a:ext cx="34400" cy="14725"/>
              </a:xfrm>
              <a:custGeom>
                <a:rect b="b" l="l" r="r" t="t"/>
                <a:pathLst>
                  <a:path extrusionOk="0" h="589" w="1376">
                    <a:moveTo>
                      <a:pt x="1335" y="0"/>
                    </a:moveTo>
                    <a:cubicBezTo>
                      <a:pt x="1332" y="0"/>
                      <a:pt x="1329" y="1"/>
                      <a:pt x="1326" y="2"/>
                    </a:cubicBezTo>
                    <a:cubicBezTo>
                      <a:pt x="877" y="121"/>
                      <a:pt x="441" y="294"/>
                      <a:pt x="34" y="518"/>
                    </a:cubicBezTo>
                    <a:cubicBezTo>
                      <a:pt x="1" y="537"/>
                      <a:pt x="19" y="589"/>
                      <a:pt x="53" y="589"/>
                    </a:cubicBezTo>
                    <a:cubicBezTo>
                      <a:pt x="57" y="589"/>
                      <a:pt x="61" y="588"/>
                      <a:pt x="65" y="587"/>
                    </a:cubicBezTo>
                    <a:cubicBezTo>
                      <a:pt x="515" y="469"/>
                      <a:pt x="942" y="296"/>
                      <a:pt x="1351" y="71"/>
                    </a:cubicBezTo>
                    <a:cubicBezTo>
                      <a:pt x="1367" y="64"/>
                      <a:pt x="1375" y="46"/>
                      <a:pt x="1371" y="29"/>
                    </a:cubicBezTo>
                    <a:cubicBezTo>
                      <a:pt x="1367" y="12"/>
                      <a:pt x="1352" y="0"/>
                      <a:pt x="13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8" name="Google Shape;728;p44"/>
              <p:cNvSpPr/>
              <p:nvPr/>
            </p:nvSpPr>
            <p:spPr>
              <a:xfrm>
                <a:off x="3416250" y="-1193975"/>
                <a:ext cx="66100" cy="82075"/>
              </a:xfrm>
              <a:custGeom>
                <a:rect b="b" l="l" r="r" t="t"/>
                <a:pathLst>
                  <a:path extrusionOk="0" h="3283" w="2644">
                    <a:moveTo>
                      <a:pt x="2592" y="1"/>
                    </a:moveTo>
                    <a:cubicBezTo>
                      <a:pt x="2589" y="1"/>
                      <a:pt x="2586" y="1"/>
                      <a:pt x="2582" y="2"/>
                    </a:cubicBezTo>
                    <a:cubicBezTo>
                      <a:pt x="1131" y="347"/>
                      <a:pt x="71" y="1778"/>
                      <a:pt x="2" y="3244"/>
                    </a:cubicBezTo>
                    <a:cubicBezTo>
                      <a:pt x="1" y="3269"/>
                      <a:pt x="21" y="3282"/>
                      <a:pt x="40" y="3282"/>
                    </a:cubicBezTo>
                    <a:cubicBezTo>
                      <a:pt x="57" y="3282"/>
                      <a:pt x="74" y="3272"/>
                      <a:pt x="76" y="3251"/>
                    </a:cubicBezTo>
                    <a:cubicBezTo>
                      <a:pt x="264" y="1842"/>
                      <a:pt x="1230" y="522"/>
                      <a:pt x="2602" y="74"/>
                    </a:cubicBezTo>
                    <a:cubicBezTo>
                      <a:pt x="2643" y="60"/>
                      <a:pt x="2629" y="1"/>
                      <a:pt x="25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9" name="Google Shape;729;p44"/>
              <p:cNvSpPr/>
              <p:nvPr/>
            </p:nvSpPr>
            <p:spPr>
              <a:xfrm>
                <a:off x="3446525" y="-1165325"/>
                <a:ext cx="203200" cy="173950"/>
              </a:xfrm>
              <a:custGeom>
                <a:rect b="b" l="l" r="r" t="t"/>
                <a:pathLst>
                  <a:path extrusionOk="0" h="6958" w="8128">
                    <a:moveTo>
                      <a:pt x="4727" y="92"/>
                    </a:moveTo>
                    <a:cubicBezTo>
                      <a:pt x="5116" y="92"/>
                      <a:pt x="5506" y="220"/>
                      <a:pt x="5836" y="492"/>
                    </a:cubicBezTo>
                    <a:cubicBezTo>
                      <a:pt x="6153" y="721"/>
                      <a:pt x="6400" y="1017"/>
                      <a:pt x="6579" y="1351"/>
                    </a:cubicBezTo>
                    <a:lnTo>
                      <a:pt x="6579" y="1351"/>
                    </a:lnTo>
                    <a:cubicBezTo>
                      <a:pt x="6410" y="1303"/>
                      <a:pt x="6234" y="1280"/>
                      <a:pt x="6056" y="1280"/>
                    </a:cubicBezTo>
                    <a:cubicBezTo>
                      <a:pt x="5963" y="1280"/>
                      <a:pt x="5869" y="1287"/>
                      <a:pt x="5776" y="1299"/>
                    </a:cubicBezTo>
                    <a:lnTo>
                      <a:pt x="5776" y="1299"/>
                    </a:lnTo>
                    <a:cubicBezTo>
                      <a:pt x="5510" y="938"/>
                      <a:pt x="5159" y="639"/>
                      <a:pt x="4746" y="442"/>
                    </a:cubicBezTo>
                    <a:cubicBezTo>
                      <a:pt x="4551" y="340"/>
                      <a:pt x="4340" y="258"/>
                      <a:pt x="4121" y="197"/>
                    </a:cubicBezTo>
                    <a:lnTo>
                      <a:pt x="4121" y="197"/>
                    </a:lnTo>
                    <a:cubicBezTo>
                      <a:pt x="4317" y="128"/>
                      <a:pt x="4522" y="92"/>
                      <a:pt x="4727" y="92"/>
                    </a:cubicBezTo>
                    <a:close/>
                    <a:moveTo>
                      <a:pt x="3883" y="300"/>
                    </a:moveTo>
                    <a:cubicBezTo>
                      <a:pt x="4564" y="457"/>
                      <a:pt x="5188" y="807"/>
                      <a:pt x="5614" y="1328"/>
                    </a:cubicBezTo>
                    <a:lnTo>
                      <a:pt x="5614" y="1328"/>
                    </a:lnTo>
                    <a:cubicBezTo>
                      <a:pt x="5419" y="1370"/>
                      <a:pt x="5230" y="1439"/>
                      <a:pt x="5055" y="1532"/>
                    </a:cubicBezTo>
                    <a:lnTo>
                      <a:pt x="5055" y="1532"/>
                    </a:lnTo>
                    <a:cubicBezTo>
                      <a:pt x="4679" y="1025"/>
                      <a:pt x="4181" y="601"/>
                      <a:pt x="3600" y="478"/>
                    </a:cubicBezTo>
                    <a:lnTo>
                      <a:pt x="3600" y="478"/>
                    </a:lnTo>
                    <a:cubicBezTo>
                      <a:pt x="3690" y="410"/>
                      <a:pt x="3785" y="350"/>
                      <a:pt x="3883" y="300"/>
                    </a:cubicBezTo>
                    <a:close/>
                    <a:moveTo>
                      <a:pt x="3467" y="590"/>
                    </a:moveTo>
                    <a:lnTo>
                      <a:pt x="3467" y="590"/>
                    </a:lnTo>
                    <a:cubicBezTo>
                      <a:pt x="3921" y="651"/>
                      <a:pt x="4341" y="899"/>
                      <a:pt x="4721" y="1322"/>
                    </a:cubicBezTo>
                    <a:cubicBezTo>
                      <a:pt x="4796" y="1395"/>
                      <a:pt x="4874" y="1486"/>
                      <a:pt x="4952" y="1591"/>
                    </a:cubicBezTo>
                    <a:lnTo>
                      <a:pt x="4952" y="1591"/>
                    </a:lnTo>
                    <a:cubicBezTo>
                      <a:pt x="4934" y="1602"/>
                      <a:pt x="4917" y="1613"/>
                      <a:pt x="4900" y="1624"/>
                    </a:cubicBezTo>
                    <a:cubicBezTo>
                      <a:pt x="4832" y="1663"/>
                      <a:pt x="4766" y="1707"/>
                      <a:pt x="4701" y="1753"/>
                    </a:cubicBezTo>
                    <a:lnTo>
                      <a:pt x="4701" y="1753"/>
                    </a:lnTo>
                    <a:cubicBezTo>
                      <a:pt x="4604" y="1701"/>
                      <a:pt x="4501" y="1658"/>
                      <a:pt x="4392" y="1628"/>
                    </a:cubicBezTo>
                    <a:cubicBezTo>
                      <a:pt x="3850" y="1650"/>
                      <a:pt x="3742" y="2349"/>
                      <a:pt x="3628" y="2766"/>
                    </a:cubicBezTo>
                    <a:lnTo>
                      <a:pt x="3628" y="2766"/>
                    </a:lnTo>
                    <a:cubicBezTo>
                      <a:pt x="3580" y="2758"/>
                      <a:pt x="3533" y="2754"/>
                      <a:pt x="3486" y="2754"/>
                    </a:cubicBezTo>
                    <a:cubicBezTo>
                      <a:pt x="3427" y="2754"/>
                      <a:pt x="3370" y="2760"/>
                      <a:pt x="3313" y="2772"/>
                    </a:cubicBezTo>
                    <a:lnTo>
                      <a:pt x="3313" y="2772"/>
                    </a:lnTo>
                    <a:cubicBezTo>
                      <a:pt x="3222" y="2542"/>
                      <a:pt x="3110" y="2325"/>
                      <a:pt x="2918" y="2158"/>
                    </a:cubicBezTo>
                    <a:cubicBezTo>
                      <a:pt x="2840" y="2104"/>
                      <a:pt x="2758" y="2081"/>
                      <a:pt x="2675" y="2081"/>
                    </a:cubicBezTo>
                    <a:cubicBezTo>
                      <a:pt x="2653" y="2081"/>
                      <a:pt x="2631" y="2083"/>
                      <a:pt x="2608" y="2086"/>
                    </a:cubicBezTo>
                    <a:lnTo>
                      <a:pt x="2608" y="2086"/>
                    </a:lnTo>
                    <a:cubicBezTo>
                      <a:pt x="2711" y="1583"/>
                      <a:pt x="2959" y="1101"/>
                      <a:pt x="3330" y="727"/>
                    </a:cubicBezTo>
                    <a:cubicBezTo>
                      <a:pt x="3373" y="679"/>
                      <a:pt x="3419" y="633"/>
                      <a:pt x="3467" y="590"/>
                    </a:cubicBezTo>
                    <a:close/>
                    <a:moveTo>
                      <a:pt x="4389" y="1718"/>
                    </a:moveTo>
                    <a:cubicBezTo>
                      <a:pt x="4470" y="1741"/>
                      <a:pt x="4549" y="1772"/>
                      <a:pt x="4625" y="1811"/>
                    </a:cubicBezTo>
                    <a:lnTo>
                      <a:pt x="4625" y="1811"/>
                    </a:lnTo>
                    <a:cubicBezTo>
                      <a:pt x="4288" y="2076"/>
                      <a:pt x="4008" y="2436"/>
                      <a:pt x="3837" y="2831"/>
                    </a:cubicBezTo>
                    <a:lnTo>
                      <a:pt x="3837" y="2831"/>
                    </a:lnTo>
                    <a:cubicBezTo>
                      <a:pt x="3797" y="2813"/>
                      <a:pt x="3758" y="2799"/>
                      <a:pt x="3718" y="2787"/>
                    </a:cubicBezTo>
                    <a:lnTo>
                      <a:pt x="3718" y="2787"/>
                    </a:lnTo>
                    <a:cubicBezTo>
                      <a:pt x="3821" y="2417"/>
                      <a:pt x="3919" y="1745"/>
                      <a:pt x="4389" y="1718"/>
                    </a:cubicBezTo>
                    <a:close/>
                    <a:moveTo>
                      <a:pt x="3240" y="575"/>
                    </a:moveTo>
                    <a:cubicBezTo>
                      <a:pt x="3281" y="575"/>
                      <a:pt x="3321" y="576"/>
                      <a:pt x="3360" y="579"/>
                    </a:cubicBezTo>
                    <a:lnTo>
                      <a:pt x="3360" y="579"/>
                    </a:lnTo>
                    <a:cubicBezTo>
                      <a:pt x="2932" y="974"/>
                      <a:pt x="2635" y="1526"/>
                      <a:pt x="2522" y="2105"/>
                    </a:cubicBezTo>
                    <a:lnTo>
                      <a:pt x="2522" y="2105"/>
                    </a:lnTo>
                    <a:cubicBezTo>
                      <a:pt x="2343" y="2159"/>
                      <a:pt x="2173" y="2295"/>
                      <a:pt x="2050" y="2419"/>
                    </a:cubicBezTo>
                    <a:cubicBezTo>
                      <a:pt x="1940" y="2548"/>
                      <a:pt x="1869" y="2690"/>
                      <a:pt x="1829" y="2838"/>
                    </a:cubicBezTo>
                    <a:lnTo>
                      <a:pt x="1829" y="2838"/>
                    </a:lnTo>
                    <a:cubicBezTo>
                      <a:pt x="1767" y="2824"/>
                      <a:pt x="1703" y="2815"/>
                      <a:pt x="1635" y="2811"/>
                    </a:cubicBezTo>
                    <a:lnTo>
                      <a:pt x="1635" y="2811"/>
                    </a:lnTo>
                    <a:cubicBezTo>
                      <a:pt x="1328" y="2072"/>
                      <a:pt x="1404" y="1238"/>
                      <a:pt x="2236" y="845"/>
                    </a:cubicBezTo>
                    <a:cubicBezTo>
                      <a:pt x="2585" y="663"/>
                      <a:pt x="2921" y="575"/>
                      <a:pt x="3240" y="575"/>
                    </a:cubicBezTo>
                    <a:close/>
                    <a:moveTo>
                      <a:pt x="1687" y="2926"/>
                    </a:moveTo>
                    <a:lnTo>
                      <a:pt x="1687" y="2926"/>
                    </a:lnTo>
                    <a:cubicBezTo>
                      <a:pt x="1728" y="2932"/>
                      <a:pt x="1767" y="2939"/>
                      <a:pt x="1806" y="2948"/>
                    </a:cubicBezTo>
                    <a:lnTo>
                      <a:pt x="1806" y="2948"/>
                    </a:lnTo>
                    <a:cubicBezTo>
                      <a:pt x="1797" y="3006"/>
                      <a:pt x="1792" y="3065"/>
                      <a:pt x="1791" y="3124"/>
                    </a:cubicBezTo>
                    <a:lnTo>
                      <a:pt x="1791" y="3124"/>
                    </a:lnTo>
                    <a:cubicBezTo>
                      <a:pt x="1754" y="3060"/>
                      <a:pt x="1719" y="2994"/>
                      <a:pt x="1687" y="2926"/>
                    </a:cubicBezTo>
                    <a:close/>
                    <a:moveTo>
                      <a:pt x="2677" y="2161"/>
                    </a:moveTo>
                    <a:cubicBezTo>
                      <a:pt x="2744" y="2161"/>
                      <a:pt x="2810" y="2179"/>
                      <a:pt x="2873" y="2223"/>
                    </a:cubicBezTo>
                    <a:cubicBezTo>
                      <a:pt x="3044" y="2379"/>
                      <a:pt x="3148" y="2578"/>
                      <a:pt x="3234" y="2792"/>
                    </a:cubicBezTo>
                    <a:lnTo>
                      <a:pt x="3234" y="2792"/>
                    </a:lnTo>
                    <a:cubicBezTo>
                      <a:pt x="3013" y="2858"/>
                      <a:pt x="2806" y="3004"/>
                      <a:pt x="2622" y="3191"/>
                    </a:cubicBezTo>
                    <a:lnTo>
                      <a:pt x="2622" y="3191"/>
                    </a:lnTo>
                    <a:cubicBezTo>
                      <a:pt x="2542" y="2861"/>
                      <a:pt x="2534" y="2511"/>
                      <a:pt x="2592" y="2170"/>
                    </a:cubicBezTo>
                    <a:lnTo>
                      <a:pt x="2592" y="2170"/>
                    </a:lnTo>
                    <a:cubicBezTo>
                      <a:pt x="2621" y="2164"/>
                      <a:pt x="2649" y="2161"/>
                      <a:pt x="2677" y="2161"/>
                    </a:cubicBezTo>
                    <a:close/>
                    <a:moveTo>
                      <a:pt x="2506" y="2195"/>
                    </a:moveTo>
                    <a:cubicBezTo>
                      <a:pt x="2448" y="2553"/>
                      <a:pt x="2461" y="2918"/>
                      <a:pt x="2556" y="3261"/>
                    </a:cubicBezTo>
                    <a:lnTo>
                      <a:pt x="2556" y="3261"/>
                    </a:lnTo>
                    <a:cubicBezTo>
                      <a:pt x="2553" y="3264"/>
                      <a:pt x="2550" y="3267"/>
                      <a:pt x="2547" y="3270"/>
                    </a:cubicBezTo>
                    <a:lnTo>
                      <a:pt x="2547" y="3270"/>
                    </a:lnTo>
                    <a:cubicBezTo>
                      <a:pt x="2361" y="3082"/>
                      <a:pt x="2152" y="2930"/>
                      <a:pt x="1900" y="2857"/>
                    </a:cubicBezTo>
                    <a:lnTo>
                      <a:pt x="1900" y="2857"/>
                    </a:lnTo>
                    <a:cubicBezTo>
                      <a:pt x="1949" y="2666"/>
                      <a:pt x="2063" y="2494"/>
                      <a:pt x="2216" y="2370"/>
                    </a:cubicBezTo>
                    <a:cubicBezTo>
                      <a:pt x="2299" y="2304"/>
                      <a:pt x="2400" y="2235"/>
                      <a:pt x="2506" y="2195"/>
                    </a:cubicBezTo>
                    <a:close/>
                    <a:moveTo>
                      <a:pt x="3476" y="2877"/>
                    </a:moveTo>
                    <a:cubicBezTo>
                      <a:pt x="3517" y="2880"/>
                      <a:pt x="3557" y="2887"/>
                      <a:pt x="3597" y="2896"/>
                    </a:cubicBezTo>
                    <a:lnTo>
                      <a:pt x="3597" y="2896"/>
                    </a:lnTo>
                    <a:cubicBezTo>
                      <a:pt x="3567" y="3036"/>
                      <a:pt x="3539" y="3178"/>
                      <a:pt x="3515" y="3321"/>
                    </a:cubicBezTo>
                    <a:lnTo>
                      <a:pt x="3515" y="3321"/>
                    </a:lnTo>
                    <a:cubicBezTo>
                      <a:pt x="3458" y="3180"/>
                      <a:pt x="3410" y="3033"/>
                      <a:pt x="3357" y="2889"/>
                    </a:cubicBezTo>
                    <a:lnTo>
                      <a:pt x="3357" y="2889"/>
                    </a:lnTo>
                    <a:cubicBezTo>
                      <a:pt x="3396" y="2882"/>
                      <a:pt x="3436" y="2878"/>
                      <a:pt x="3476" y="2877"/>
                    </a:cubicBezTo>
                    <a:close/>
                    <a:moveTo>
                      <a:pt x="3052" y="205"/>
                    </a:moveTo>
                    <a:cubicBezTo>
                      <a:pt x="3293" y="205"/>
                      <a:pt x="3534" y="229"/>
                      <a:pt x="3769" y="275"/>
                    </a:cubicBezTo>
                    <a:lnTo>
                      <a:pt x="3769" y="275"/>
                    </a:lnTo>
                    <a:cubicBezTo>
                      <a:pt x="3675" y="330"/>
                      <a:pt x="3585" y="392"/>
                      <a:pt x="3499" y="460"/>
                    </a:cubicBezTo>
                    <a:lnTo>
                      <a:pt x="3499" y="460"/>
                    </a:lnTo>
                    <a:cubicBezTo>
                      <a:pt x="3420" y="448"/>
                      <a:pt x="3340" y="442"/>
                      <a:pt x="3258" y="442"/>
                    </a:cubicBezTo>
                    <a:cubicBezTo>
                      <a:pt x="3129" y="442"/>
                      <a:pt x="2997" y="457"/>
                      <a:pt x="2862" y="490"/>
                    </a:cubicBezTo>
                    <a:cubicBezTo>
                      <a:pt x="1330" y="846"/>
                      <a:pt x="1110" y="1829"/>
                      <a:pt x="1506" y="2815"/>
                    </a:cubicBezTo>
                    <a:lnTo>
                      <a:pt x="1506" y="2815"/>
                    </a:lnTo>
                    <a:cubicBezTo>
                      <a:pt x="953" y="2881"/>
                      <a:pt x="580" y="3188"/>
                      <a:pt x="371" y="3598"/>
                    </a:cubicBezTo>
                    <a:lnTo>
                      <a:pt x="371" y="3598"/>
                    </a:lnTo>
                    <a:cubicBezTo>
                      <a:pt x="239" y="3179"/>
                      <a:pt x="199" y="2725"/>
                      <a:pt x="233" y="2310"/>
                    </a:cubicBezTo>
                    <a:cubicBezTo>
                      <a:pt x="317" y="1366"/>
                      <a:pt x="1083" y="635"/>
                      <a:pt x="1965" y="376"/>
                    </a:cubicBezTo>
                    <a:cubicBezTo>
                      <a:pt x="2313" y="261"/>
                      <a:pt x="2683" y="205"/>
                      <a:pt x="3052" y="205"/>
                    </a:cubicBezTo>
                    <a:close/>
                    <a:moveTo>
                      <a:pt x="3684" y="2920"/>
                    </a:moveTo>
                    <a:lnTo>
                      <a:pt x="3684" y="2920"/>
                    </a:lnTo>
                    <a:cubicBezTo>
                      <a:pt x="3719" y="2931"/>
                      <a:pt x="3752" y="2945"/>
                      <a:pt x="3786" y="2960"/>
                    </a:cubicBezTo>
                    <a:lnTo>
                      <a:pt x="3786" y="2960"/>
                    </a:lnTo>
                    <a:cubicBezTo>
                      <a:pt x="3708" y="3171"/>
                      <a:pt x="3662" y="3391"/>
                      <a:pt x="3655" y="3610"/>
                    </a:cubicBezTo>
                    <a:lnTo>
                      <a:pt x="3655" y="3610"/>
                    </a:lnTo>
                    <a:cubicBezTo>
                      <a:pt x="3629" y="3567"/>
                      <a:pt x="3606" y="3522"/>
                      <a:pt x="3584" y="3477"/>
                    </a:cubicBezTo>
                    <a:lnTo>
                      <a:pt x="3584" y="3477"/>
                    </a:lnTo>
                    <a:cubicBezTo>
                      <a:pt x="3616" y="3269"/>
                      <a:pt x="3648" y="3079"/>
                      <a:pt x="3684" y="2920"/>
                    </a:cubicBezTo>
                    <a:close/>
                    <a:moveTo>
                      <a:pt x="1879" y="2968"/>
                    </a:moveTo>
                    <a:cubicBezTo>
                      <a:pt x="2109" y="3039"/>
                      <a:pt x="2301" y="3179"/>
                      <a:pt x="2475" y="3354"/>
                    </a:cubicBezTo>
                    <a:lnTo>
                      <a:pt x="2475" y="3354"/>
                    </a:lnTo>
                    <a:cubicBezTo>
                      <a:pt x="2417" y="3425"/>
                      <a:pt x="2362" y="3498"/>
                      <a:pt x="2310" y="3574"/>
                    </a:cubicBezTo>
                    <a:cubicBezTo>
                      <a:pt x="2275" y="3623"/>
                      <a:pt x="2240" y="3673"/>
                      <a:pt x="2206" y="3724"/>
                    </a:cubicBezTo>
                    <a:lnTo>
                      <a:pt x="2206" y="3724"/>
                    </a:lnTo>
                    <a:cubicBezTo>
                      <a:pt x="2078" y="3570"/>
                      <a:pt x="1968" y="3419"/>
                      <a:pt x="1882" y="3276"/>
                    </a:cubicBezTo>
                    <a:lnTo>
                      <a:pt x="1882" y="3276"/>
                    </a:lnTo>
                    <a:cubicBezTo>
                      <a:pt x="1872" y="3187"/>
                      <a:pt x="1869" y="3097"/>
                      <a:pt x="1875" y="3007"/>
                    </a:cubicBezTo>
                    <a:cubicBezTo>
                      <a:pt x="1876" y="2994"/>
                      <a:pt x="1877" y="2981"/>
                      <a:pt x="1879" y="2968"/>
                    </a:cubicBezTo>
                    <a:close/>
                    <a:moveTo>
                      <a:pt x="1956" y="3613"/>
                    </a:moveTo>
                    <a:cubicBezTo>
                      <a:pt x="2012" y="3690"/>
                      <a:pt x="2070" y="3766"/>
                      <a:pt x="2131" y="3840"/>
                    </a:cubicBezTo>
                    <a:lnTo>
                      <a:pt x="2131" y="3840"/>
                    </a:lnTo>
                    <a:cubicBezTo>
                      <a:pt x="2116" y="3865"/>
                      <a:pt x="2100" y="3891"/>
                      <a:pt x="2085" y="3916"/>
                    </a:cubicBezTo>
                    <a:lnTo>
                      <a:pt x="2085" y="3916"/>
                    </a:lnTo>
                    <a:cubicBezTo>
                      <a:pt x="2033" y="3819"/>
                      <a:pt x="1990" y="3717"/>
                      <a:pt x="1956" y="3613"/>
                    </a:cubicBezTo>
                    <a:close/>
                    <a:moveTo>
                      <a:pt x="4723" y="1867"/>
                    </a:moveTo>
                    <a:cubicBezTo>
                      <a:pt x="5277" y="2213"/>
                      <a:pt x="5639" y="2969"/>
                      <a:pt x="5475" y="3627"/>
                    </a:cubicBezTo>
                    <a:cubicBezTo>
                      <a:pt x="5420" y="3896"/>
                      <a:pt x="5235" y="4094"/>
                      <a:pt x="4998" y="4172"/>
                    </a:cubicBezTo>
                    <a:lnTo>
                      <a:pt x="4998" y="4172"/>
                    </a:lnTo>
                    <a:cubicBezTo>
                      <a:pt x="4764" y="3762"/>
                      <a:pt x="4503" y="3370"/>
                      <a:pt x="4154" y="3045"/>
                    </a:cubicBezTo>
                    <a:cubicBezTo>
                      <a:pt x="4077" y="2974"/>
                      <a:pt x="3999" y="2918"/>
                      <a:pt x="3923" y="2875"/>
                    </a:cubicBezTo>
                    <a:lnTo>
                      <a:pt x="3923" y="2875"/>
                    </a:lnTo>
                    <a:cubicBezTo>
                      <a:pt x="4091" y="2482"/>
                      <a:pt x="4376" y="2131"/>
                      <a:pt x="4723" y="1867"/>
                    </a:cubicBezTo>
                    <a:close/>
                    <a:moveTo>
                      <a:pt x="3872" y="3004"/>
                    </a:moveTo>
                    <a:cubicBezTo>
                      <a:pt x="4257" y="3221"/>
                      <a:pt x="4581" y="3685"/>
                      <a:pt x="4877" y="4200"/>
                    </a:cubicBezTo>
                    <a:lnTo>
                      <a:pt x="4877" y="4200"/>
                    </a:lnTo>
                    <a:cubicBezTo>
                      <a:pt x="4842" y="4205"/>
                      <a:pt x="4807" y="4208"/>
                      <a:pt x="4770" y="4208"/>
                    </a:cubicBezTo>
                    <a:cubicBezTo>
                      <a:pt x="4711" y="4208"/>
                      <a:pt x="4649" y="4201"/>
                      <a:pt x="4588" y="4186"/>
                    </a:cubicBezTo>
                    <a:cubicBezTo>
                      <a:pt x="4304" y="4120"/>
                      <a:pt x="4006" y="3992"/>
                      <a:pt x="3786" y="3793"/>
                    </a:cubicBezTo>
                    <a:cubicBezTo>
                      <a:pt x="3777" y="3782"/>
                      <a:pt x="3768" y="3771"/>
                      <a:pt x="3759" y="3760"/>
                    </a:cubicBezTo>
                    <a:lnTo>
                      <a:pt x="3759" y="3760"/>
                    </a:lnTo>
                    <a:cubicBezTo>
                      <a:pt x="3744" y="3502"/>
                      <a:pt x="3786" y="3247"/>
                      <a:pt x="3872" y="3004"/>
                    </a:cubicBezTo>
                    <a:close/>
                    <a:moveTo>
                      <a:pt x="3278" y="2909"/>
                    </a:moveTo>
                    <a:cubicBezTo>
                      <a:pt x="3347" y="3096"/>
                      <a:pt x="3407" y="3290"/>
                      <a:pt x="3490" y="3470"/>
                    </a:cubicBezTo>
                    <a:lnTo>
                      <a:pt x="3490" y="3470"/>
                    </a:lnTo>
                    <a:cubicBezTo>
                      <a:pt x="3446" y="3740"/>
                      <a:pt x="3408" y="4012"/>
                      <a:pt x="3365" y="4282"/>
                    </a:cubicBezTo>
                    <a:lnTo>
                      <a:pt x="3365" y="4282"/>
                    </a:lnTo>
                    <a:cubicBezTo>
                      <a:pt x="3135" y="4016"/>
                      <a:pt x="2929" y="3702"/>
                      <a:pt x="2696" y="3431"/>
                    </a:cubicBezTo>
                    <a:lnTo>
                      <a:pt x="2696" y="3431"/>
                    </a:lnTo>
                    <a:cubicBezTo>
                      <a:pt x="2684" y="3398"/>
                      <a:pt x="2672" y="3365"/>
                      <a:pt x="2662" y="3332"/>
                    </a:cubicBezTo>
                    <a:lnTo>
                      <a:pt x="2662" y="3332"/>
                    </a:lnTo>
                    <a:cubicBezTo>
                      <a:pt x="2853" y="3128"/>
                      <a:pt x="3064" y="2972"/>
                      <a:pt x="3278" y="2909"/>
                    </a:cubicBezTo>
                    <a:close/>
                    <a:moveTo>
                      <a:pt x="2561" y="3445"/>
                    </a:moveTo>
                    <a:lnTo>
                      <a:pt x="2561" y="3445"/>
                    </a:lnTo>
                    <a:cubicBezTo>
                      <a:pt x="2595" y="3483"/>
                      <a:pt x="2628" y="3522"/>
                      <a:pt x="2661" y="3561"/>
                    </a:cubicBezTo>
                    <a:lnTo>
                      <a:pt x="2661" y="3561"/>
                    </a:lnTo>
                    <a:cubicBezTo>
                      <a:pt x="2810" y="3901"/>
                      <a:pt x="3055" y="4195"/>
                      <a:pt x="3341" y="4429"/>
                    </a:cubicBezTo>
                    <a:lnTo>
                      <a:pt x="3341" y="4429"/>
                    </a:lnTo>
                    <a:cubicBezTo>
                      <a:pt x="3326" y="4522"/>
                      <a:pt x="3310" y="4614"/>
                      <a:pt x="3292" y="4705"/>
                    </a:cubicBezTo>
                    <a:lnTo>
                      <a:pt x="3292" y="4705"/>
                    </a:lnTo>
                    <a:cubicBezTo>
                      <a:pt x="2915" y="4451"/>
                      <a:pt x="2565" y="4135"/>
                      <a:pt x="2289" y="3821"/>
                    </a:cubicBezTo>
                    <a:lnTo>
                      <a:pt x="2289" y="3821"/>
                    </a:lnTo>
                    <a:cubicBezTo>
                      <a:pt x="2371" y="3689"/>
                      <a:pt x="2463" y="3562"/>
                      <a:pt x="2561" y="3445"/>
                    </a:cubicBezTo>
                    <a:close/>
                    <a:moveTo>
                      <a:pt x="5013" y="1677"/>
                    </a:moveTo>
                    <a:cubicBezTo>
                      <a:pt x="5613" y="2544"/>
                      <a:pt x="6163" y="4177"/>
                      <a:pt x="5305" y="4736"/>
                    </a:cubicBezTo>
                    <a:lnTo>
                      <a:pt x="5305" y="4736"/>
                    </a:lnTo>
                    <a:cubicBezTo>
                      <a:pt x="5218" y="4572"/>
                      <a:pt x="5132" y="4409"/>
                      <a:pt x="5041" y="4248"/>
                    </a:cubicBezTo>
                    <a:lnTo>
                      <a:pt x="5041" y="4248"/>
                    </a:lnTo>
                    <a:cubicBezTo>
                      <a:pt x="5296" y="4158"/>
                      <a:pt x="5498" y="3941"/>
                      <a:pt x="5559" y="3649"/>
                    </a:cubicBezTo>
                    <a:cubicBezTo>
                      <a:pt x="5718" y="2958"/>
                      <a:pt x="5391" y="2191"/>
                      <a:pt x="4800" y="1812"/>
                    </a:cubicBezTo>
                    <a:lnTo>
                      <a:pt x="4800" y="1812"/>
                    </a:lnTo>
                    <a:cubicBezTo>
                      <a:pt x="4869" y="1763"/>
                      <a:pt x="4940" y="1718"/>
                      <a:pt x="5013" y="1677"/>
                    </a:cubicBezTo>
                    <a:close/>
                    <a:moveTo>
                      <a:pt x="3563" y="3616"/>
                    </a:moveTo>
                    <a:cubicBezTo>
                      <a:pt x="3591" y="3666"/>
                      <a:pt x="3622" y="3715"/>
                      <a:pt x="3656" y="3763"/>
                    </a:cubicBezTo>
                    <a:lnTo>
                      <a:pt x="3656" y="3763"/>
                    </a:lnTo>
                    <a:cubicBezTo>
                      <a:pt x="3674" y="4100"/>
                      <a:pt x="3788" y="4432"/>
                      <a:pt x="4026" y="4726"/>
                    </a:cubicBezTo>
                    <a:cubicBezTo>
                      <a:pt x="4049" y="4755"/>
                      <a:pt x="4072" y="4784"/>
                      <a:pt x="4096" y="4813"/>
                    </a:cubicBezTo>
                    <a:lnTo>
                      <a:pt x="4096" y="4813"/>
                    </a:lnTo>
                    <a:cubicBezTo>
                      <a:pt x="3955" y="4766"/>
                      <a:pt x="3821" y="4699"/>
                      <a:pt x="3705" y="4609"/>
                    </a:cubicBezTo>
                    <a:cubicBezTo>
                      <a:pt x="3615" y="4541"/>
                      <a:pt x="3530" y="4461"/>
                      <a:pt x="3448" y="4374"/>
                    </a:cubicBezTo>
                    <a:lnTo>
                      <a:pt x="3448" y="4374"/>
                    </a:lnTo>
                    <a:cubicBezTo>
                      <a:pt x="3491" y="4112"/>
                      <a:pt x="3527" y="3854"/>
                      <a:pt x="3563" y="3616"/>
                    </a:cubicBezTo>
                    <a:close/>
                    <a:moveTo>
                      <a:pt x="5688" y="1423"/>
                    </a:moveTo>
                    <a:cubicBezTo>
                      <a:pt x="5961" y="1792"/>
                      <a:pt x="6138" y="2240"/>
                      <a:pt x="6173" y="2759"/>
                    </a:cubicBezTo>
                    <a:cubicBezTo>
                      <a:pt x="6206" y="3438"/>
                      <a:pt x="6160" y="4188"/>
                      <a:pt x="5756" y="4759"/>
                    </a:cubicBezTo>
                    <a:cubicBezTo>
                      <a:pt x="5736" y="4783"/>
                      <a:pt x="5715" y="4807"/>
                      <a:pt x="5694" y="4829"/>
                    </a:cubicBezTo>
                    <a:lnTo>
                      <a:pt x="5694" y="4829"/>
                    </a:lnTo>
                    <a:cubicBezTo>
                      <a:pt x="5618" y="4825"/>
                      <a:pt x="5541" y="4823"/>
                      <a:pt x="5464" y="4823"/>
                    </a:cubicBezTo>
                    <a:cubicBezTo>
                      <a:pt x="5441" y="4823"/>
                      <a:pt x="5418" y="4823"/>
                      <a:pt x="5394" y="4823"/>
                    </a:cubicBezTo>
                    <a:lnTo>
                      <a:pt x="5394" y="4823"/>
                    </a:lnTo>
                    <a:cubicBezTo>
                      <a:pt x="6087" y="4347"/>
                      <a:pt x="5886" y="3157"/>
                      <a:pt x="5577" y="2455"/>
                    </a:cubicBezTo>
                    <a:cubicBezTo>
                      <a:pt x="5462" y="2178"/>
                      <a:pt x="5307" y="1890"/>
                      <a:pt x="5119" y="1621"/>
                    </a:cubicBezTo>
                    <a:lnTo>
                      <a:pt x="5119" y="1621"/>
                    </a:lnTo>
                    <a:cubicBezTo>
                      <a:pt x="5301" y="1530"/>
                      <a:pt x="5492" y="1462"/>
                      <a:pt x="5688" y="1423"/>
                    </a:cubicBezTo>
                    <a:close/>
                    <a:moveTo>
                      <a:pt x="3771" y="3890"/>
                    </a:moveTo>
                    <a:cubicBezTo>
                      <a:pt x="3994" y="4078"/>
                      <a:pt x="4290" y="4204"/>
                      <a:pt x="4572" y="4270"/>
                    </a:cubicBezTo>
                    <a:cubicBezTo>
                      <a:pt x="4639" y="4286"/>
                      <a:pt x="4706" y="4294"/>
                      <a:pt x="4771" y="4294"/>
                    </a:cubicBezTo>
                    <a:cubicBezTo>
                      <a:pt x="4823" y="4294"/>
                      <a:pt x="4873" y="4289"/>
                      <a:pt x="4922" y="4280"/>
                    </a:cubicBezTo>
                    <a:lnTo>
                      <a:pt x="4922" y="4280"/>
                    </a:lnTo>
                    <a:cubicBezTo>
                      <a:pt x="5018" y="4449"/>
                      <a:pt x="5110" y="4623"/>
                      <a:pt x="5201" y="4794"/>
                    </a:cubicBezTo>
                    <a:lnTo>
                      <a:pt x="5201" y="4794"/>
                    </a:lnTo>
                    <a:cubicBezTo>
                      <a:pt x="5170" y="4810"/>
                      <a:pt x="5137" y="4824"/>
                      <a:pt x="5103" y="4837"/>
                    </a:cubicBezTo>
                    <a:lnTo>
                      <a:pt x="5103" y="4837"/>
                    </a:lnTo>
                    <a:cubicBezTo>
                      <a:pt x="4924" y="4850"/>
                      <a:pt x="4744" y="4872"/>
                      <a:pt x="4565" y="4897"/>
                    </a:cubicBezTo>
                    <a:lnTo>
                      <a:pt x="4565" y="4897"/>
                    </a:lnTo>
                    <a:cubicBezTo>
                      <a:pt x="4464" y="4893"/>
                      <a:pt x="4362" y="4880"/>
                      <a:pt x="4262" y="4858"/>
                    </a:cubicBezTo>
                    <a:lnTo>
                      <a:pt x="4262" y="4858"/>
                    </a:lnTo>
                    <a:cubicBezTo>
                      <a:pt x="4049" y="4623"/>
                      <a:pt x="3874" y="4355"/>
                      <a:pt x="3800" y="4051"/>
                    </a:cubicBezTo>
                    <a:cubicBezTo>
                      <a:pt x="3788" y="3997"/>
                      <a:pt x="3778" y="3943"/>
                      <a:pt x="3771" y="3890"/>
                    </a:cubicBezTo>
                    <a:close/>
                    <a:moveTo>
                      <a:pt x="6075" y="1384"/>
                    </a:moveTo>
                    <a:cubicBezTo>
                      <a:pt x="6142" y="1384"/>
                      <a:pt x="6210" y="1388"/>
                      <a:pt x="6277" y="1395"/>
                    </a:cubicBezTo>
                    <a:cubicBezTo>
                      <a:pt x="6409" y="1409"/>
                      <a:pt x="6530" y="1437"/>
                      <a:pt x="6643" y="1478"/>
                    </a:cubicBezTo>
                    <a:lnTo>
                      <a:pt x="6643" y="1478"/>
                    </a:lnTo>
                    <a:cubicBezTo>
                      <a:pt x="6857" y="1931"/>
                      <a:pt x="6954" y="2445"/>
                      <a:pt x="6942" y="2950"/>
                    </a:cubicBezTo>
                    <a:cubicBezTo>
                      <a:pt x="6916" y="3634"/>
                      <a:pt x="6766" y="4420"/>
                      <a:pt x="6330" y="4971"/>
                    </a:cubicBezTo>
                    <a:lnTo>
                      <a:pt x="6330" y="4971"/>
                    </a:lnTo>
                    <a:cubicBezTo>
                      <a:pt x="6243" y="4923"/>
                      <a:pt x="6149" y="4887"/>
                      <a:pt x="6050" y="4869"/>
                    </a:cubicBezTo>
                    <a:cubicBezTo>
                      <a:pt x="5987" y="4858"/>
                      <a:pt x="5924" y="4850"/>
                      <a:pt x="5861" y="4843"/>
                    </a:cubicBezTo>
                    <a:lnTo>
                      <a:pt x="5861" y="4843"/>
                    </a:lnTo>
                    <a:cubicBezTo>
                      <a:pt x="6179" y="4427"/>
                      <a:pt x="6334" y="3806"/>
                      <a:pt x="6331" y="3109"/>
                    </a:cubicBezTo>
                    <a:cubicBezTo>
                      <a:pt x="6359" y="2499"/>
                      <a:pt x="6180" y="1896"/>
                      <a:pt x="5845" y="1398"/>
                    </a:cubicBezTo>
                    <a:lnTo>
                      <a:pt x="5845" y="1398"/>
                    </a:lnTo>
                    <a:cubicBezTo>
                      <a:pt x="5921" y="1389"/>
                      <a:pt x="5998" y="1384"/>
                      <a:pt x="6075" y="1384"/>
                    </a:cubicBezTo>
                    <a:close/>
                    <a:moveTo>
                      <a:pt x="1551" y="2920"/>
                    </a:moveTo>
                    <a:cubicBezTo>
                      <a:pt x="1625" y="3086"/>
                      <a:pt x="1715" y="3250"/>
                      <a:pt x="1819" y="3412"/>
                    </a:cubicBezTo>
                    <a:lnTo>
                      <a:pt x="1819" y="3412"/>
                    </a:lnTo>
                    <a:cubicBezTo>
                      <a:pt x="1858" y="3611"/>
                      <a:pt x="1936" y="3809"/>
                      <a:pt x="2041" y="3993"/>
                    </a:cubicBezTo>
                    <a:lnTo>
                      <a:pt x="2041" y="3993"/>
                    </a:lnTo>
                    <a:cubicBezTo>
                      <a:pt x="1863" y="4309"/>
                      <a:pt x="1727" y="4657"/>
                      <a:pt x="1706" y="5011"/>
                    </a:cubicBezTo>
                    <a:lnTo>
                      <a:pt x="1706" y="5011"/>
                    </a:lnTo>
                    <a:cubicBezTo>
                      <a:pt x="1522" y="4956"/>
                      <a:pt x="1347" y="4878"/>
                      <a:pt x="1188" y="4770"/>
                    </a:cubicBezTo>
                    <a:cubicBezTo>
                      <a:pt x="826" y="4524"/>
                      <a:pt x="576" y="4156"/>
                      <a:pt x="421" y="3744"/>
                    </a:cubicBezTo>
                    <a:lnTo>
                      <a:pt x="421" y="3744"/>
                    </a:lnTo>
                    <a:cubicBezTo>
                      <a:pt x="608" y="3308"/>
                      <a:pt x="978" y="2978"/>
                      <a:pt x="1551" y="2920"/>
                    </a:cubicBezTo>
                    <a:close/>
                    <a:moveTo>
                      <a:pt x="3425" y="4516"/>
                    </a:moveTo>
                    <a:cubicBezTo>
                      <a:pt x="3491" y="4583"/>
                      <a:pt x="3561" y="4645"/>
                      <a:pt x="3634" y="4699"/>
                    </a:cubicBezTo>
                    <a:cubicBezTo>
                      <a:pt x="3796" y="4823"/>
                      <a:pt x="3983" y="4907"/>
                      <a:pt x="4180" y="4958"/>
                    </a:cubicBezTo>
                    <a:lnTo>
                      <a:pt x="4180" y="4958"/>
                    </a:lnTo>
                    <a:cubicBezTo>
                      <a:pt x="4066" y="4976"/>
                      <a:pt x="3951" y="4995"/>
                      <a:pt x="3837" y="5014"/>
                    </a:cubicBezTo>
                    <a:lnTo>
                      <a:pt x="3837" y="5014"/>
                    </a:lnTo>
                    <a:cubicBezTo>
                      <a:pt x="3683" y="4943"/>
                      <a:pt x="3530" y="4858"/>
                      <a:pt x="3380" y="4763"/>
                    </a:cubicBezTo>
                    <a:lnTo>
                      <a:pt x="3380" y="4763"/>
                    </a:lnTo>
                    <a:cubicBezTo>
                      <a:pt x="3396" y="4681"/>
                      <a:pt x="3411" y="4598"/>
                      <a:pt x="3425" y="4516"/>
                    </a:cubicBezTo>
                    <a:close/>
                    <a:moveTo>
                      <a:pt x="5550" y="4959"/>
                    </a:moveTo>
                    <a:cubicBezTo>
                      <a:pt x="5552" y="4959"/>
                      <a:pt x="5554" y="4959"/>
                      <a:pt x="5556" y="4959"/>
                    </a:cubicBezTo>
                    <a:lnTo>
                      <a:pt x="5556" y="4959"/>
                    </a:lnTo>
                    <a:cubicBezTo>
                      <a:pt x="5525" y="4985"/>
                      <a:pt x="5493" y="5008"/>
                      <a:pt x="5462" y="5029"/>
                    </a:cubicBezTo>
                    <a:lnTo>
                      <a:pt x="5462" y="5029"/>
                    </a:lnTo>
                    <a:cubicBezTo>
                      <a:pt x="5449" y="5007"/>
                      <a:pt x="5437" y="4984"/>
                      <a:pt x="5425" y="4962"/>
                    </a:cubicBezTo>
                    <a:lnTo>
                      <a:pt x="5425" y="4962"/>
                    </a:lnTo>
                    <a:cubicBezTo>
                      <a:pt x="5466" y="4960"/>
                      <a:pt x="5508" y="4959"/>
                      <a:pt x="5550" y="4959"/>
                    </a:cubicBezTo>
                    <a:close/>
                    <a:moveTo>
                      <a:pt x="3351" y="4912"/>
                    </a:moveTo>
                    <a:lnTo>
                      <a:pt x="3351" y="4912"/>
                    </a:lnTo>
                    <a:cubicBezTo>
                      <a:pt x="3433" y="4962"/>
                      <a:pt x="3516" y="5009"/>
                      <a:pt x="3598" y="5051"/>
                    </a:cubicBezTo>
                    <a:lnTo>
                      <a:pt x="3598" y="5051"/>
                    </a:lnTo>
                    <a:cubicBezTo>
                      <a:pt x="3503" y="5065"/>
                      <a:pt x="3408" y="5077"/>
                      <a:pt x="3312" y="5088"/>
                    </a:cubicBezTo>
                    <a:lnTo>
                      <a:pt x="3312" y="5088"/>
                    </a:lnTo>
                    <a:cubicBezTo>
                      <a:pt x="3326" y="5030"/>
                      <a:pt x="3338" y="4971"/>
                      <a:pt x="3351" y="4912"/>
                    </a:cubicBezTo>
                    <a:close/>
                    <a:moveTo>
                      <a:pt x="2216" y="3941"/>
                    </a:moveTo>
                    <a:cubicBezTo>
                      <a:pt x="2525" y="4298"/>
                      <a:pt x="2888" y="4616"/>
                      <a:pt x="3262" y="4857"/>
                    </a:cubicBezTo>
                    <a:lnTo>
                      <a:pt x="3262" y="4857"/>
                    </a:lnTo>
                    <a:cubicBezTo>
                      <a:pt x="3246" y="4939"/>
                      <a:pt x="3228" y="5019"/>
                      <a:pt x="3208" y="5100"/>
                    </a:cubicBezTo>
                    <a:lnTo>
                      <a:pt x="3208" y="5100"/>
                    </a:lnTo>
                    <a:cubicBezTo>
                      <a:pt x="3033" y="5118"/>
                      <a:pt x="2858" y="5129"/>
                      <a:pt x="2684" y="5129"/>
                    </a:cubicBezTo>
                    <a:cubicBezTo>
                      <a:pt x="2623" y="5129"/>
                      <a:pt x="2563" y="5127"/>
                      <a:pt x="2502" y="5124"/>
                    </a:cubicBezTo>
                    <a:cubicBezTo>
                      <a:pt x="2279" y="5120"/>
                      <a:pt x="2054" y="5097"/>
                      <a:pt x="1839" y="5046"/>
                    </a:cubicBezTo>
                    <a:lnTo>
                      <a:pt x="1839" y="5046"/>
                    </a:lnTo>
                    <a:cubicBezTo>
                      <a:pt x="1840" y="5000"/>
                      <a:pt x="1842" y="4953"/>
                      <a:pt x="1847" y="4904"/>
                    </a:cubicBezTo>
                    <a:cubicBezTo>
                      <a:pt x="1875" y="4689"/>
                      <a:pt x="1973" y="4406"/>
                      <a:pt x="2119" y="4120"/>
                    </a:cubicBezTo>
                    <a:lnTo>
                      <a:pt x="2119" y="4120"/>
                    </a:lnTo>
                    <a:cubicBezTo>
                      <a:pt x="2255" y="4325"/>
                      <a:pt x="2422" y="4507"/>
                      <a:pt x="2599" y="4643"/>
                    </a:cubicBezTo>
                    <a:cubicBezTo>
                      <a:pt x="2606" y="4649"/>
                      <a:pt x="2613" y="4652"/>
                      <a:pt x="2621" y="4652"/>
                    </a:cubicBezTo>
                    <a:cubicBezTo>
                      <a:pt x="2652" y="4652"/>
                      <a:pt x="2677" y="4605"/>
                      <a:pt x="2643" y="4583"/>
                    </a:cubicBezTo>
                    <a:cubicBezTo>
                      <a:pt x="2455" y="4437"/>
                      <a:pt x="2289" y="4252"/>
                      <a:pt x="2159" y="4044"/>
                    </a:cubicBezTo>
                    <a:lnTo>
                      <a:pt x="2159" y="4044"/>
                    </a:lnTo>
                    <a:cubicBezTo>
                      <a:pt x="2177" y="4010"/>
                      <a:pt x="2196" y="3975"/>
                      <a:pt x="2216" y="3941"/>
                    </a:cubicBezTo>
                    <a:close/>
                    <a:moveTo>
                      <a:pt x="4347" y="5086"/>
                    </a:moveTo>
                    <a:cubicBezTo>
                      <a:pt x="4394" y="5132"/>
                      <a:pt x="4442" y="5177"/>
                      <a:pt x="4493" y="5219"/>
                    </a:cubicBezTo>
                    <a:lnTo>
                      <a:pt x="4493" y="5219"/>
                    </a:lnTo>
                    <a:cubicBezTo>
                      <a:pt x="4366" y="5200"/>
                      <a:pt x="4237" y="5167"/>
                      <a:pt x="4108" y="5123"/>
                    </a:cubicBezTo>
                    <a:lnTo>
                      <a:pt x="4108" y="5123"/>
                    </a:lnTo>
                    <a:cubicBezTo>
                      <a:pt x="4188" y="5111"/>
                      <a:pt x="4267" y="5098"/>
                      <a:pt x="4347" y="5086"/>
                    </a:cubicBezTo>
                    <a:close/>
                    <a:moveTo>
                      <a:pt x="5293" y="4968"/>
                    </a:moveTo>
                    <a:cubicBezTo>
                      <a:pt x="5315" y="5010"/>
                      <a:pt x="5337" y="5051"/>
                      <a:pt x="5359" y="5092"/>
                    </a:cubicBezTo>
                    <a:lnTo>
                      <a:pt x="5359" y="5092"/>
                    </a:lnTo>
                    <a:cubicBezTo>
                      <a:pt x="5169" y="5194"/>
                      <a:pt x="4962" y="5239"/>
                      <a:pt x="4747" y="5239"/>
                    </a:cubicBezTo>
                    <a:cubicBezTo>
                      <a:pt x="4722" y="5239"/>
                      <a:pt x="4696" y="5239"/>
                      <a:pt x="4670" y="5237"/>
                    </a:cubicBezTo>
                    <a:lnTo>
                      <a:pt x="4670" y="5237"/>
                    </a:lnTo>
                    <a:cubicBezTo>
                      <a:pt x="4641" y="5216"/>
                      <a:pt x="4614" y="5193"/>
                      <a:pt x="4587" y="5170"/>
                    </a:cubicBezTo>
                    <a:cubicBezTo>
                      <a:pt x="4548" y="5136"/>
                      <a:pt x="4509" y="5102"/>
                      <a:pt x="4471" y="5067"/>
                    </a:cubicBezTo>
                    <a:lnTo>
                      <a:pt x="4471" y="5067"/>
                    </a:lnTo>
                    <a:cubicBezTo>
                      <a:pt x="4745" y="5026"/>
                      <a:pt x="5019" y="4989"/>
                      <a:pt x="5293" y="4968"/>
                    </a:cubicBezTo>
                    <a:close/>
                    <a:moveTo>
                      <a:pt x="5755" y="4967"/>
                    </a:moveTo>
                    <a:lnTo>
                      <a:pt x="5755" y="4967"/>
                    </a:lnTo>
                    <a:cubicBezTo>
                      <a:pt x="5924" y="4980"/>
                      <a:pt x="6090" y="5013"/>
                      <a:pt x="6235" y="5082"/>
                    </a:cubicBezTo>
                    <a:lnTo>
                      <a:pt x="6235" y="5082"/>
                    </a:lnTo>
                    <a:cubicBezTo>
                      <a:pt x="6124" y="5204"/>
                      <a:pt x="5995" y="5311"/>
                      <a:pt x="5849" y="5400"/>
                    </a:cubicBezTo>
                    <a:cubicBezTo>
                      <a:pt x="5803" y="5425"/>
                      <a:pt x="5756" y="5446"/>
                      <a:pt x="5708" y="5462"/>
                    </a:cubicBezTo>
                    <a:lnTo>
                      <a:pt x="5708" y="5462"/>
                    </a:lnTo>
                    <a:cubicBezTo>
                      <a:pt x="5704" y="5456"/>
                      <a:pt x="5701" y="5450"/>
                      <a:pt x="5697" y="5444"/>
                    </a:cubicBezTo>
                    <a:cubicBezTo>
                      <a:pt x="5640" y="5350"/>
                      <a:pt x="5585" y="5254"/>
                      <a:pt x="5531" y="5157"/>
                    </a:cubicBezTo>
                    <a:lnTo>
                      <a:pt x="5531" y="5157"/>
                    </a:lnTo>
                    <a:cubicBezTo>
                      <a:pt x="5612" y="5102"/>
                      <a:pt x="5687" y="5039"/>
                      <a:pt x="5755" y="4967"/>
                    </a:cubicBezTo>
                    <a:close/>
                    <a:moveTo>
                      <a:pt x="5428" y="5220"/>
                    </a:moveTo>
                    <a:cubicBezTo>
                      <a:pt x="5480" y="5315"/>
                      <a:pt x="5531" y="5407"/>
                      <a:pt x="5582" y="5495"/>
                    </a:cubicBezTo>
                    <a:lnTo>
                      <a:pt x="5582" y="5495"/>
                    </a:lnTo>
                    <a:cubicBezTo>
                      <a:pt x="5528" y="5505"/>
                      <a:pt x="5473" y="5510"/>
                      <a:pt x="5418" y="5510"/>
                    </a:cubicBezTo>
                    <a:cubicBezTo>
                      <a:pt x="5236" y="5510"/>
                      <a:pt x="5054" y="5459"/>
                      <a:pt x="4888" y="5374"/>
                    </a:cubicBezTo>
                    <a:lnTo>
                      <a:pt x="4888" y="5374"/>
                    </a:lnTo>
                    <a:cubicBezTo>
                      <a:pt x="5089" y="5359"/>
                      <a:pt x="5269" y="5306"/>
                      <a:pt x="5428" y="5220"/>
                    </a:cubicBezTo>
                    <a:close/>
                    <a:moveTo>
                      <a:pt x="6768" y="1529"/>
                    </a:moveTo>
                    <a:cubicBezTo>
                      <a:pt x="7450" y="1849"/>
                      <a:pt x="7755" y="2648"/>
                      <a:pt x="7873" y="3403"/>
                    </a:cubicBezTo>
                    <a:cubicBezTo>
                      <a:pt x="7976" y="4090"/>
                      <a:pt x="7976" y="4824"/>
                      <a:pt x="7699" y="5469"/>
                    </a:cubicBezTo>
                    <a:cubicBezTo>
                      <a:pt x="7540" y="5882"/>
                      <a:pt x="7161" y="6194"/>
                      <a:pt x="6734" y="6246"/>
                    </a:cubicBezTo>
                    <a:lnTo>
                      <a:pt x="6734" y="6246"/>
                    </a:lnTo>
                    <a:cubicBezTo>
                      <a:pt x="6782" y="6175"/>
                      <a:pt x="6819" y="6096"/>
                      <a:pt x="6841" y="6009"/>
                    </a:cubicBezTo>
                    <a:cubicBezTo>
                      <a:pt x="6918" y="5623"/>
                      <a:pt x="6721" y="5235"/>
                      <a:pt x="6411" y="5021"/>
                    </a:cubicBezTo>
                    <a:lnTo>
                      <a:pt x="6411" y="5021"/>
                    </a:lnTo>
                    <a:cubicBezTo>
                      <a:pt x="6568" y="4818"/>
                      <a:pt x="6691" y="4584"/>
                      <a:pt x="6770" y="4359"/>
                    </a:cubicBezTo>
                    <a:cubicBezTo>
                      <a:pt x="7103" y="3463"/>
                      <a:pt x="7138" y="2434"/>
                      <a:pt x="6774" y="1543"/>
                    </a:cubicBezTo>
                    <a:cubicBezTo>
                      <a:pt x="6772" y="1538"/>
                      <a:pt x="6770" y="1534"/>
                      <a:pt x="6768" y="1529"/>
                    </a:cubicBezTo>
                    <a:close/>
                    <a:moveTo>
                      <a:pt x="6321" y="5129"/>
                    </a:moveTo>
                    <a:cubicBezTo>
                      <a:pt x="6411" y="5186"/>
                      <a:pt x="6490" y="5260"/>
                      <a:pt x="6552" y="5358"/>
                    </a:cubicBezTo>
                    <a:cubicBezTo>
                      <a:pt x="6802" y="5736"/>
                      <a:pt x="6751" y="6031"/>
                      <a:pt x="6548" y="6253"/>
                    </a:cubicBezTo>
                    <a:lnTo>
                      <a:pt x="6548" y="6253"/>
                    </a:lnTo>
                    <a:cubicBezTo>
                      <a:pt x="6482" y="6249"/>
                      <a:pt x="6415" y="6238"/>
                      <a:pt x="6348" y="6221"/>
                    </a:cubicBezTo>
                    <a:cubicBezTo>
                      <a:pt x="6080" y="6081"/>
                      <a:pt x="5915" y="5802"/>
                      <a:pt x="5756" y="5541"/>
                    </a:cubicBezTo>
                    <a:lnTo>
                      <a:pt x="5756" y="5541"/>
                    </a:lnTo>
                    <a:cubicBezTo>
                      <a:pt x="5968" y="5459"/>
                      <a:pt x="6159" y="5311"/>
                      <a:pt x="6321" y="5129"/>
                    </a:cubicBezTo>
                    <a:close/>
                    <a:moveTo>
                      <a:pt x="1844" y="5200"/>
                    </a:moveTo>
                    <a:lnTo>
                      <a:pt x="1844" y="5200"/>
                    </a:lnTo>
                    <a:cubicBezTo>
                      <a:pt x="2060" y="5248"/>
                      <a:pt x="2282" y="5269"/>
                      <a:pt x="2498" y="5274"/>
                    </a:cubicBezTo>
                    <a:cubicBezTo>
                      <a:pt x="2531" y="5274"/>
                      <a:pt x="2564" y="5275"/>
                      <a:pt x="2596" y="5275"/>
                    </a:cubicBezTo>
                    <a:cubicBezTo>
                      <a:pt x="2789" y="5275"/>
                      <a:pt x="2980" y="5264"/>
                      <a:pt x="3171" y="5247"/>
                    </a:cubicBezTo>
                    <a:lnTo>
                      <a:pt x="3171" y="5247"/>
                    </a:lnTo>
                    <a:cubicBezTo>
                      <a:pt x="3083" y="5576"/>
                      <a:pt x="2966" y="5895"/>
                      <a:pt x="2800" y="6197"/>
                    </a:cubicBezTo>
                    <a:cubicBezTo>
                      <a:pt x="2760" y="6264"/>
                      <a:pt x="2718" y="6323"/>
                      <a:pt x="2673" y="6372"/>
                    </a:cubicBezTo>
                    <a:lnTo>
                      <a:pt x="2673" y="6372"/>
                    </a:lnTo>
                    <a:cubicBezTo>
                      <a:pt x="2220" y="6119"/>
                      <a:pt x="1889" y="5741"/>
                      <a:pt x="1844" y="5200"/>
                    </a:cubicBezTo>
                    <a:close/>
                    <a:moveTo>
                      <a:pt x="345" y="3963"/>
                    </a:moveTo>
                    <a:cubicBezTo>
                      <a:pt x="512" y="4333"/>
                      <a:pt x="761" y="4660"/>
                      <a:pt x="1104" y="4896"/>
                    </a:cubicBezTo>
                    <a:cubicBezTo>
                      <a:pt x="1290" y="5020"/>
                      <a:pt x="1493" y="5107"/>
                      <a:pt x="1704" y="5166"/>
                    </a:cubicBezTo>
                    <a:lnTo>
                      <a:pt x="1704" y="5166"/>
                    </a:lnTo>
                    <a:cubicBezTo>
                      <a:pt x="1710" y="5317"/>
                      <a:pt x="1739" y="5469"/>
                      <a:pt x="1796" y="5619"/>
                    </a:cubicBezTo>
                    <a:cubicBezTo>
                      <a:pt x="1947" y="5974"/>
                      <a:pt x="2225" y="6254"/>
                      <a:pt x="2578" y="6464"/>
                    </a:cubicBezTo>
                    <a:lnTo>
                      <a:pt x="2578" y="6464"/>
                    </a:lnTo>
                    <a:cubicBezTo>
                      <a:pt x="2440" y="6574"/>
                      <a:pt x="2285" y="6620"/>
                      <a:pt x="2124" y="6620"/>
                    </a:cubicBezTo>
                    <a:cubicBezTo>
                      <a:pt x="1754" y="6620"/>
                      <a:pt x="1349" y="6381"/>
                      <a:pt x="1042" y="6127"/>
                    </a:cubicBezTo>
                    <a:cubicBezTo>
                      <a:pt x="399" y="5661"/>
                      <a:pt x="140" y="4710"/>
                      <a:pt x="345" y="3963"/>
                    </a:cubicBezTo>
                    <a:close/>
                    <a:moveTo>
                      <a:pt x="3845" y="5163"/>
                    </a:moveTo>
                    <a:cubicBezTo>
                      <a:pt x="4162" y="5299"/>
                      <a:pt x="4448" y="5367"/>
                      <a:pt x="4704" y="5377"/>
                    </a:cubicBezTo>
                    <a:lnTo>
                      <a:pt x="4704" y="5377"/>
                    </a:lnTo>
                    <a:cubicBezTo>
                      <a:pt x="4795" y="5436"/>
                      <a:pt x="4891" y="5487"/>
                      <a:pt x="4993" y="5528"/>
                    </a:cubicBezTo>
                    <a:cubicBezTo>
                      <a:pt x="5130" y="5585"/>
                      <a:pt x="5264" y="5611"/>
                      <a:pt x="5393" y="5611"/>
                    </a:cubicBezTo>
                    <a:cubicBezTo>
                      <a:pt x="5475" y="5611"/>
                      <a:pt x="5555" y="5600"/>
                      <a:pt x="5633" y="5581"/>
                    </a:cubicBezTo>
                    <a:lnTo>
                      <a:pt x="5633" y="5581"/>
                    </a:lnTo>
                    <a:cubicBezTo>
                      <a:pt x="5756" y="5786"/>
                      <a:pt x="5879" y="5965"/>
                      <a:pt x="6005" y="6099"/>
                    </a:cubicBezTo>
                    <a:cubicBezTo>
                      <a:pt x="6085" y="6191"/>
                      <a:pt x="6183" y="6274"/>
                      <a:pt x="6304" y="6330"/>
                    </a:cubicBezTo>
                    <a:cubicBezTo>
                      <a:pt x="6346" y="6343"/>
                      <a:pt x="6389" y="6353"/>
                      <a:pt x="6433" y="6359"/>
                    </a:cubicBezTo>
                    <a:lnTo>
                      <a:pt x="6433" y="6359"/>
                    </a:lnTo>
                    <a:cubicBezTo>
                      <a:pt x="6056" y="6658"/>
                      <a:pt x="5390" y="6795"/>
                      <a:pt x="4956" y="6809"/>
                    </a:cubicBezTo>
                    <a:cubicBezTo>
                      <a:pt x="4865" y="6814"/>
                      <a:pt x="4768" y="6817"/>
                      <a:pt x="4668" y="6817"/>
                    </a:cubicBezTo>
                    <a:cubicBezTo>
                      <a:pt x="4058" y="6817"/>
                      <a:pt x="3322" y="6706"/>
                      <a:pt x="2753" y="6415"/>
                    </a:cubicBezTo>
                    <a:lnTo>
                      <a:pt x="2753" y="6415"/>
                    </a:lnTo>
                    <a:cubicBezTo>
                      <a:pt x="2996" y="6139"/>
                      <a:pt x="3158" y="5711"/>
                      <a:pt x="3277" y="5237"/>
                    </a:cubicBezTo>
                    <a:lnTo>
                      <a:pt x="3277" y="5237"/>
                    </a:lnTo>
                    <a:cubicBezTo>
                      <a:pt x="3467" y="5217"/>
                      <a:pt x="3657" y="5191"/>
                      <a:pt x="3845" y="5163"/>
                    </a:cubicBezTo>
                    <a:close/>
                    <a:moveTo>
                      <a:pt x="4702" y="0"/>
                    </a:moveTo>
                    <a:cubicBezTo>
                      <a:pt x="4645" y="0"/>
                      <a:pt x="4588" y="3"/>
                      <a:pt x="4530" y="9"/>
                    </a:cubicBezTo>
                    <a:cubicBezTo>
                      <a:pt x="4340" y="36"/>
                      <a:pt x="4160" y="88"/>
                      <a:pt x="3990" y="163"/>
                    </a:cubicBezTo>
                    <a:lnTo>
                      <a:pt x="3990" y="163"/>
                    </a:lnTo>
                    <a:cubicBezTo>
                      <a:pt x="3696" y="92"/>
                      <a:pt x="3388" y="57"/>
                      <a:pt x="3079" y="57"/>
                    </a:cubicBezTo>
                    <a:cubicBezTo>
                      <a:pt x="1672" y="57"/>
                      <a:pt x="250" y="792"/>
                      <a:pt x="78" y="2292"/>
                    </a:cubicBezTo>
                    <a:cubicBezTo>
                      <a:pt x="40" y="2792"/>
                      <a:pt x="98" y="3330"/>
                      <a:pt x="281" y="3809"/>
                    </a:cubicBezTo>
                    <a:lnTo>
                      <a:pt x="281" y="3809"/>
                    </a:lnTo>
                    <a:cubicBezTo>
                      <a:pt x="1" y="4612"/>
                      <a:pt x="261" y="5686"/>
                      <a:pt x="979" y="6207"/>
                    </a:cubicBezTo>
                    <a:cubicBezTo>
                      <a:pt x="1307" y="6454"/>
                      <a:pt x="1689" y="6725"/>
                      <a:pt x="2114" y="6725"/>
                    </a:cubicBezTo>
                    <a:cubicBezTo>
                      <a:pt x="2178" y="6725"/>
                      <a:pt x="2244" y="6719"/>
                      <a:pt x="2311" y="6705"/>
                    </a:cubicBezTo>
                    <a:cubicBezTo>
                      <a:pt x="2441" y="6669"/>
                      <a:pt x="2557" y="6602"/>
                      <a:pt x="2659" y="6510"/>
                    </a:cubicBezTo>
                    <a:lnTo>
                      <a:pt x="2659" y="6510"/>
                    </a:lnTo>
                    <a:cubicBezTo>
                      <a:pt x="3214" y="6815"/>
                      <a:pt x="3932" y="6957"/>
                      <a:pt x="4623" y="6957"/>
                    </a:cubicBezTo>
                    <a:cubicBezTo>
                      <a:pt x="5284" y="6957"/>
                      <a:pt x="5919" y="6827"/>
                      <a:pt x="6361" y="6582"/>
                    </a:cubicBezTo>
                    <a:cubicBezTo>
                      <a:pt x="6459" y="6525"/>
                      <a:pt x="6555" y="6453"/>
                      <a:pt x="6637" y="6367"/>
                    </a:cubicBezTo>
                    <a:lnTo>
                      <a:pt x="6637" y="6367"/>
                    </a:lnTo>
                    <a:cubicBezTo>
                      <a:pt x="6652" y="6367"/>
                      <a:pt x="6667" y="6366"/>
                      <a:pt x="6683" y="6364"/>
                    </a:cubicBezTo>
                    <a:cubicBezTo>
                      <a:pt x="7482" y="6340"/>
                      <a:pt x="7912" y="5525"/>
                      <a:pt x="8001" y="4820"/>
                    </a:cubicBezTo>
                    <a:cubicBezTo>
                      <a:pt x="8128" y="3789"/>
                      <a:pt x="7994" y="2546"/>
                      <a:pt x="7275" y="1745"/>
                    </a:cubicBezTo>
                    <a:cubicBezTo>
                      <a:pt x="7106" y="1584"/>
                      <a:pt x="6911" y="1468"/>
                      <a:pt x="6703" y="1392"/>
                    </a:cubicBezTo>
                    <a:lnTo>
                      <a:pt x="6703" y="1392"/>
                    </a:lnTo>
                    <a:cubicBezTo>
                      <a:pt x="6320" y="641"/>
                      <a:pt x="5563" y="0"/>
                      <a:pt x="47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0" name="Google Shape;730;p44"/>
            <p:cNvGrpSpPr/>
            <p:nvPr/>
          </p:nvGrpSpPr>
          <p:grpSpPr>
            <a:xfrm flipH="1" rot="1408159">
              <a:off x="8405794" y="289961"/>
              <a:ext cx="88545" cy="313061"/>
              <a:chOff x="1825350" y="-685725"/>
              <a:chExt cx="102125" cy="361075"/>
            </a:xfrm>
          </p:grpSpPr>
          <p:sp>
            <p:nvSpPr>
              <p:cNvPr id="731" name="Google Shape;731;p44"/>
              <p:cNvSpPr/>
              <p:nvPr/>
            </p:nvSpPr>
            <p:spPr>
              <a:xfrm>
                <a:off x="1825350" y="-685725"/>
                <a:ext cx="102125" cy="361075"/>
              </a:xfrm>
              <a:custGeom>
                <a:rect b="b" l="l" r="r" t="t"/>
                <a:pathLst>
                  <a:path extrusionOk="0" h="14443" w="4085">
                    <a:moveTo>
                      <a:pt x="352" y="0"/>
                    </a:moveTo>
                    <a:cubicBezTo>
                      <a:pt x="350" y="0"/>
                      <a:pt x="348" y="0"/>
                      <a:pt x="346" y="1"/>
                    </a:cubicBezTo>
                    <a:cubicBezTo>
                      <a:pt x="1" y="49"/>
                      <a:pt x="1684" y="4346"/>
                      <a:pt x="1967" y="7674"/>
                    </a:cubicBezTo>
                    <a:cubicBezTo>
                      <a:pt x="2250" y="10993"/>
                      <a:pt x="556" y="14442"/>
                      <a:pt x="826" y="14442"/>
                    </a:cubicBezTo>
                    <a:cubicBezTo>
                      <a:pt x="826" y="14442"/>
                      <a:pt x="827" y="14442"/>
                      <a:pt x="828" y="14442"/>
                    </a:cubicBezTo>
                    <a:cubicBezTo>
                      <a:pt x="1106" y="14426"/>
                      <a:pt x="4013" y="10965"/>
                      <a:pt x="4049" y="7421"/>
                    </a:cubicBezTo>
                    <a:cubicBezTo>
                      <a:pt x="4084" y="3898"/>
                      <a:pt x="715" y="0"/>
                      <a:pt x="35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2" name="Google Shape;732;p44"/>
              <p:cNvSpPr/>
              <p:nvPr/>
            </p:nvSpPr>
            <p:spPr>
              <a:xfrm>
                <a:off x="1875075" y="-548750"/>
                <a:ext cx="11550" cy="112475"/>
              </a:xfrm>
              <a:custGeom>
                <a:rect b="b" l="l" r="r" t="t"/>
                <a:pathLst>
                  <a:path extrusionOk="0" h="4499" w="462">
                    <a:moveTo>
                      <a:pt x="101" y="1"/>
                    </a:moveTo>
                    <a:lnTo>
                      <a:pt x="1" y="24"/>
                    </a:lnTo>
                    <a:cubicBezTo>
                      <a:pt x="1" y="24"/>
                      <a:pt x="13" y="94"/>
                      <a:pt x="35" y="215"/>
                    </a:cubicBezTo>
                    <a:cubicBezTo>
                      <a:pt x="55" y="337"/>
                      <a:pt x="99" y="510"/>
                      <a:pt x="122" y="717"/>
                    </a:cubicBezTo>
                    <a:cubicBezTo>
                      <a:pt x="136" y="820"/>
                      <a:pt x="151" y="932"/>
                      <a:pt x="168" y="1051"/>
                    </a:cubicBezTo>
                    <a:cubicBezTo>
                      <a:pt x="186" y="1168"/>
                      <a:pt x="187" y="1296"/>
                      <a:pt x="202" y="1426"/>
                    </a:cubicBezTo>
                    <a:cubicBezTo>
                      <a:pt x="233" y="1686"/>
                      <a:pt x="232" y="1966"/>
                      <a:pt x="244" y="2244"/>
                    </a:cubicBezTo>
                    <a:cubicBezTo>
                      <a:pt x="243" y="2524"/>
                      <a:pt x="250" y="2804"/>
                      <a:pt x="233" y="3066"/>
                    </a:cubicBezTo>
                    <a:cubicBezTo>
                      <a:pt x="225" y="3328"/>
                      <a:pt x="210" y="3573"/>
                      <a:pt x="195" y="3784"/>
                    </a:cubicBezTo>
                    <a:cubicBezTo>
                      <a:pt x="165" y="4205"/>
                      <a:pt x="145" y="4485"/>
                      <a:pt x="145" y="4485"/>
                    </a:cubicBezTo>
                    <a:lnTo>
                      <a:pt x="246" y="4499"/>
                    </a:lnTo>
                    <a:cubicBezTo>
                      <a:pt x="246" y="4499"/>
                      <a:pt x="259" y="4429"/>
                      <a:pt x="281" y="4308"/>
                    </a:cubicBezTo>
                    <a:cubicBezTo>
                      <a:pt x="299" y="4185"/>
                      <a:pt x="340" y="4012"/>
                      <a:pt x="362" y="3800"/>
                    </a:cubicBezTo>
                    <a:cubicBezTo>
                      <a:pt x="386" y="3589"/>
                      <a:pt x="422" y="3343"/>
                      <a:pt x="435" y="3077"/>
                    </a:cubicBezTo>
                    <a:cubicBezTo>
                      <a:pt x="457" y="2811"/>
                      <a:pt x="455" y="2526"/>
                      <a:pt x="462" y="2241"/>
                    </a:cubicBezTo>
                    <a:cubicBezTo>
                      <a:pt x="446" y="1956"/>
                      <a:pt x="440" y="1672"/>
                      <a:pt x="404" y="1406"/>
                    </a:cubicBezTo>
                    <a:cubicBezTo>
                      <a:pt x="388" y="1274"/>
                      <a:pt x="379" y="1145"/>
                      <a:pt x="353" y="1024"/>
                    </a:cubicBezTo>
                    <a:cubicBezTo>
                      <a:pt x="329" y="902"/>
                      <a:pt x="307" y="789"/>
                      <a:pt x="286" y="682"/>
                    </a:cubicBezTo>
                    <a:cubicBezTo>
                      <a:pt x="251" y="470"/>
                      <a:pt x="186" y="307"/>
                      <a:pt x="157" y="187"/>
                    </a:cubicBezTo>
                    <a:cubicBezTo>
                      <a:pt x="121" y="68"/>
                      <a:pt x="101" y="1"/>
                      <a:pt x="1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3" name="Google Shape;733;p44"/>
            <p:cNvGrpSpPr/>
            <p:nvPr/>
          </p:nvGrpSpPr>
          <p:grpSpPr>
            <a:xfrm rot="-2700000">
              <a:off x="8114350" y="326548"/>
              <a:ext cx="122337" cy="168848"/>
              <a:chOff x="2916600" y="-617325"/>
              <a:chExt cx="184250" cy="254300"/>
            </a:xfrm>
          </p:grpSpPr>
          <p:sp>
            <p:nvSpPr>
              <p:cNvPr id="734" name="Google Shape;734;p44"/>
              <p:cNvSpPr/>
              <p:nvPr/>
            </p:nvSpPr>
            <p:spPr>
              <a:xfrm>
                <a:off x="2916600" y="-617325"/>
                <a:ext cx="184250" cy="254300"/>
              </a:xfrm>
              <a:custGeom>
                <a:rect b="b" l="l" r="r" t="t"/>
                <a:pathLst>
                  <a:path extrusionOk="0" h="10172" w="7370">
                    <a:moveTo>
                      <a:pt x="3449" y="1"/>
                    </a:moveTo>
                    <a:cubicBezTo>
                      <a:pt x="1" y="1"/>
                      <a:pt x="1027" y="10171"/>
                      <a:pt x="1490" y="10171"/>
                    </a:cubicBezTo>
                    <a:cubicBezTo>
                      <a:pt x="1502" y="10171"/>
                      <a:pt x="1514" y="10165"/>
                      <a:pt x="1525" y="10150"/>
                    </a:cubicBezTo>
                    <a:cubicBezTo>
                      <a:pt x="2090" y="9433"/>
                      <a:pt x="7370" y="362"/>
                      <a:pt x="3622" y="9"/>
                    </a:cubicBezTo>
                    <a:cubicBezTo>
                      <a:pt x="3563" y="3"/>
                      <a:pt x="3505" y="1"/>
                      <a:pt x="34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5" name="Google Shape;735;p44"/>
              <p:cNvSpPr/>
              <p:nvPr/>
            </p:nvSpPr>
            <p:spPr>
              <a:xfrm>
                <a:off x="2965150" y="-602650"/>
                <a:ext cx="62000" cy="205775"/>
              </a:xfrm>
              <a:custGeom>
                <a:rect b="b" l="l" r="r" t="t"/>
                <a:pathLst>
                  <a:path extrusionOk="0" h="8231" w="2480">
                    <a:moveTo>
                      <a:pt x="2233" y="1"/>
                    </a:moveTo>
                    <a:cubicBezTo>
                      <a:pt x="2233" y="1"/>
                      <a:pt x="2223" y="134"/>
                      <a:pt x="2208" y="369"/>
                    </a:cubicBezTo>
                    <a:cubicBezTo>
                      <a:pt x="2185" y="601"/>
                      <a:pt x="2196" y="945"/>
                      <a:pt x="2131" y="1334"/>
                    </a:cubicBezTo>
                    <a:cubicBezTo>
                      <a:pt x="2105" y="1530"/>
                      <a:pt x="2077" y="1742"/>
                      <a:pt x="2047" y="1965"/>
                    </a:cubicBezTo>
                    <a:cubicBezTo>
                      <a:pt x="2020" y="2190"/>
                      <a:pt x="1954" y="2424"/>
                      <a:pt x="1914" y="2669"/>
                    </a:cubicBezTo>
                    <a:cubicBezTo>
                      <a:pt x="1865" y="2912"/>
                      <a:pt x="1826" y="3166"/>
                      <a:pt x="1752" y="3416"/>
                    </a:cubicBezTo>
                    <a:cubicBezTo>
                      <a:pt x="1685" y="3669"/>
                      <a:pt x="1617" y="3926"/>
                      <a:pt x="1550" y="4182"/>
                    </a:cubicBezTo>
                    <a:cubicBezTo>
                      <a:pt x="1389" y="4687"/>
                      <a:pt x="1251" y="5202"/>
                      <a:pt x="1061" y="5663"/>
                    </a:cubicBezTo>
                    <a:cubicBezTo>
                      <a:pt x="974" y="5896"/>
                      <a:pt x="890" y="6121"/>
                      <a:pt x="811" y="6336"/>
                    </a:cubicBezTo>
                    <a:cubicBezTo>
                      <a:pt x="721" y="6546"/>
                      <a:pt x="636" y="6745"/>
                      <a:pt x="557" y="6928"/>
                    </a:cubicBezTo>
                    <a:cubicBezTo>
                      <a:pt x="409" y="7299"/>
                      <a:pt x="253" y="7594"/>
                      <a:pt x="156" y="7806"/>
                    </a:cubicBezTo>
                    <a:cubicBezTo>
                      <a:pt x="56" y="8018"/>
                      <a:pt x="0" y="8138"/>
                      <a:pt x="0" y="8138"/>
                    </a:cubicBezTo>
                    <a:lnTo>
                      <a:pt x="159" y="8230"/>
                    </a:lnTo>
                    <a:cubicBezTo>
                      <a:pt x="159" y="8230"/>
                      <a:pt x="230" y="8115"/>
                      <a:pt x="351" y="7912"/>
                    </a:cubicBezTo>
                    <a:cubicBezTo>
                      <a:pt x="466" y="7705"/>
                      <a:pt x="659" y="7424"/>
                      <a:pt x="828" y="7056"/>
                    </a:cubicBezTo>
                    <a:cubicBezTo>
                      <a:pt x="1009" y="6692"/>
                      <a:pt x="1219" y="6267"/>
                      <a:pt x="1399" y="5792"/>
                    </a:cubicBezTo>
                    <a:cubicBezTo>
                      <a:pt x="1601" y="5325"/>
                      <a:pt x="1750" y="4803"/>
                      <a:pt x="1923" y="4290"/>
                    </a:cubicBezTo>
                    <a:cubicBezTo>
                      <a:pt x="2050" y="3762"/>
                      <a:pt x="2199" y="3239"/>
                      <a:pt x="2270" y="2735"/>
                    </a:cubicBezTo>
                    <a:cubicBezTo>
                      <a:pt x="2311" y="2483"/>
                      <a:pt x="2364" y="2244"/>
                      <a:pt x="2379" y="2008"/>
                    </a:cubicBezTo>
                    <a:cubicBezTo>
                      <a:pt x="2397" y="1774"/>
                      <a:pt x="2414" y="1552"/>
                      <a:pt x="2430" y="1348"/>
                    </a:cubicBezTo>
                    <a:cubicBezTo>
                      <a:pt x="2479" y="938"/>
                      <a:pt x="2426" y="608"/>
                      <a:pt x="2431" y="372"/>
                    </a:cubicBezTo>
                    <a:cubicBezTo>
                      <a:pt x="2421" y="137"/>
                      <a:pt x="2416" y="3"/>
                      <a:pt x="2416" y="3"/>
                    </a:cubicBezTo>
                    <a:lnTo>
                      <a:pt x="2233" y="1"/>
                    </a:lnTo>
                    <a:close/>
                  </a:path>
                </a:pathLst>
              </a:custGeom>
              <a:solidFill>
                <a:srgbClr val="3C35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6" name="Google Shape;736;p44"/>
            <p:cNvGrpSpPr/>
            <p:nvPr/>
          </p:nvGrpSpPr>
          <p:grpSpPr>
            <a:xfrm rot="-1167920">
              <a:off x="8224693" y="533252"/>
              <a:ext cx="136568" cy="134175"/>
              <a:chOff x="5397687" y="2595834"/>
              <a:chExt cx="157527" cy="154767"/>
            </a:xfrm>
          </p:grpSpPr>
          <p:sp>
            <p:nvSpPr>
              <p:cNvPr id="737" name="Google Shape;737;p44"/>
              <p:cNvSpPr/>
              <p:nvPr/>
            </p:nvSpPr>
            <p:spPr>
              <a:xfrm>
                <a:off x="5426122" y="2595834"/>
                <a:ext cx="100237" cy="154767"/>
              </a:xfrm>
              <a:custGeom>
                <a:rect b="b" l="l" r="r" t="t"/>
                <a:pathLst>
                  <a:path extrusionOk="0" h="3701" w="2397">
                    <a:moveTo>
                      <a:pt x="1430" y="0"/>
                    </a:moveTo>
                    <a:cubicBezTo>
                      <a:pt x="1422" y="0"/>
                      <a:pt x="1416" y="1"/>
                      <a:pt x="1412" y="3"/>
                    </a:cubicBezTo>
                    <a:cubicBezTo>
                      <a:pt x="1412" y="3"/>
                      <a:pt x="1" y="3234"/>
                      <a:pt x="26" y="3295"/>
                    </a:cubicBezTo>
                    <a:cubicBezTo>
                      <a:pt x="50" y="3354"/>
                      <a:pt x="840" y="3701"/>
                      <a:pt x="972" y="3701"/>
                    </a:cubicBezTo>
                    <a:cubicBezTo>
                      <a:pt x="978" y="3701"/>
                      <a:pt x="982" y="3700"/>
                      <a:pt x="986" y="3699"/>
                    </a:cubicBezTo>
                    <a:cubicBezTo>
                      <a:pt x="1063" y="3668"/>
                      <a:pt x="2396" y="469"/>
                      <a:pt x="2371" y="407"/>
                    </a:cubicBezTo>
                    <a:cubicBezTo>
                      <a:pt x="2347" y="348"/>
                      <a:pt x="1584" y="0"/>
                      <a:pt x="14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8" name="Google Shape;738;p44"/>
              <p:cNvSpPr/>
              <p:nvPr/>
            </p:nvSpPr>
            <p:spPr>
              <a:xfrm>
                <a:off x="5397687" y="2624647"/>
                <a:ext cx="157527" cy="98104"/>
              </a:xfrm>
              <a:custGeom>
                <a:rect b="b" l="l" r="r" t="t"/>
                <a:pathLst>
                  <a:path extrusionOk="0" h="2346" w="3767">
                    <a:moveTo>
                      <a:pt x="445" y="0"/>
                    </a:moveTo>
                    <a:cubicBezTo>
                      <a:pt x="444" y="0"/>
                      <a:pt x="443" y="0"/>
                      <a:pt x="442" y="0"/>
                    </a:cubicBezTo>
                    <a:cubicBezTo>
                      <a:pt x="380" y="26"/>
                      <a:pt x="0" y="867"/>
                      <a:pt x="39" y="960"/>
                    </a:cubicBezTo>
                    <a:cubicBezTo>
                      <a:pt x="39" y="960"/>
                      <a:pt x="3212" y="2346"/>
                      <a:pt x="3329" y="2346"/>
                    </a:cubicBezTo>
                    <a:cubicBezTo>
                      <a:pt x="3330" y="2346"/>
                      <a:pt x="3331" y="2346"/>
                      <a:pt x="3331" y="2346"/>
                    </a:cubicBezTo>
                    <a:cubicBezTo>
                      <a:pt x="3393" y="2320"/>
                      <a:pt x="3766" y="1464"/>
                      <a:pt x="3735" y="1386"/>
                    </a:cubicBezTo>
                    <a:cubicBezTo>
                      <a:pt x="3704" y="1310"/>
                      <a:pt x="564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39" name="Google Shape;739;p44"/>
          <p:cNvSpPr txBox="1"/>
          <p:nvPr/>
        </p:nvSpPr>
        <p:spPr>
          <a:xfrm>
            <a:off x="1250375" y="1905425"/>
            <a:ext cx="20988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FOR EXPERTS:</a:t>
            </a:r>
            <a:endParaRPr b="1" i="1" sz="16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40" name="Google Shape;740;p44"/>
          <p:cNvSpPr txBox="1"/>
          <p:nvPr/>
        </p:nvSpPr>
        <p:spPr>
          <a:xfrm>
            <a:off x="5072400" y="1905425"/>
            <a:ext cx="20988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FOR PATIENTS:</a:t>
            </a:r>
            <a:endParaRPr b="1" i="1" sz="16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45"/>
          <p:cNvSpPr/>
          <p:nvPr/>
        </p:nvSpPr>
        <p:spPr>
          <a:xfrm>
            <a:off x="1530175" y="828375"/>
            <a:ext cx="4769100" cy="3495000"/>
          </a:xfrm>
          <a:prstGeom prst="round2DiagRect">
            <a:avLst>
              <a:gd fmla="val 36402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45"/>
          <p:cNvSpPr txBox="1"/>
          <p:nvPr>
            <p:ph type="title"/>
          </p:nvPr>
        </p:nvSpPr>
        <p:spPr>
          <a:xfrm>
            <a:off x="1424875" y="939650"/>
            <a:ext cx="4979700" cy="293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lt1"/>
                </a:solidFill>
              </a:rPr>
              <a:t>DETECTION</a:t>
            </a:r>
            <a:endParaRPr sz="44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lt1"/>
                </a:solidFill>
              </a:rPr>
              <a:t> AND CLASSIFICATIO</a:t>
            </a:r>
            <a:r>
              <a:rPr lang="en" sz="4600">
                <a:solidFill>
                  <a:schemeClr val="lt1"/>
                </a:solidFill>
              </a:rPr>
              <a:t>N</a:t>
            </a:r>
            <a:endParaRPr sz="4600">
              <a:solidFill>
                <a:schemeClr val="lt1"/>
              </a:solidFill>
            </a:endParaRPr>
          </a:p>
        </p:txBody>
      </p:sp>
      <p:sp>
        <p:nvSpPr>
          <p:cNvPr id="747" name="Google Shape;747;p45"/>
          <p:cNvSpPr txBox="1"/>
          <p:nvPr>
            <p:ph idx="2" type="title"/>
          </p:nvPr>
        </p:nvSpPr>
        <p:spPr>
          <a:xfrm>
            <a:off x="130850" y="1618550"/>
            <a:ext cx="1839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748" name="Google Shape;748;p45"/>
          <p:cNvGrpSpPr/>
          <p:nvPr/>
        </p:nvGrpSpPr>
        <p:grpSpPr>
          <a:xfrm>
            <a:off x="6467229" y="1953921"/>
            <a:ext cx="2525689" cy="3189448"/>
            <a:chOff x="5041625" y="4441200"/>
            <a:chExt cx="911900" cy="1151550"/>
          </a:xfrm>
        </p:grpSpPr>
        <p:sp>
          <p:nvSpPr>
            <p:cNvPr id="749" name="Google Shape;749;p45"/>
            <p:cNvSpPr/>
            <p:nvPr/>
          </p:nvSpPr>
          <p:spPr>
            <a:xfrm>
              <a:off x="5443250" y="4484900"/>
              <a:ext cx="59925" cy="92525"/>
            </a:xfrm>
            <a:custGeom>
              <a:rect b="b" l="l" r="r" t="t"/>
              <a:pathLst>
                <a:path extrusionOk="0" h="3701" w="2397">
                  <a:moveTo>
                    <a:pt x="1430" y="0"/>
                  </a:moveTo>
                  <a:cubicBezTo>
                    <a:pt x="1422" y="0"/>
                    <a:pt x="1416" y="1"/>
                    <a:pt x="1412" y="3"/>
                  </a:cubicBezTo>
                  <a:cubicBezTo>
                    <a:pt x="1412" y="3"/>
                    <a:pt x="1" y="3234"/>
                    <a:pt x="26" y="3295"/>
                  </a:cubicBezTo>
                  <a:cubicBezTo>
                    <a:pt x="50" y="3354"/>
                    <a:pt x="840" y="3701"/>
                    <a:pt x="972" y="3701"/>
                  </a:cubicBezTo>
                  <a:cubicBezTo>
                    <a:pt x="978" y="3701"/>
                    <a:pt x="982" y="3700"/>
                    <a:pt x="986" y="3699"/>
                  </a:cubicBezTo>
                  <a:cubicBezTo>
                    <a:pt x="1063" y="3668"/>
                    <a:pt x="2396" y="469"/>
                    <a:pt x="2371" y="407"/>
                  </a:cubicBezTo>
                  <a:cubicBezTo>
                    <a:pt x="2347" y="348"/>
                    <a:pt x="1584" y="0"/>
                    <a:pt x="14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45"/>
            <p:cNvSpPr/>
            <p:nvPr/>
          </p:nvSpPr>
          <p:spPr>
            <a:xfrm>
              <a:off x="5426250" y="4502125"/>
              <a:ext cx="94175" cy="58650"/>
            </a:xfrm>
            <a:custGeom>
              <a:rect b="b" l="l" r="r" t="t"/>
              <a:pathLst>
                <a:path extrusionOk="0" h="2346" w="3767">
                  <a:moveTo>
                    <a:pt x="445" y="0"/>
                  </a:moveTo>
                  <a:cubicBezTo>
                    <a:pt x="444" y="0"/>
                    <a:pt x="443" y="0"/>
                    <a:pt x="442" y="0"/>
                  </a:cubicBezTo>
                  <a:cubicBezTo>
                    <a:pt x="380" y="26"/>
                    <a:pt x="0" y="867"/>
                    <a:pt x="39" y="960"/>
                  </a:cubicBezTo>
                  <a:cubicBezTo>
                    <a:pt x="39" y="960"/>
                    <a:pt x="3212" y="2346"/>
                    <a:pt x="3329" y="2346"/>
                  </a:cubicBezTo>
                  <a:cubicBezTo>
                    <a:pt x="3330" y="2346"/>
                    <a:pt x="3331" y="2346"/>
                    <a:pt x="3331" y="2346"/>
                  </a:cubicBezTo>
                  <a:cubicBezTo>
                    <a:pt x="3393" y="2320"/>
                    <a:pt x="3766" y="1464"/>
                    <a:pt x="3735" y="1386"/>
                  </a:cubicBezTo>
                  <a:cubicBezTo>
                    <a:pt x="3704" y="1310"/>
                    <a:pt x="564" y="0"/>
                    <a:pt x="44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45"/>
            <p:cNvSpPr/>
            <p:nvPr/>
          </p:nvSpPr>
          <p:spPr>
            <a:xfrm>
              <a:off x="5414975" y="4587125"/>
              <a:ext cx="25825" cy="47250"/>
            </a:xfrm>
            <a:custGeom>
              <a:rect b="b" l="l" r="r" t="t"/>
              <a:pathLst>
                <a:path extrusionOk="0" h="1890" w="1033">
                  <a:moveTo>
                    <a:pt x="497" y="1"/>
                  </a:moveTo>
                  <a:cubicBezTo>
                    <a:pt x="422" y="1"/>
                    <a:pt x="24" y="107"/>
                    <a:pt x="1" y="149"/>
                  </a:cubicBezTo>
                  <a:cubicBezTo>
                    <a:pt x="1" y="149"/>
                    <a:pt x="475" y="1872"/>
                    <a:pt x="505" y="1888"/>
                  </a:cubicBezTo>
                  <a:cubicBezTo>
                    <a:pt x="507" y="1889"/>
                    <a:pt x="510" y="1890"/>
                    <a:pt x="515" y="1890"/>
                  </a:cubicBezTo>
                  <a:cubicBezTo>
                    <a:pt x="589" y="1890"/>
                    <a:pt x="992" y="1777"/>
                    <a:pt x="1012" y="1741"/>
                  </a:cubicBezTo>
                  <a:cubicBezTo>
                    <a:pt x="1032" y="1705"/>
                    <a:pt x="538" y="19"/>
                    <a:pt x="508" y="2"/>
                  </a:cubicBezTo>
                  <a:cubicBezTo>
                    <a:pt x="506" y="1"/>
                    <a:pt x="503" y="1"/>
                    <a:pt x="4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45"/>
            <p:cNvSpPr/>
            <p:nvPr/>
          </p:nvSpPr>
          <p:spPr>
            <a:xfrm>
              <a:off x="5403800" y="4598125"/>
              <a:ext cx="48000" cy="25325"/>
            </a:xfrm>
            <a:custGeom>
              <a:rect b="b" l="l" r="r" t="t"/>
              <a:pathLst>
                <a:path extrusionOk="0" h="1013" w="1920">
                  <a:moveTo>
                    <a:pt x="1753" y="1"/>
                  </a:moveTo>
                  <a:cubicBezTo>
                    <a:pt x="1653" y="1"/>
                    <a:pt x="33" y="476"/>
                    <a:pt x="17" y="505"/>
                  </a:cubicBezTo>
                  <a:cubicBezTo>
                    <a:pt x="1" y="535"/>
                    <a:pt x="120" y="988"/>
                    <a:pt x="164" y="1012"/>
                  </a:cubicBezTo>
                  <a:cubicBezTo>
                    <a:pt x="164" y="1012"/>
                    <a:pt x="1887" y="538"/>
                    <a:pt x="1903" y="509"/>
                  </a:cubicBezTo>
                  <a:cubicBezTo>
                    <a:pt x="1920" y="479"/>
                    <a:pt x="1794" y="22"/>
                    <a:pt x="1757" y="1"/>
                  </a:cubicBezTo>
                  <a:cubicBezTo>
                    <a:pt x="1756" y="1"/>
                    <a:pt x="1755" y="1"/>
                    <a:pt x="17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45"/>
            <p:cNvSpPr/>
            <p:nvPr/>
          </p:nvSpPr>
          <p:spPr>
            <a:xfrm>
              <a:off x="5076725" y="5231975"/>
              <a:ext cx="22750" cy="34375"/>
            </a:xfrm>
            <a:custGeom>
              <a:rect b="b" l="l" r="r" t="t"/>
              <a:pathLst>
                <a:path extrusionOk="0" h="1375" w="910">
                  <a:moveTo>
                    <a:pt x="862" y="0"/>
                  </a:moveTo>
                  <a:cubicBezTo>
                    <a:pt x="858" y="0"/>
                    <a:pt x="853" y="1"/>
                    <a:pt x="849" y="3"/>
                  </a:cubicBezTo>
                  <a:cubicBezTo>
                    <a:pt x="334" y="204"/>
                    <a:pt x="1" y="827"/>
                    <a:pt x="230" y="1354"/>
                  </a:cubicBezTo>
                  <a:cubicBezTo>
                    <a:pt x="235" y="1368"/>
                    <a:pt x="247" y="1374"/>
                    <a:pt x="259" y="1374"/>
                  </a:cubicBezTo>
                  <a:cubicBezTo>
                    <a:pt x="279" y="1374"/>
                    <a:pt x="298" y="1359"/>
                    <a:pt x="294" y="1336"/>
                  </a:cubicBezTo>
                  <a:cubicBezTo>
                    <a:pt x="190" y="827"/>
                    <a:pt x="461" y="340"/>
                    <a:pt x="882" y="62"/>
                  </a:cubicBezTo>
                  <a:cubicBezTo>
                    <a:pt x="909" y="43"/>
                    <a:pt x="891" y="0"/>
                    <a:pt x="8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45"/>
            <p:cNvSpPr/>
            <p:nvPr/>
          </p:nvSpPr>
          <p:spPr>
            <a:xfrm>
              <a:off x="5121425" y="4709350"/>
              <a:ext cx="619225" cy="683125"/>
            </a:xfrm>
            <a:custGeom>
              <a:rect b="b" l="l" r="r" t="t"/>
              <a:pathLst>
                <a:path extrusionOk="0" h="27325" w="24769">
                  <a:moveTo>
                    <a:pt x="9111" y="1"/>
                  </a:moveTo>
                  <a:cubicBezTo>
                    <a:pt x="7634" y="1"/>
                    <a:pt x="6055" y="2062"/>
                    <a:pt x="5890" y="2095"/>
                  </a:cubicBezTo>
                  <a:cubicBezTo>
                    <a:pt x="5887" y="2095"/>
                    <a:pt x="5884" y="2096"/>
                    <a:pt x="5880" y="2096"/>
                  </a:cubicBezTo>
                  <a:cubicBezTo>
                    <a:pt x="5703" y="2096"/>
                    <a:pt x="5447" y="1208"/>
                    <a:pt x="4577" y="1208"/>
                  </a:cubicBezTo>
                  <a:cubicBezTo>
                    <a:pt x="3690" y="1208"/>
                    <a:pt x="3406" y="2556"/>
                    <a:pt x="3018" y="2911"/>
                  </a:cubicBezTo>
                  <a:cubicBezTo>
                    <a:pt x="2628" y="3266"/>
                    <a:pt x="1704" y="2947"/>
                    <a:pt x="851" y="4650"/>
                  </a:cubicBezTo>
                  <a:cubicBezTo>
                    <a:pt x="0" y="6353"/>
                    <a:pt x="1242" y="9618"/>
                    <a:pt x="1408" y="9984"/>
                  </a:cubicBezTo>
                  <a:lnTo>
                    <a:pt x="11816" y="23847"/>
                  </a:lnTo>
                  <a:lnTo>
                    <a:pt x="18606" y="27325"/>
                  </a:lnTo>
                  <a:cubicBezTo>
                    <a:pt x="18606" y="27325"/>
                    <a:pt x="19268" y="22180"/>
                    <a:pt x="19446" y="21791"/>
                  </a:cubicBezTo>
                  <a:cubicBezTo>
                    <a:pt x="19623" y="21403"/>
                    <a:pt x="21539" y="20831"/>
                    <a:pt x="22355" y="20334"/>
                  </a:cubicBezTo>
                  <a:cubicBezTo>
                    <a:pt x="23171" y="19837"/>
                    <a:pt x="22532" y="18879"/>
                    <a:pt x="22604" y="18738"/>
                  </a:cubicBezTo>
                  <a:cubicBezTo>
                    <a:pt x="22616" y="18712"/>
                    <a:pt x="22649" y="18706"/>
                    <a:pt x="22697" y="18706"/>
                  </a:cubicBezTo>
                  <a:cubicBezTo>
                    <a:pt x="22746" y="18706"/>
                    <a:pt x="22811" y="18713"/>
                    <a:pt x="22889" y="18713"/>
                  </a:cubicBezTo>
                  <a:cubicBezTo>
                    <a:pt x="23169" y="18713"/>
                    <a:pt x="23611" y="18628"/>
                    <a:pt x="24023" y="17851"/>
                  </a:cubicBezTo>
                  <a:cubicBezTo>
                    <a:pt x="24662" y="16644"/>
                    <a:pt x="24023" y="15260"/>
                    <a:pt x="23988" y="15083"/>
                  </a:cubicBezTo>
                  <a:cubicBezTo>
                    <a:pt x="23952" y="14905"/>
                    <a:pt x="24342" y="14834"/>
                    <a:pt x="24555" y="14408"/>
                  </a:cubicBezTo>
                  <a:cubicBezTo>
                    <a:pt x="24768" y="13983"/>
                    <a:pt x="24023" y="13486"/>
                    <a:pt x="23988" y="13343"/>
                  </a:cubicBezTo>
                  <a:cubicBezTo>
                    <a:pt x="23952" y="13202"/>
                    <a:pt x="24555" y="12953"/>
                    <a:pt x="24555" y="12563"/>
                  </a:cubicBezTo>
                  <a:cubicBezTo>
                    <a:pt x="24555" y="12172"/>
                    <a:pt x="23810" y="12172"/>
                    <a:pt x="23775" y="11925"/>
                  </a:cubicBezTo>
                  <a:cubicBezTo>
                    <a:pt x="23739" y="11676"/>
                    <a:pt x="24697" y="11002"/>
                    <a:pt x="24094" y="9298"/>
                  </a:cubicBezTo>
                  <a:cubicBezTo>
                    <a:pt x="23491" y="7595"/>
                    <a:pt x="21717" y="7808"/>
                    <a:pt x="21539" y="7560"/>
                  </a:cubicBezTo>
                  <a:cubicBezTo>
                    <a:pt x="21361" y="7311"/>
                    <a:pt x="21858" y="5963"/>
                    <a:pt x="21326" y="4650"/>
                  </a:cubicBezTo>
                  <a:cubicBezTo>
                    <a:pt x="20984" y="3807"/>
                    <a:pt x="20189" y="3695"/>
                    <a:pt x="19644" y="3695"/>
                  </a:cubicBezTo>
                  <a:cubicBezTo>
                    <a:pt x="19449" y="3695"/>
                    <a:pt x="19286" y="3710"/>
                    <a:pt x="19188" y="3710"/>
                  </a:cubicBezTo>
                  <a:cubicBezTo>
                    <a:pt x="19134" y="3710"/>
                    <a:pt x="19099" y="3705"/>
                    <a:pt x="19090" y="3692"/>
                  </a:cubicBezTo>
                  <a:cubicBezTo>
                    <a:pt x="19020" y="3585"/>
                    <a:pt x="18556" y="2427"/>
                    <a:pt x="17846" y="2107"/>
                  </a:cubicBezTo>
                  <a:cubicBezTo>
                    <a:pt x="17732" y="2056"/>
                    <a:pt x="17612" y="2034"/>
                    <a:pt x="17491" y="2034"/>
                  </a:cubicBezTo>
                  <a:cubicBezTo>
                    <a:pt x="16892" y="2034"/>
                    <a:pt x="16259" y="2560"/>
                    <a:pt x="16096" y="2560"/>
                  </a:cubicBezTo>
                  <a:cubicBezTo>
                    <a:pt x="16087" y="2560"/>
                    <a:pt x="16080" y="2559"/>
                    <a:pt x="16075" y="2556"/>
                  </a:cubicBezTo>
                  <a:cubicBezTo>
                    <a:pt x="15932" y="2485"/>
                    <a:pt x="15861" y="1634"/>
                    <a:pt x="15010" y="1350"/>
                  </a:cubicBezTo>
                  <a:cubicBezTo>
                    <a:pt x="14847" y="1296"/>
                    <a:pt x="14703" y="1274"/>
                    <a:pt x="14575" y="1274"/>
                  </a:cubicBezTo>
                  <a:cubicBezTo>
                    <a:pt x="14056" y="1274"/>
                    <a:pt x="13802" y="1635"/>
                    <a:pt x="13579" y="1635"/>
                  </a:cubicBezTo>
                  <a:cubicBezTo>
                    <a:pt x="13571" y="1635"/>
                    <a:pt x="13563" y="1635"/>
                    <a:pt x="13555" y="1634"/>
                  </a:cubicBezTo>
                  <a:cubicBezTo>
                    <a:pt x="13271" y="1598"/>
                    <a:pt x="13058" y="782"/>
                    <a:pt x="12207" y="640"/>
                  </a:cubicBezTo>
                  <a:cubicBezTo>
                    <a:pt x="12168" y="634"/>
                    <a:pt x="12131" y="631"/>
                    <a:pt x="12096" y="631"/>
                  </a:cubicBezTo>
                  <a:cubicBezTo>
                    <a:pt x="11364" y="631"/>
                    <a:pt x="11454" y="1988"/>
                    <a:pt x="11284" y="1988"/>
                  </a:cubicBezTo>
                  <a:cubicBezTo>
                    <a:pt x="11106" y="1988"/>
                    <a:pt x="11000" y="391"/>
                    <a:pt x="9439" y="37"/>
                  </a:cubicBezTo>
                  <a:cubicBezTo>
                    <a:pt x="9330" y="12"/>
                    <a:pt x="9221" y="1"/>
                    <a:pt x="9111" y="1"/>
                  </a:cubicBezTo>
                  <a:close/>
                </a:path>
              </a:pathLst>
            </a:custGeom>
            <a:solidFill>
              <a:srgbClr val="554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45"/>
            <p:cNvSpPr/>
            <p:nvPr/>
          </p:nvSpPr>
          <p:spPr>
            <a:xfrm>
              <a:off x="5240975" y="4990000"/>
              <a:ext cx="38950" cy="46250"/>
            </a:xfrm>
            <a:custGeom>
              <a:rect b="b" l="l" r="r" t="t"/>
              <a:pathLst>
                <a:path extrusionOk="0" h="1850" w="1558">
                  <a:moveTo>
                    <a:pt x="159" y="1"/>
                  </a:moveTo>
                  <a:lnTo>
                    <a:pt x="159" y="1"/>
                  </a:lnTo>
                  <a:cubicBezTo>
                    <a:pt x="0" y="688"/>
                    <a:pt x="398" y="1258"/>
                    <a:pt x="1002" y="1621"/>
                  </a:cubicBezTo>
                  <a:cubicBezTo>
                    <a:pt x="1181" y="1710"/>
                    <a:pt x="1367" y="1786"/>
                    <a:pt x="1557" y="1849"/>
                  </a:cubicBezTo>
                  <a:cubicBezTo>
                    <a:pt x="1055" y="1297"/>
                    <a:pt x="705" y="503"/>
                    <a:pt x="159" y="1"/>
                  </a:cubicBezTo>
                  <a:close/>
                </a:path>
              </a:pathLst>
            </a:custGeom>
            <a:solidFill>
              <a:srgbClr val="3C35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45"/>
            <p:cNvSpPr/>
            <p:nvPr/>
          </p:nvSpPr>
          <p:spPr>
            <a:xfrm>
              <a:off x="5160525" y="4841200"/>
              <a:ext cx="264600" cy="175275"/>
            </a:xfrm>
            <a:custGeom>
              <a:rect b="b" l="l" r="r" t="t"/>
              <a:pathLst>
                <a:path extrusionOk="0" h="7011" w="10584">
                  <a:moveTo>
                    <a:pt x="9408" y="1"/>
                  </a:moveTo>
                  <a:cubicBezTo>
                    <a:pt x="8143" y="1"/>
                    <a:pt x="7781" y="1166"/>
                    <a:pt x="7270" y="1166"/>
                  </a:cubicBezTo>
                  <a:cubicBezTo>
                    <a:pt x="7182" y="1166"/>
                    <a:pt x="7090" y="1132"/>
                    <a:pt x="6988" y="1051"/>
                  </a:cubicBezTo>
                  <a:cubicBezTo>
                    <a:pt x="6488" y="749"/>
                    <a:pt x="5989" y="624"/>
                    <a:pt x="5492" y="624"/>
                  </a:cubicBezTo>
                  <a:cubicBezTo>
                    <a:pt x="4794" y="624"/>
                    <a:pt x="4101" y="870"/>
                    <a:pt x="3419" y="1212"/>
                  </a:cubicBezTo>
                  <a:cubicBezTo>
                    <a:pt x="2009" y="2114"/>
                    <a:pt x="1035" y="3418"/>
                    <a:pt x="1" y="4644"/>
                  </a:cubicBezTo>
                  <a:lnTo>
                    <a:pt x="324" y="4984"/>
                  </a:lnTo>
                  <a:cubicBezTo>
                    <a:pt x="691" y="4880"/>
                    <a:pt x="1070" y="4823"/>
                    <a:pt x="1447" y="4823"/>
                  </a:cubicBezTo>
                  <a:cubicBezTo>
                    <a:pt x="1989" y="4823"/>
                    <a:pt x="2526" y="4941"/>
                    <a:pt x="3013" y="5208"/>
                  </a:cubicBezTo>
                  <a:cubicBezTo>
                    <a:pt x="3118" y="5260"/>
                    <a:pt x="3215" y="5320"/>
                    <a:pt x="3306" y="5387"/>
                  </a:cubicBezTo>
                  <a:cubicBezTo>
                    <a:pt x="3852" y="5784"/>
                    <a:pt x="4201" y="6413"/>
                    <a:pt x="4703" y="6850"/>
                  </a:cubicBezTo>
                  <a:cubicBezTo>
                    <a:pt x="5098" y="6954"/>
                    <a:pt x="5514" y="7011"/>
                    <a:pt x="5940" y="7011"/>
                  </a:cubicBezTo>
                  <a:cubicBezTo>
                    <a:pt x="6285" y="7011"/>
                    <a:pt x="6636" y="6974"/>
                    <a:pt x="6988" y="6894"/>
                  </a:cubicBezTo>
                  <a:cubicBezTo>
                    <a:pt x="7334" y="6795"/>
                    <a:pt x="7650" y="6677"/>
                    <a:pt x="7942" y="6541"/>
                  </a:cubicBezTo>
                  <a:cubicBezTo>
                    <a:pt x="7814" y="4908"/>
                    <a:pt x="8768" y="2648"/>
                    <a:pt x="9992" y="1238"/>
                  </a:cubicBezTo>
                  <a:cubicBezTo>
                    <a:pt x="10559" y="677"/>
                    <a:pt x="10583" y="2"/>
                    <a:pt x="9499" y="2"/>
                  </a:cubicBezTo>
                  <a:cubicBezTo>
                    <a:pt x="9498" y="2"/>
                    <a:pt x="9497" y="2"/>
                    <a:pt x="9495" y="2"/>
                  </a:cubicBezTo>
                  <a:cubicBezTo>
                    <a:pt x="9466" y="1"/>
                    <a:pt x="9436" y="1"/>
                    <a:pt x="9408" y="1"/>
                  </a:cubicBezTo>
                  <a:close/>
                </a:path>
              </a:pathLst>
            </a:custGeom>
            <a:solidFill>
              <a:srgbClr val="3C35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45"/>
            <p:cNvSpPr/>
            <p:nvPr/>
          </p:nvSpPr>
          <p:spPr>
            <a:xfrm>
              <a:off x="5170375" y="4938250"/>
              <a:ext cx="570275" cy="454225"/>
            </a:xfrm>
            <a:custGeom>
              <a:rect b="b" l="l" r="r" t="t"/>
              <a:pathLst>
                <a:path extrusionOk="0" h="18169" w="22811">
                  <a:moveTo>
                    <a:pt x="10639" y="1"/>
                  </a:moveTo>
                  <a:cubicBezTo>
                    <a:pt x="9645" y="1703"/>
                    <a:pt x="8652" y="3265"/>
                    <a:pt x="6664" y="3974"/>
                  </a:cubicBezTo>
                  <a:cubicBezTo>
                    <a:pt x="6313" y="4075"/>
                    <a:pt x="5962" y="4122"/>
                    <a:pt x="5617" y="4122"/>
                  </a:cubicBezTo>
                  <a:cubicBezTo>
                    <a:pt x="5191" y="4122"/>
                    <a:pt x="4775" y="4050"/>
                    <a:pt x="4381" y="3919"/>
                  </a:cubicBezTo>
                  <a:lnTo>
                    <a:pt x="4381" y="3919"/>
                  </a:lnTo>
                  <a:cubicBezTo>
                    <a:pt x="4381" y="3919"/>
                    <a:pt x="4381" y="3919"/>
                    <a:pt x="4381" y="3919"/>
                  </a:cubicBezTo>
                  <a:cubicBezTo>
                    <a:pt x="4191" y="3856"/>
                    <a:pt x="4005" y="3780"/>
                    <a:pt x="3826" y="3691"/>
                  </a:cubicBezTo>
                  <a:cubicBezTo>
                    <a:pt x="3222" y="3328"/>
                    <a:pt x="2824" y="2758"/>
                    <a:pt x="2983" y="2071"/>
                  </a:cubicBezTo>
                  <a:cubicBezTo>
                    <a:pt x="2892" y="1987"/>
                    <a:pt x="2795" y="1910"/>
                    <a:pt x="2691" y="1846"/>
                  </a:cubicBezTo>
                  <a:cubicBezTo>
                    <a:pt x="2203" y="1508"/>
                    <a:pt x="1666" y="1359"/>
                    <a:pt x="1124" y="1359"/>
                  </a:cubicBezTo>
                  <a:cubicBezTo>
                    <a:pt x="747" y="1359"/>
                    <a:pt x="367" y="1431"/>
                    <a:pt x="1" y="1562"/>
                  </a:cubicBezTo>
                  <a:lnTo>
                    <a:pt x="9858" y="14691"/>
                  </a:lnTo>
                  <a:lnTo>
                    <a:pt x="16648" y="18169"/>
                  </a:lnTo>
                  <a:cubicBezTo>
                    <a:pt x="16648" y="18169"/>
                    <a:pt x="17310" y="13024"/>
                    <a:pt x="17488" y="12635"/>
                  </a:cubicBezTo>
                  <a:cubicBezTo>
                    <a:pt x="17665" y="12247"/>
                    <a:pt x="19581" y="11675"/>
                    <a:pt x="20397" y="11178"/>
                  </a:cubicBezTo>
                  <a:cubicBezTo>
                    <a:pt x="21213" y="10681"/>
                    <a:pt x="20574" y="9723"/>
                    <a:pt x="20646" y="9582"/>
                  </a:cubicBezTo>
                  <a:cubicBezTo>
                    <a:pt x="20658" y="9556"/>
                    <a:pt x="20691" y="9550"/>
                    <a:pt x="20739" y="9550"/>
                  </a:cubicBezTo>
                  <a:cubicBezTo>
                    <a:pt x="20788" y="9550"/>
                    <a:pt x="20853" y="9557"/>
                    <a:pt x="20931" y="9557"/>
                  </a:cubicBezTo>
                  <a:cubicBezTo>
                    <a:pt x="21211" y="9557"/>
                    <a:pt x="21653" y="9472"/>
                    <a:pt x="22065" y="8695"/>
                  </a:cubicBezTo>
                  <a:cubicBezTo>
                    <a:pt x="22704" y="7488"/>
                    <a:pt x="22065" y="6104"/>
                    <a:pt x="22030" y="5927"/>
                  </a:cubicBezTo>
                  <a:cubicBezTo>
                    <a:pt x="21994" y="5749"/>
                    <a:pt x="22384" y="5678"/>
                    <a:pt x="22597" y="5252"/>
                  </a:cubicBezTo>
                  <a:cubicBezTo>
                    <a:pt x="22810" y="4827"/>
                    <a:pt x="22065" y="4330"/>
                    <a:pt x="22030" y="4187"/>
                  </a:cubicBezTo>
                  <a:cubicBezTo>
                    <a:pt x="21994" y="4046"/>
                    <a:pt x="22597" y="3797"/>
                    <a:pt x="22597" y="3407"/>
                  </a:cubicBezTo>
                  <a:cubicBezTo>
                    <a:pt x="22597" y="3016"/>
                    <a:pt x="21852" y="3016"/>
                    <a:pt x="21817" y="2769"/>
                  </a:cubicBezTo>
                  <a:cubicBezTo>
                    <a:pt x="21804" y="2678"/>
                    <a:pt x="21921" y="2531"/>
                    <a:pt x="22048" y="2301"/>
                  </a:cubicBezTo>
                  <a:cubicBezTo>
                    <a:pt x="21793" y="2138"/>
                    <a:pt x="21518" y="1976"/>
                    <a:pt x="21257" y="1976"/>
                  </a:cubicBezTo>
                  <a:cubicBezTo>
                    <a:pt x="21218" y="1976"/>
                    <a:pt x="21180" y="1980"/>
                    <a:pt x="21143" y="1987"/>
                  </a:cubicBezTo>
                  <a:cubicBezTo>
                    <a:pt x="20173" y="1987"/>
                    <a:pt x="19608" y="3069"/>
                    <a:pt x="20110" y="4045"/>
                  </a:cubicBezTo>
                  <a:lnTo>
                    <a:pt x="20110" y="4045"/>
                  </a:lnTo>
                  <a:cubicBezTo>
                    <a:pt x="19939" y="3754"/>
                    <a:pt x="19658" y="3554"/>
                    <a:pt x="19419" y="3554"/>
                  </a:cubicBezTo>
                  <a:cubicBezTo>
                    <a:pt x="19233" y="3554"/>
                    <a:pt x="19073" y="3676"/>
                    <a:pt x="19013" y="3974"/>
                  </a:cubicBezTo>
                  <a:cubicBezTo>
                    <a:pt x="18729" y="4684"/>
                    <a:pt x="18872" y="5536"/>
                    <a:pt x="18162" y="5820"/>
                  </a:cubicBezTo>
                  <a:cubicBezTo>
                    <a:pt x="18108" y="5847"/>
                    <a:pt x="18048" y="5859"/>
                    <a:pt x="17986" y="5859"/>
                  </a:cubicBezTo>
                  <a:cubicBezTo>
                    <a:pt x="17721" y="5859"/>
                    <a:pt x="17398" y="5651"/>
                    <a:pt x="17168" y="5536"/>
                  </a:cubicBezTo>
                  <a:cubicBezTo>
                    <a:pt x="16491" y="4408"/>
                    <a:pt x="16621" y="2384"/>
                    <a:pt x="15492" y="2384"/>
                  </a:cubicBezTo>
                  <a:cubicBezTo>
                    <a:pt x="15200" y="2384"/>
                    <a:pt x="14825" y="2519"/>
                    <a:pt x="14330" y="2839"/>
                  </a:cubicBezTo>
                  <a:cubicBezTo>
                    <a:pt x="14297" y="2850"/>
                    <a:pt x="14266" y="2855"/>
                    <a:pt x="14238" y="2855"/>
                  </a:cubicBezTo>
                  <a:cubicBezTo>
                    <a:pt x="13929" y="2855"/>
                    <a:pt x="13878" y="2256"/>
                    <a:pt x="13569" y="2256"/>
                  </a:cubicBezTo>
                  <a:cubicBezTo>
                    <a:pt x="13541" y="2256"/>
                    <a:pt x="13510" y="2261"/>
                    <a:pt x="13477" y="2272"/>
                  </a:cubicBezTo>
                  <a:cubicBezTo>
                    <a:pt x="13336" y="2413"/>
                    <a:pt x="13194" y="2697"/>
                    <a:pt x="13052" y="2981"/>
                  </a:cubicBezTo>
                  <a:cubicBezTo>
                    <a:pt x="12901" y="3182"/>
                    <a:pt x="12643" y="3277"/>
                    <a:pt x="12367" y="3277"/>
                  </a:cubicBezTo>
                  <a:cubicBezTo>
                    <a:pt x="11863" y="3277"/>
                    <a:pt x="11298" y="2963"/>
                    <a:pt x="11206" y="2413"/>
                  </a:cubicBezTo>
                  <a:cubicBezTo>
                    <a:pt x="11206" y="1562"/>
                    <a:pt x="11065" y="710"/>
                    <a:pt x="10639" y="1"/>
                  </a:cubicBezTo>
                  <a:close/>
                </a:path>
              </a:pathLst>
            </a:custGeom>
            <a:solidFill>
              <a:srgbClr val="3C35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45"/>
            <p:cNvSpPr/>
            <p:nvPr/>
          </p:nvSpPr>
          <p:spPr>
            <a:xfrm>
              <a:off x="5074975" y="4903800"/>
              <a:ext cx="543550" cy="688950"/>
            </a:xfrm>
            <a:custGeom>
              <a:rect b="b" l="l" r="r" t="t"/>
              <a:pathLst>
                <a:path extrusionOk="0" h="27558" w="21742">
                  <a:moveTo>
                    <a:pt x="12380" y="1"/>
                  </a:moveTo>
                  <a:cubicBezTo>
                    <a:pt x="11703" y="1"/>
                    <a:pt x="3495" y="1839"/>
                    <a:pt x="3266" y="2206"/>
                  </a:cubicBezTo>
                  <a:cubicBezTo>
                    <a:pt x="3029" y="2585"/>
                    <a:pt x="2343" y="7032"/>
                    <a:pt x="2366" y="7553"/>
                  </a:cubicBezTo>
                  <a:cubicBezTo>
                    <a:pt x="2390" y="8073"/>
                    <a:pt x="2650" y="9162"/>
                    <a:pt x="2792" y="9753"/>
                  </a:cubicBezTo>
                  <a:cubicBezTo>
                    <a:pt x="2934" y="10344"/>
                    <a:pt x="1349" y="12378"/>
                    <a:pt x="1349" y="12378"/>
                  </a:cubicBezTo>
                  <a:cubicBezTo>
                    <a:pt x="995" y="12899"/>
                    <a:pt x="1" y="13159"/>
                    <a:pt x="119" y="14413"/>
                  </a:cubicBezTo>
                  <a:cubicBezTo>
                    <a:pt x="238" y="15667"/>
                    <a:pt x="2035" y="15833"/>
                    <a:pt x="2225" y="15950"/>
                  </a:cubicBezTo>
                  <a:cubicBezTo>
                    <a:pt x="2413" y="16069"/>
                    <a:pt x="1633" y="16921"/>
                    <a:pt x="1656" y="17394"/>
                  </a:cubicBezTo>
                  <a:cubicBezTo>
                    <a:pt x="1680" y="17867"/>
                    <a:pt x="2461" y="18766"/>
                    <a:pt x="2650" y="18978"/>
                  </a:cubicBezTo>
                  <a:cubicBezTo>
                    <a:pt x="2840" y="19192"/>
                    <a:pt x="2035" y="19688"/>
                    <a:pt x="2178" y="20351"/>
                  </a:cubicBezTo>
                  <a:cubicBezTo>
                    <a:pt x="2319" y="21013"/>
                    <a:pt x="3195" y="21486"/>
                    <a:pt x="3502" y="21701"/>
                  </a:cubicBezTo>
                  <a:cubicBezTo>
                    <a:pt x="3810" y="21915"/>
                    <a:pt x="2413" y="24514"/>
                    <a:pt x="4164" y="25358"/>
                  </a:cubicBezTo>
                  <a:cubicBezTo>
                    <a:pt x="4560" y="25549"/>
                    <a:pt x="4968" y="25622"/>
                    <a:pt x="5379" y="25622"/>
                  </a:cubicBezTo>
                  <a:cubicBezTo>
                    <a:pt x="6641" y="25622"/>
                    <a:pt x="7928" y="24934"/>
                    <a:pt x="8943" y="24846"/>
                  </a:cubicBezTo>
                  <a:cubicBezTo>
                    <a:pt x="8950" y="24845"/>
                    <a:pt x="8957" y="24845"/>
                    <a:pt x="8964" y="24845"/>
                  </a:cubicBezTo>
                  <a:cubicBezTo>
                    <a:pt x="9502" y="24845"/>
                    <a:pt x="10056" y="26653"/>
                    <a:pt x="10090" y="27353"/>
                  </a:cubicBezTo>
                  <a:cubicBezTo>
                    <a:pt x="10094" y="27418"/>
                    <a:pt x="10095" y="27487"/>
                    <a:pt x="10096" y="27558"/>
                  </a:cubicBezTo>
                  <a:lnTo>
                    <a:pt x="21741" y="27558"/>
                  </a:lnTo>
                  <a:cubicBezTo>
                    <a:pt x="21401" y="26809"/>
                    <a:pt x="21051" y="26029"/>
                    <a:pt x="20961" y="25792"/>
                  </a:cubicBezTo>
                  <a:cubicBezTo>
                    <a:pt x="20771" y="25295"/>
                    <a:pt x="20464" y="19688"/>
                    <a:pt x="20464" y="19547"/>
                  </a:cubicBezTo>
                  <a:cubicBezTo>
                    <a:pt x="20464" y="19405"/>
                    <a:pt x="16135" y="15974"/>
                    <a:pt x="16016" y="15903"/>
                  </a:cubicBezTo>
                  <a:cubicBezTo>
                    <a:pt x="15898" y="15833"/>
                    <a:pt x="15165" y="13396"/>
                    <a:pt x="15331" y="13159"/>
                  </a:cubicBezTo>
                  <a:cubicBezTo>
                    <a:pt x="15360" y="13117"/>
                    <a:pt x="15418" y="13100"/>
                    <a:pt x="15498" y="13100"/>
                  </a:cubicBezTo>
                  <a:cubicBezTo>
                    <a:pt x="15857" y="13100"/>
                    <a:pt x="16674" y="13444"/>
                    <a:pt x="17489" y="13444"/>
                  </a:cubicBezTo>
                  <a:cubicBezTo>
                    <a:pt x="17510" y="13444"/>
                    <a:pt x="17532" y="13444"/>
                    <a:pt x="17554" y="13444"/>
                  </a:cubicBezTo>
                  <a:cubicBezTo>
                    <a:pt x="18572" y="13419"/>
                    <a:pt x="20321" y="10416"/>
                    <a:pt x="19920" y="8239"/>
                  </a:cubicBezTo>
                  <a:cubicBezTo>
                    <a:pt x="19577" y="6388"/>
                    <a:pt x="18158" y="5666"/>
                    <a:pt x="17406" y="5666"/>
                  </a:cubicBezTo>
                  <a:cubicBezTo>
                    <a:pt x="17274" y="5666"/>
                    <a:pt x="17163" y="5689"/>
                    <a:pt x="17081" y="5731"/>
                  </a:cubicBezTo>
                  <a:cubicBezTo>
                    <a:pt x="16537" y="6015"/>
                    <a:pt x="15349" y="9170"/>
                    <a:pt x="15221" y="9233"/>
                  </a:cubicBezTo>
                  <a:cubicBezTo>
                    <a:pt x="15018" y="9334"/>
                    <a:pt x="14630" y="9552"/>
                    <a:pt x="14461" y="9552"/>
                  </a:cubicBezTo>
                  <a:cubicBezTo>
                    <a:pt x="14440" y="9552"/>
                    <a:pt x="14421" y="9548"/>
                    <a:pt x="14408" y="9540"/>
                  </a:cubicBezTo>
                  <a:cubicBezTo>
                    <a:pt x="14289" y="9469"/>
                    <a:pt x="14005" y="8026"/>
                    <a:pt x="14029" y="7482"/>
                  </a:cubicBezTo>
                  <a:cubicBezTo>
                    <a:pt x="14053" y="6938"/>
                    <a:pt x="14668" y="1023"/>
                    <a:pt x="14384" y="834"/>
                  </a:cubicBezTo>
                  <a:cubicBezTo>
                    <a:pt x="14351" y="812"/>
                    <a:pt x="14308" y="802"/>
                    <a:pt x="14257" y="802"/>
                  </a:cubicBezTo>
                  <a:cubicBezTo>
                    <a:pt x="13966" y="802"/>
                    <a:pt x="13425" y="1110"/>
                    <a:pt x="13026" y="1110"/>
                  </a:cubicBezTo>
                  <a:cubicBezTo>
                    <a:pt x="12900" y="1110"/>
                    <a:pt x="12789" y="1080"/>
                    <a:pt x="12704" y="1000"/>
                  </a:cubicBezTo>
                  <a:cubicBezTo>
                    <a:pt x="12303" y="622"/>
                    <a:pt x="12633" y="125"/>
                    <a:pt x="12420" y="6"/>
                  </a:cubicBezTo>
                  <a:cubicBezTo>
                    <a:pt x="12414" y="3"/>
                    <a:pt x="12401" y="1"/>
                    <a:pt x="12380" y="1"/>
                  </a:cubicBezTo>
                  <a:close/>
                </a:path>
              </a:pathLst>
            </a:custGeom>
            <a:solidFill>
              <a:srgbClr val="E5A3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45"/>
            <p:cNvSpPr/>
            <p:nvPr/>
          </p:nvSpPr>
          <p:spPr>
            <a:xfrm>
              <a:off x="5077750" y="5259675"/>
              <a:ext cx="117325" cy="48450"/>
            </a:xfrm>
            <a:custGeom>
              <a:rect b="b" l="l" r="r" t="t"/>
              <a:pathLst>
                <a:path extrusionOk="0" h="1938" w="4693">
                  <a:moveTo>
                    <a:pt x="2498" y="0"/>
                  </a:moveTo>
                  <a:cubicBezTo>
                    <a:pt x="1914" y="0"/>
                    <a:pt x="1315" y="123"/>
                    <a:pt x="762" y="123"/>
                  </a:cubicBezTo>
                  <a:cubicBezTo>
                    <a:pt x="496" y="123"/>
                    <a:pt x="240" y="94"/>
                    <a:pt x="1" y="10"/>
                  </a:cubicBezTo>
                  <a:lnTo>
                    <a:pt x="1" y="10"/>
                  </a:lnTo>
                  <a:cubicBezTo>
                    <a:pt x="2" y="64"/>
                    <a:pt x="3" y="119"/>
                    <a:pt x="8" y="178"/>
                  </a:cubicBezTo>
                  <a:cubicBezTo>
                    <a:pt x="127" y="1432"/>
                    <a:pt x="1924" y="1598"/>
                    <a:pt x="2114" y="1715"/>
                  </a:cubicBezTo>
                  <a:cubicBezTo>
                    <a:pt x="2163" y="1746"/>
                    <a:pt x="2145" y="1827"/>
                    <a:pt x="2096" y="1937"/>
                  </a:cubicBezTo>
                  <a:cubicBezTo>
                    <a:pt x="2889" y="1928"/>
                    <a:pt x="3636" y="1777"/>
                    <a:pt x="4266" y="1195"/>
                  </a:cubicBezTo>
                  <a:cubicBezTo>
                    <a:pt x="4692" y="911"/>
                    <a:pt x="3982" y="344"/>
                    <a:pt x="3556" y="201"/>
                  </a:cubicBezTo>
                  <a:cubicBezTo>
                    <a:pt x="3219" y="48"/>
                    <a:pt x="2861" y="0"/>
                    <a:pt x="2498" y="0"/>
                  </a:cubicBezTo>
                  <a:close/>
                </a:path>
              </a:pathLst>
            </a:custGeom>
            <a:solidFill>
              <a:srgbClr val="DB8F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45"/>
            <p:cNvSpPr/>
            <p:nvPr/>
          </p:nvSpPr>
          <p:spPr>
            <a:xfrm>
              <a:off x="5286925" y="5422225"/>
              <a:ext cx="212900" cy="170525"/>
            </a:xfrm>
            <a:custGeom>
              <a:rect b="b" l="l" r="r" t="t"/>
              <a:pathLst>
                <a:path extrusionOk="0" h="6821" w="8516">
                  <a:moveTo>
                    <a:pt x="5600" y="0"/>
                  </a:moveTo>
                  <a:cubicBezTo>
                    <a:pt x="5339" y="0"/>
                    <a:pt x="5079" y="70"/>
                    <a:pt x="4842" y="229"/>
                  </a:cubicBezTo>
                  <a:cubicBezTo>
                    <a:pt x="3563" y="1252"/>
                    <a:pt x="1270" y="3287"/>
                    <a:pt x="0" y="4208"/>
                  </a:cubicBezTo>
                  <a:cubicBezTo>
                    <a:pt x="170" y="4156"/>
                    <a:pt x="326" y="4120"/>
                    <a:pt x="465" y="4109"/>
                  </a:cubicBezTo>
                  <a:cubicBezTo>
                    <a:pt x="472" y="4108"/>
                    <a:pt x="479" y="4108"/>
                    <a:pt x="486" y="4108"/>
                  </a:cubicBezTo>
                  <a:cubicBezTo>
                    <a:pt x="1024" y="4108"/>
                    <a:pt x="1578" y="5916"/>
                    <a:pt x="1612" y="6616"/>
                  </a:cubicBezTo>
                  <a:cubicBezTo>
                    <a:pt x="1616" y="6681"/>
                    <a:pt x="1617" y="6750"/>
                    <a:pt x="1618" y="6821"/>
                  </a:cubicBezTo>
                  <a:lnTo>
                    <a:pt x="8515" y="6821"/>
                  </a:lnTo>
                  <a:cubicBezTo>
                    <a:pt x="8377" y="4869"/>
                    <a:pt x="8026" y="2933"/>
                    <a:pt x="7254" y="1080"/>
                  </a:cubicBezTo>
                  <a:cubicBezTo>
                    <a:pt x="6947" y="466"/>
                    <a:pt x="6272" y="0"/>
                    <a:pt x="5600" y="0"/>
                  </a:cubicBezTo>
                  <a:close/>
                </a:path>
              </a:pathLst>
            </a:custGeom>
            <a:solidFill>
              <a:srgbClr val="DB8F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45"/>
            <p:cNvSpPr/>
            <p:nvPr/>
          </p:nvSpPr>
          <p:spPr>
            <a:xfrm>
              <a:off x="5420350" y="5045450"/>
              <a:ext cx="162675" cy="194475"/>
            </a:xfrm>
            <a:custGeom>
              <a:rect b="b" l="l" r="r" t="t"/>
              <a:pathLst>
                <a:path extrusionOk="0" h="7779" w="6507">
                  <a:moveTo>
                    <a:pt x="3591" y="0"/>
                  </a:moveTo>
                  <a:cubicBezTo>
                    <a:pt x="3459" y="0"/>
                    <a:pt x="3348" y="23"/>
                    <a:pt x="3266" y="65"/>
                  </a:cubicBezTo>
                  <a:cubicBezTo>
                    <a:pt x="2722" y="349"/>
                    <a:pt x="1534" y="3504"/>
                    <a:pt x="1406" y="3567"/>
                  </a:cubicBezTo>
                  <a:cubicBezTo>
                    <a:pt x="1203" y="3668"/>
                    <a:pt x="815" y="3886"/>
                    <a:pt x="646" y="3886"/>
                  </a:cubicBezTo>
                  <a:cubicBezTo>
                    <a:pt x="625" y="3886"/>
                    <a:pt x="606" y="3882"/>
                    <a:pt x="593" y="3874"/>
                  </a:cubicBezTo>
                  <a:cubicBezTo>
                    <a:pt x="491" y="3813"/>
                    <a:pt x="267" y="2737"/>
                    <a:pt x="222" y="2091"/>
                  </a:cubicBezTo>
                  <a:lnTo>
                    <a:pt x="222" y="2091"/>
                  </a:lnTo>
                  <a:cubicBezTo>
                    <a:pt x="1" y="3998"/>
                    <a:pt x="829" y="7162"/>
                    <a:pt x="1610" y="7441"/>
                  </a:cubicBezTo>
                  <a:cubicBezTo>
                    <a:pt x="1632" y="7436"/>
                    <a:pt x="1657" y="7434"/>
                    <a:pt x="1684" y="7434"/>
                  </a:cubicBezTo>
                  <a:cubicBezTo>
                    <a:pt x="2044" y="7434"/>
                    <a:pt x="2861" y="7778"/>
                    <a:pt x="3676" y="7778"/>
                  </a:cubicBezTo>
                  <a:cubicBezTo>
                    <a:pt x="3697" y="7778"/>
                    <a:pt x="3718" y="7778"/>
                    <a:pt x="3739" y="7778"/>
                  </a:cubicBezTo>
                  <a:cubicBezTo>
                    <a:pt x="4757" y="7753"/>
                    <a:pt x="6506" y="4750"/>
                    <a:pt x="6105" y="2573"/>
                  </a:cubicBezTo>
                  <a:cubicBezTo>
                    <a:pt x="5762" y="722"/>
                    <a:pt x="4343" y="0"/>
                    <a:pt x="3591" y="0"/>
                  </a:cubicBezTo>
                  <a:close/>
                </a:path>
              </a:pathLst>
            </a:custGeom>
            <a:solidFill>
              <a:srgbClr val="DB8F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45"/>
            <p:cNvSpPr/>
            <p:nvPr/>
          </p:nvSpPr>
          <p:spPr>
            <a:xfrm>
              <a:off x="5115775" y="5302550"/>
              <a:ext cx="102350" cy="144600"/>
            </a:xfrm>
            <a:custGeom>
              <a:rect b="b" l="l" r="r" t="t"/>
              <a:pathLst>
                <a:path extrusionOk="0" h="5784" w="4094">
                  <a:moveTo>
                    <a:pt x="593" y="0"/>
                  </a:moveTo>
                  <a:lnTo>
                    <a:pt x="593" y="0"/>
                  </a:lnTo>
                  <a:cubicBezTo>
                    <a:pt x="593" y="0"/>
                    <a:pt x="594" y="1"/>
                    <a:pt x="595" y="2"/>
                  </a:cubicBezTo>
                  <a:lnTo>
                    <a:pt x="595" y="2"/>
                  </a:lnTo>
                  <a:cubicBezTo>
                    <a:pt x="594" y="1"/>
                    <a:pt x="593" y="1"/>
                    <a:pt x="593" y="0"/>
                  </a:cubicBezTo>
                  <a:close/>
                  <a:moveTo>
                    <a:pt x="595" y="2"/>
                  </a:moveTo>
                  <a:lnTo>
                    <a:pt x="595" y="2"/>
                  </a:lnTo>
                  <a:cubicBezTo>
                    <a:pt x="776" y="125"/>
                    <a:pt x="1" y="972"/>
                    <a:pt x="24" y="1444"/>
                  </a:cubicBezTo>
                  <a:cubicBezTo>
                    <a:pt x="48" y="1917"/>
                    <a:pt x="829" y="2816"/>
                    <a:pt x="1018" y="3028"/>
                  </a:cubicBezTo>
                  <a:cubicBezTo>
                    <a:pt x="1208" y="3242"/>
                    <a:pt x="403" y="3738"/>
                    <a:pt x="546" y="4401"/>
                  </a:cubicBezTo>
                  <a:cubicBezTo>
                    <a:pt x="687" y="5063"/>
                    <a:pt x="1558" y="5544"/>
                    <a:pt x="1870" y="5751"/>
                  </a:cubicBezTo>
                  <a:cubicBezTo>
                    <a:pt x="1904" y="5773"/>
                    <a:pt x="1949" y="5784"/>
                    <a:pt x="2002" y="5784"/>
                  </a:cubicBezTo>
                  <a:cubicBezTo>
                    <a:pt x="2551" y="5784"/>
                    <a:pt x="4026" y="4658"/>
                    <a:pt x="4058" y="3525"/>
                  </a:cubicBezTo>
                  <a:cubicBezTo>
                    <a:pt x="4094" y="2300"/>
                    <a:pt x="686" y="61"/>
                    <a:pt x="595" y="2"/>
                  </a:cubicBezTo>
                  <a:close/>
                </a:path>
              </a:pathLst>
            </a:custGeom>
            <a:solidFill>
              <a:srgbClr val="D384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45"/>
            <p:cNvSpPr/>
            <p:nvPr/>
          </p:nvSpPr>
          <p:spPr>
            <a:xfrm>
              <a:off x="5464875" y="5075525"/>
              <a:ext cx="82275" cy="109400"/>
            </a:xfrm>
            <a:custGeom>
              <a:rect b="b" l="l" r="r" t="t"/>
              <a:pathLst>
                <a:path extrusionOk="0" h="4376" w="3291">
                  <a:moveTo>
                    <a:pt x="2570" y="0"/>
                  </a:moveTo>
                  <a:cubicBezTo>
                    <a:pt x="2531" y="0"/>
                    <a:pt x="2490" y="5"/>
                    <a:pt x="2448" y="15"/>
                  </a:cubicBezTo>
                  <a:cubicBezTo>
                    <a:pt x="1577" y="244"/>
                    <a:pt x="786" y="1916"/>
                    <a:pt x="506" y="2723"/>
                  </a:cubicBezTo>
                  <a:cubicBezTo>
                    <a:pt x="497" y="2753"/>
                    <a:pt x="513" y="2785"/>
                    <a:pt x="543" y="2796"/>
                  </a:cubicBezTo>
                  <a:cubicBezTo>
                    <a:pt x="1616" y="3177"/>
                    <a:pt x="809" y="4195"/>
                    <a:pt x="37" y="4317"/>
                  </a:cubicBezTo>
                  <a:cubicBezTo>
                    <a:pt x="1" y="4323"/>
                    <a:pt x="9" y="4375"/>
                    <a:pt x="42" y="4375"/>
                  </a:cubicBezTo>
                  <a:cubicBezTo>
                    <a:pt x="44" y="4375"/>
                    <a:pt x="45" y="4375"/>
                    <a:pt x="46" y="4375"/>
                  </a:cubicBezTo>
                  <a:cubicBezTo>
                    <a:pt x="937" y="4266"/>
                    <a:pt x="1731" y="3157"/>
                    <a:pt x="639" y="2706"/>
                  </a:cubicBezTo>
                  <a:lnTo>
                    <a:pt x="639" y="2706"/>
                  </a:lnTo>
                  <a:cubicBezTo>
                    <a:pt x="882" y="2032"/>
                    <a:pt x="1230" y="1374"/>
                    <a:pt x="1651" y="795"/>
                  </a:cubicBezTo>
                  <a:cubicBezTo>
                    <a:pt x="1942" y="399"/>
                    <a:pt x="2269" y="102"/>
                    <a:pt x="2577" y="102"/>
                  </a:cubicBezTo>
                  <a:cubicBezTo>
                    <a:pt x="2814" y="102"/>
                    <a:pt x="3040" y="277"/>
                    <a:pt x="3230" y="719"/>
                  </a:cubicBezTo>
                  <a:cubicBezTo>
                    <a:pt x="3234" y="730"/>
                    <a:pt x="3245" y="737"/>
                    <a:pt x="3257" y="737"/>
                  </a:cubicBezTo>
                  <a:cubicBezTo>
                    <a:pt x="3261" y="737"/>
                    <a:pt x="3265" y="737"/>
                    <a:pt x="3268" y="735"/>
                  </a:cubicBezTo>
                  <a:cubicBezTo>
                    <a:pt x="3284" y="729"/>
                    <a:pt x="3291" y="712"/>
                    <a:pt x="3284" y="696"/>
                  </a:cubicBezTo>
                  <a:cubicBezTo>
                    <a:pt x="3166" y="390"/>
                    <a:pt x="2929" y="0"/>
                    <a:pt x="2570" y="0"/>
                  </a:cubicBezTo>
                  <a:close/>
                </a:path>
              </a:pathLst>
            </a:custGeom>
            <a:solidFill>
              <a:srgbClr val="282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45"/>
            <p:cNvSpPr/>
            <p:nvPr/>
          </p:nvSpPr>
          <p:spPr>
            <a:xfrm>
              <a:off x="5464825" y="5167625"/>
              <a:ext cx="69975" cy="41275"/>
            </a:xfrm>
            <a:custGeom>
              <a:rect b="b" l="l" r="r" t="t"/>
              <a:pathLst>
                <a:path extrusionOk="0" h="1651" w="2799">
                  <a:moveTo>
                    <a:pt x="2762" y="1"/>
                  </a:moveTo>
                  <a:cubicBezTo>
                    <a:pt x="2751" y="1"/>
                    <a:pt x="2740" y="6"/>
                    <a:pt x="2736" y="20"/>
                  </a:cubicBezTo>
                  <a:cubicBezTo>
                    <a:pt x="2516" y="575"/>
                    <a:pt x="2218" y="1527"/>
                    <a:pt x="1531" y="1527"/>
                  </a:cubicBezTo>
                  <a:cubicBezTo>
                    <a:pt x="1462" y="1527"/>
                    <a:pt x="1388" y="1517"/>
                    <a:pt x="1311" y="1496"/>
                  </a:cubicBezTo>
                  <a:cubicBezTo>
                    <a:pt x="935" y="1345"/>
                    <a:pt x="777" y="1018"/>
                    <a:pt x="452" y="1018"/>
                  </a:cubicBezTo>
                  <a:cubicBezTo>
                    <a:pt x="338" y="1018"/>
                    <a:pt x="202" y="1058"/>
                    <a:pt x="29" y="1162"/>
                  </a:cubicBezTo>
                  <a:cubicBezTo>
                    <a:pt x="1" y="1178"/>
                    <a:pt x="18" y="1218"/>
                    <a:pt x="45" y="1218"/>
                  </a:cubicBezTo>
                  <a:cubicBezTo>
                    <a:pt x="49" y="1218"/>
                    <a:pt x="53" y="1217"/>
                    <a:pt x="58" y="1214"/>
                  </a:cubicBezTo>
                  <a:cubicBezTo>
                    <a:pt x="176" y="1160"/>
                    <a:pt x="302" y="1109"/>
                    <a:pt x="425" y="1109"/>
                  </a:cubicBezTo>
                  <a:cubicBezTo>
                    <a:pt x="447" y="1109"/>
                    <a:pt x="468" y="1110"/>
                    <a:pt x="489" y="1114"/>
                  </a:cubicBezTo>
                  <a:cubicBezTo>
                    <a:pt x="632" y="1130"/>
                    <a:pt x="748" y="1232"/>
                    <a:pt x="862" y="1338"/>
                  </a:cubicBezTo>
                  <a:cubicBezTo>
                    <a:pt x="1050" y="1542"/>
                    <a:pt x="1296" y="1651"/>
                    <a:pt x="1540" y="1651"/>
                  </a:cubicBezTo>
                  <a:cubicBezTo>
                    <a:pt x="1776" y="1651"/>
                    <a:pt x="2010" y="1549"/>
                    <a:pt x="2188" y="1336"/>
                  </a:cubicBezTo>
                  <a:cubicBezTo>
                    <a:pt x="2508" y="969"/>
                    <a:pt x="2663" y="495"/>
                    <a:pt x="2793" y="38"/>
                  </a:cubicBezTo>
                  <a:cubicBezTo>
                    <a:pt x="2799" y="16"/>
                    <a:pt x="2780" y="1"/>
                    <a:pt x="2762" y="1"/>
                  </a:cubicBezTo>
                  <a:close/>
                </a:path>
              </a:pathLst>
            </a:custGeom>
            <a:solidFill>
              <a:srgbClr val="282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45"/>
            <p:cNvSpPr/>
            <p:nvPr/>
          </p:nvSpPr>
          <p:spPr>
            <a:xfrm>
              <a:off x="5151200" y="5015375"/>
              <a:ext cx="170200" cy="80350"/>
            </a:xfrm>
            <a:custGeom>
              <a:rect b="b" l="l" r="r" t="t"/>
              <a:pathLst>
                <a:path extrusionOk="0" h="3214" w="6808">
                  <a:moveTo>
                    <a:pt x="896" y="0"/>
                  </a:moveTo>
                  <a:cubicBezTo>
                    <a:pt x="813" y="0"/>
                    <a:pt x="758" y="8"/>
                    <a:pt x="740" y="25"/>
                  </a:cubicBezTo>
                  <a:cubicBezTo>
                    <a:pt x="562" y="182"/>
                    <a:pt x="1" y="3049"/>
                    <a:pt x="136" y="3169"/>
                  </a:cubicBezTo>
                  <a:cubicBezTo>
                    <a:pt x="172" y="3200"/>
                    <a:pt x="244" y="3214"/>
                    <a:pt x="342" y="3214"/>
                  </a:cubicBezTo>
                  <a:cubicBezTo>
                    <a:pt x="934" y="3214"/>
                    <a:pt x="2473" y="2729"/>
                    <a:pt x="2656" y="2729"/>
                  </a:cubicBezTo>
                  <a:cubicBezTo>
                    <a:pt x="2841" y="2729"/>
                    <a:pt x="5697" y="3135"/>
                    <a:pt x="6497" y="3135"/>
                  </a:cubicBezTo>
                  <a:cubicBezTo>
                    <a:pt x="6615" y="3135"/>
                    <a:pt x="6688" y="3126"/>
                    <a:pt x="6701" y="3106"/>
                  </a:cubicBezTo>
                  <a:cubicBezTo>
                    <a:pt x="6807" y="2949"/>
                    <a:pt x="5672" y="1565"/>
                    <a:pt x="4962" y="1032"/>
                  </a:cubicBezTo>
                  <a:cubicBezTo>
                    <a:pt x="4328" y="553"/>
                    <a:pt x="1596" y="0"/>
                    <a:pt x="896" y="0"/>
                  </a:cubicBezTo>
                  <a:close/>
                </a:path>
              </a:pathLst>
            </a:custGeom>
            <a:solidFill>
              <a:srgbClr val="3C35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45"/>
            <p:cNvSpPr/>
            <p:nvPr/>
          </p:nvSpPr>
          <p:spPr>
            <a:xfrm>
              <a:off x="5178200" y="5133550"/>
              <a:ext cx="105700" cy="46375"/>
            </a:xfrm>
            <a:custGeom>
              <a:rect b="b" l="l" r="r" t="t"/>
              <a:pathLst>
                <a:path extrusionOk="0" h="1855" w="4228">
                  <a:moveTo>
                    <a:pt x="293" y="0"/>
                  </a:moveTo>
                  <a:cubicBezTo>
                    <a:pt x="277" y="0"/>
                    <a:pt x="263" y="6"/>
                    <a:pt x="248" y="17"/>
                  </a:cubicBezTo>
                  <a:cubicBezTo>
                    <a:pt x="0" y="217"/>
                    <a:pt x="200" y="1412"/>
                    <a:pt x="380" y="1601"/>
                  </a:cubicBezTo>
                  <a:cubicBezTo>
                    <a:pt x="551" y="1781"/>
                    <a:pt x="781" y="1855"/>
                    <a:pt x="1045" y="1855"/>
                  </a:cubicBezTo>
                  <a:cubicBezTo>
                    <a:pt x="2278" y="1855"/>
                    <a:pt x="4227" y="231"/>
                    <a:pt x="4080" y="173"/>
                  </a:cubicBezTo>
                  <a:cubicBezTo>
                    <a:pt x="4072" y="169"/>
                    <a:pt x="4059" y="168"/>
                    <a:pt x="4042" y="168"/>
                  </a:cubicBezTo>
                  <a:cubicBezTo>
                    <a:pt x="3674" y="168"/>
                    <a:pt x="1306" y="848"/>
                    <a:pt x="1104" y="848"/>
                  </a:cubicBezTo>
                  <a:cubicBezTo>
                    <a:pt x="1103" y="848"/>
                    <a:pt x="1102" y="848"/>
                    <a:pt x="1100" y="848"/>
                  </a:cubicBezTo>
                  <a:cubicBezTo>
                    <a:pt x="727" y="826"/>
                    <a:pt x="481" y="0"/>
                    <a:pt x="293" y="0"/>
                  </a:cubicBezTo>
                  <a:close/>
                </a:path>
              </a:pathLst>
            </a:custGeom>
            <a:solidFill>
              <a:srgbClr val="3C35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45"/>
            <p:cNvSpPr/>
            <p:nvPr/>
          </p:nvSpPr>
          <p:spPr>
            <a:xfrm>
              <a:off x="5119625" y="5280700"/>
              <a:ext cx="56000" cy="18450"/>
            </a:xfrm>
            <a:custGeom>
              <a:rect b="b" l="l" r="r" t="t"/>
              <a:pathLst>
                <a:path extrusionOk="0" h="738" w="2240">
                  <a:moveTo>
                    <a:pt x="300" y="0"/>
                  </a:moveTo>
                  <a:cubicBezTo>
                    <a:pt x="211" y="0"/>
                    <a:pt x="123" y="2"/>
                    <a:pt x="37" y="6"/>
                  </a:cubicBezTo>
                  <a:cubicBezTo>
                    <a:pt x="1" y="7"/>
                    <a:pt x="1" y="62"/>
                    <a:pt x="36" y="64"/>
                  </a:cubicBezTo>
                  <a:cubicBezTo>
                    <a:pt x="782" y="129"/>
                    <a:pt x="1611" y="184"/>
                    <a:pt x="2179" y="729"/>
                  </a:cubicBezTo>
                  <a:cubicBezTo>
                    <a:pt x="2185" y="735"/>
                    <a:pt x="2192" y="737"/>
                    <a:pt x="2199" y="737"/>
                  </a:cubicBezTo>
                  <a:cubicBezTo>
                    <a:pt x="2220" y="737"/>
                    <a:pt x="2240" y="711"/>
                    <a:pt x="2223" y="689"/>
                  </a:cubicBezTo>
                  <a:cubicBezTo>
                    <a:pt x="1762" y="129"/>
                    <a:pt x="999" y="0"/>
                    <a:pt x="300" y="0"/>
                  </a:cubicBezTo>
                  <a:close/>
                </a:path>
              </a:pathLst>
            </a:custGeom>
            <a:solidFill>
              <a:srgbClr val="282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45"/>
            <p:cNvSpPr/>
            <p:nvPr/>
          </p:nvSpPr>
          <p:spPr>
            <a:xfrm>
              <a:off x="5147950" y="5379300"/>
              <a:ext cx="88075" cy="26325"/>
            </a:xfrm>
            <a:custGeom>
              <a:rect b="b" l="l" r="r" t="t"/>
              <a:pathLst>
                <a:path extrusionOk="0" h="1053" w="3523">
                  <a:moveTo>
                    <a:pt x="38" y="0"/>
                  </a:moveTo>
                  <a:cubicBezTo>
                    <a:pt x="1" y="0"/>
                    <a:pt x="1" y="59"/>
                    <a:pt x="38" y="59"/>
                  </a:cubicBezTo>
                  <a:cubicBezTo>
                    <a:pt x="1214" y="248"/>
                    <a:pt x="2338" y="690"/>
                    <a:pt x="3470" y="1051"/>
                  </a:cubicBezTo>
                  <a:cubicBezTo>
                    <a:pt x="3474" y="1052"/>
                    <a:pt x="3477" y="1053"/>
                    <a:pt x="3481" y="1053"/>
                  </a:cubicBezTo>
                  <a:cubicBezTo>
                    <a:pt x="3509" y="1053"/>
                    <a:pt x="3522" y="1008"/>
                    <a:pt x="3492" y="996"/>
                  </a:cubicBezTo>
                  <a:cubicBezTo>
                    <a:pt x="2942" y="753"/>
                    <a:pt x="2375" y="558"/>
                    <a:pt x="1803" y="376"/>
                  </a:cubicBezTo>
                  <a:cubicBezTo>
                    <a:pt x="1224" y="211"/>
                    <a:pt x="647" y="20"/>
                    <a:pt x="39" y="0"/>
                  </a:cubicBezTo>
                  <a:cubicBezTo>
                    <a:pt x="39" y="0"/>
                    <a:pt x="38" y="0"/>
                    <a:pt x="38" y="0"/>
                  </a:cubicBezTo>
                  <a:close/>
                </a:path>
              </a:pathLst>
            </a:custGeom>
            <a:solidFill>
              <a:srgbClr val="282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45"/>
            <p:cNvSpPr/>
            <p:nvPr/>
          </p:nvSpPr>
          <p:spPr>
            <a:xfrm>
              <a:off x="5362075" y="5276200"/>
              <a:ext cx="84325" cy="188750"/>
            </a:xfrm>
            <a:custGeom>
              <a:rect b="b" l="l" r="r" t="t"/>
              <a:pathLst>
                <a:path extrusionOk="0" h="7550" w="3373">
                  <a:moveTo>
                    <a:pt x="3340" y="1"/>
                  </a:moveTo>
                  <a:cubicBezTo>
                    <a:pt x="3327" y="1"/>
                    <a:pt x="3314" y="11"/>
                    <a:pt x="3311" y="25"/>
                  </a:cubicBezTo>
                  <a:cubicBezTo>
                    <a:pt x="3180" y="717"/>
                    <a:pt x="3067" y="1414"/>
                    <a:pt x="2947" y="2107"/>
                  </a:cubicBezTo>
                  <a:cubicBezTo>
                    <a:pt x="2567" y="4525"/>
                    <a:pt x="1919" y="5896"/>
                    <a:pt x="25" y="7497"/>
                  </a:cubicBezTo>
                  <a:cubicBezTo>
                    <a:pt x="1" y="7518"/>
                    <a:pt x="22" y="7550"/>
                    <a:pt x="45" y="7550"/>
                  </a:cubicBezTo>
                  <a:cubicBezTo>
                    <a:pt x="51" y="7550"/>
                    <a:pt x="57" y="7548"/>
                    <a:pt x="62" y="7544"/>
                  </a:cubicBezTo>
                  <a:cubicBezTo>
                    <a:pt x="613" y="7102"/>
                    <a:pt x="1136" y="6619"/>
                    <a:pt x="1576" y="6060"/>
                  </a:cubicBezTo>
                  <a:cubicBezTo>
                    <a:pt x="2491" y="4951"/>
                    <a:pt x="2846" y="3516"/>
                    <a:pt x="3056" y="2126"/>
                  </a:cubicBezTo>
                  <a:lnTo>
                    <a:pt x="3370" y="35"/>
                  </a:lnTo>
                  <a:cubicBezTo>
                    <a:pt x="3372" y="20"/>
                    <a:pt x="3362" y="4"/>
                    <a:pt x="3346" y="1"/>
                  </a:cubicBezTo>
                  <a:cubicBezTo>
                    <a:pt x="3344" y="1"/>
                    <a:pt x="3342" y="1"/>
                    <a:pt x="3340" y="1"/>
                  </a:cubicBezTo>
                  <a:close/>
                </a:path>
              </a:pathLst>
            </a:custGeom>
            <a:solidFill>
              <a:srgbClr val="282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45"/>
            <p:cNvSpPr/>
            <p:nvPr/>
          </p:nvSpPr>
          <p:spPr>
            <a:xfrm>
              <a:off x="5144075" y="5017400"/>
              <a:ext cx="13675" cy="75925"/>
            </a:xfrm>
            <a:custGeom>
              <a:rect b="b" l="l" r="r" t="t"/>
              <a:pathLst>
                <a:path extrusionOk="0" h="3037" w="547">
                  <a:moveTo>
                    <a:pt x="512" y="1"/>
                  </a:moveTo>
                  <a:cubicBezTo>
                    <a:pt x="500" y="1"/>
                    <a:pt x="488" y="7"/>
                    <a:pt x="484" y="21"/>
                  </a:cubicBezTo>
                  <a:cubicBezTo>
                    <a:pt x="193" y="983"/>
                    <a:pt x="0" y="2001"/>
                    <a:pt x="93" y="3010"/>
                  </a:cubicBezTo>
                  <a:cubicBezTo>
                    <a:pt x="95" y="3028"/>
                    <a:pt x="109" y="3036"/>
                    <a:pt x="123" y="3036"/>
                  </a:cubicBezTo>
                  <a:cubicBezTo>
                    <a:pt x="138" y="3036"/>
                    <a:pt x="153" y="3026"/>
                    <a:pt x="152" y="3008"/>
                  </a:cubicBezTo>
                  <a:cubicBezTo>
                    <a:pt x="155" y="2756"/>
                    <a:pt x="165" y="2507"/>
                    <a:pt x="185" y="2258"/>
                  </a:cubicBezTo>
                  <a:cubicBezTo>
                    <a:pt x="241" y="1508"/>
                    <a:pt x="392" y="773"/>
                    <a:pt x="542" y="36"/>
                  </a:cubicBezTo>
                  <a:cubicBezTo>
                    <a:pt x="546" y="14"/>
                    <a:pt x="529" y="1"/>
                    <a:pt x="512" y="1"/>
                  </a:cubicBezTo>
                  <a:close/>
                </a:path>
              </a:pathLst>
            </a:custGeom>
            <a:solidFill>
              <a:srgbClr val="282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45"/>
            <p:cNvSpPr/>
            <p:nvPr/>
          </p:nvSpPr>
          <p:spPr>
            <a:xfrm>
              <a:off x="5388125" y="4871325"/>
              <a:ext cx="24150" cy="29775"/>
            </a:xfrm>
            <a:custGeom>
              <a:rect b="b" l="l" r="r" t="t"/>
              <a:pathLst>
                <a:path extrusionOk="0" h="1191" w="966">
                  <a:moveTo>
                    <a:pt x="933" y="0"/>
                  </a:moveTo>
                  <a:cubicBezTo>
                    <a:pt x="927" y="0"/>
                    <a:pt x="921" y="2"/>
                    <a:pt x="916" y="5"/>
                  </a:cubicBezTo>
                  <a:cubicBezTo>
                    <a:pt x="514" y="288"/>
                    <a:pt x="192" y="693"/>
                    <a:pt x="10" y="1150"/>
                  </a:cubicBezTo>
                  <a:cubicBezTo>
                    <a:pt x="1" y="1172"/>
                    <a:pt x="20" y="1190"/>
                    <a:pt x="39" y="1190"/>
                  </a:cubicBezTo>
                  <a:cubicBezTo>
                    <a:pt x="48" y="1190"/>
                    <a:pt x="57" y="1186"/>
                    <a:pt x="63" y="1177"/>
                  </a:cubicBezTo>
                  <a:cubicBezTo>
                    <a:pt x="323" y="771"/>
                    <a:pt x="617" y="397"/>
                    <a:pt x="954" y="50"/>
                  </a:cubicBezTo>
                  <a:cubicBezTo>
                    <a:pt x="964" y="41"/>
                    <a:pt x="966" y="25"/>
                    <a:pt x="958" y="13"/>
                  </a:cubicBezTo>
                  <a:cubicBezTo>
                    <a:pt x="952" y="5"/>
                    <a:pt x="942" y="0"/>
                    <a:pt x="933" y="0"/>
                  </a:cubicBezTo>
                  <a:close/>
                </a:path>
              </a:pathLst>
            </a:custGeom>
            <a:solidFill>
              <a:srgbClr val="282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45"/>
            <p:cNvSpPr/>
            <p:nvPr/>
          </p:nvSpPr>
          <p:spPr>
            <a:xfrm>
              <a:off x="5437750" y="4918200"/>
              <a:ext cx="36275" cy="8950"/>
            </a:xfrm>
            <a:custGeom>
              <a:rect b="b" l="l" r="r" t="t"/>
              <a:pathLst>
                <a:path extrusionOk="0" h="358" w="1451">
                  <a:moveTo>
                    <a:pt x="497" y="1"/>
                  </a:moveTo>
                  <a:cubicBezTo>
                    <a:pt x="339" y="1"/>
                    <a:pt x="182" y="22"/>
                    <a:pt x="34" y="63"/>
                  </a:cubicBezTo>
                  <a:cubicBezTo>
                    <a:pt x="1" y="72"/>
                    <a:pt x="9" y="122"/>
                    <a:pt x="40" y="122"/>
                  </a:cubicBezTo>
                  <a:cubicBezTo>
                    <a:pt x="41" y="122"/>
                    <a:pt x="42" y="122"/>
                    <a:pt x="43" y="122"/>
                  </a:cubicBezTo>
                  <a:cubicBezTo>
                    <a:pt x="125" y="116"/>
                    <a:pt x="206" y="113"/>
                    <a:pt x="288" y="113"/>
                  </a:cubicBezTo>
                  <a:cubicBezTo>
                    <a:pt x="670" y="113"/>
                    <a:pt x="1050" y="178"/>
                    <a:pt x="1394" y="354"/>
                  </a:cubicBezTo>
                  <a:cubicBezTo>
                    <a:pt x="1399" y="356"/>
                    <a:pt x="1403" y="358"/>
                    <a:pt x="1408" y="358"/>
                  </a:cubicBezTo>
                  <a:cubicBezTo>
                    <a:pt x="1432" y="358"/>
                    <a:pt x="1450" y="323"/>
                    <a:pt x="1427" y="304"/>
                  </a:cubicBezTo>
                  <a:cubicBezTo>
                    <a:pt x="1166" y="97"/>
                    <a:pt x="831" y="1"/>
                    <a:pt x="497" y="1"/>
                  </a:cubicBezTo>
                  <a:close/>
                </a:path>
              </a:pathLst>
            </a:custGeom>
            <a:solidFill>
              <a:srgbClr val="282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45"/>
            <p:cNvSpPr/>
            <p:nvPr/>
          </p:nvSpPr>
          <p:spPr>
            <a:xfrm>
              <a:off x="5598025" y="5234525"/>
              <a:ext cx="26175" cy="20200"/>
            </a:xfrm>
            <a:custGeom>
              <a:rect b="b" l="l" r="r" t="t"/>
              <a:pathLst>
                <a:path extrusionOk="0" h="808" w="1047">
                  <a:moveTo>
                    <a:pt x="740" y="0"/>
                  </a:moveTo>
                  <a:cubicBezTo>
                    <a:pt x="326" y="0"/>
                    <a:pt x="1" y="304"/>
                    <a:pt x="32" y="780"/>
                  </a:cubicBezTo>
                  <a:cubicBezTo>
                    <a:pt x="32" y="798"/>
                    <a:pt x="48" y="808"/>
                    <a:pt x="63" y="808"/>
                  </a:cubicBezTo>
                  <a:cubicBezTo>
                    <a:pt x="76" y="808"/>
                    <a:pt x="89" y="800"/>
                    <a:pt x="92" y="785"/>
                  </a:cubicBezTo>
                  <a:cubicBezTo>
                    <a:pt x="163" y="308"/>
                    <a:pt x="435" y="96"/>
                    <a:pt x="881" y="96"/>
                  </a:cubicBezTo>
                  <a:cubicBezTo>
                    <a:pt x="921" y="96"/>
                    <a:pt x="961" y="98"/>
                    <a:pt x="1003" y="101"/>
                  </a:cubicBezTo>
                  <a:cubicBezTo>
                    <a:pt x="1004" y="101"/>
                    <a:pt x="1005" y="101"/>
                    <a:pt x="1006" y="101"/>
                  </a:cubicBezTo>
                  <a:cubicBezTo>
                    <a:pt x="1039" y="101"/>
                    <a:pt x="1046" y="51"/>
                    <a:pt x="1013" y="43"/>
                  </a:cubicBezTo>
                  <a:cubicBezTo>
                    <a:pt x="920" y="14"/>
                    <a:pt x="828" y="0"/>
                    <a:pt x="740" y="0"/>
                  </a:cubicBezTo>
                  <a:close/>
                </a:path>
              </a:pathLst>
            </a:custGeom>
            <a:solidFill>
              <a:srgbClr val="282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45"/>
            <p:cNvSpPr/>
            <p:nvPr/>
          </p:nvSpPr>
          <p:spPr>
            <a:xfrm>
              <a:off x="5180025" y="4870125"/>
              <a:ext cx="40875" cy="68825"/>
            </a:xfrm>
            <a:custGeom>
              <a:rect b="b" l="l" r="r" t="t"/>
              <a:pathLst>
                <a:path extrusionOk="0" h="2753" w="1635">
                  <a:moveTo>
                    <a:pt x="1592" y="0"/>
                  </a:moveTo>
                  <a:cubicBezTo>
                    <a:pt x="1585" y="0"/>
                    <a:pt x="1578" y="3"/>
                    <a:pt x="1572" y="9"/>
                  </a:cubicBezTo>
                  <a:cubicBezTo>
                    <a:pt x="858" y="771"/>
                    <a:pt x="215" y="1677"/>
                    <a:pt x="5" y="2719"/>
                  </a:cubicBezTo>
                  <a:cubicBezTo>
                    <a:pt x="0" y="2740"/>
                    <a:pt x="18" y="2753"/>
                    <a:pt x="35" y="2753"/>
                  </a:cubicBezTo>
                  <a:cubicBezTo>
                    <a:pt x="47" y="2753"/>
                    <a:pt x="59" y="2747"/>
                    <a:pt x="63" y="2733"/>
                  </a:cubicBezTo>
                  <a:cubicBezTo>
                    <a:pt x="137" y="2483"/>
                    <a:pt x="230" y="2240"/>
                    <a:pt x="340" y="2005"/>
                  </a:cubicBezTo>
                  <a:cubicBezTo>
                    <a:pt x="670" y="1295"/>
                    <a:pt x="1135" y="664"/>
                    <a:pt x="1617" y="48"/>
                  </a:cubicBezTo>
                  <a:cubicBezTo>
                    <a:pt x="1634" y="26"/>
                    <a:pt x="1614" y="0"/>
                    <a:pt x="1592" y="0"/>
                  </a:cubicBezTo>
                  <a:close/>
                </a:path>
              </a:pathLst>
            </a:custGeom>
            <a:solidFill>
              <a:srgbClr val="282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45"/>
            <p:cNvSpPr/>
            <p:nvPr/>
          </p:nvSpPr>
          <p:spPr>
            <a:xfrm>
              <a:off x="5464950" y="4974125"/>
              <a:ext cx="24950" cy="12625"/>
            </a:xfrm>
            <a:custGeom>
              <a:rect b="b" l="l" r="r" t="t"/>
              <a:pathLst>
                <a:path extrusionOk="0" h="505" w="998">
                  <a:moveTo>
                    <a:pt x="508" y="0"/>
                  </a:moveTo>
                  <a:cubicBezTo>
                    <a:pt x="340" y="0"/>
                    <a:pt x="159" y="69"/>
                    <a:pt x="21" y="199"/>
                  </a:cubicBezTo>
                  <a:cubicBezTo>
                    <a:pt x="0" y="218"/>
                    <a:pt x="18" y="252"/>
                    <a:pt x="42" y="252"/>
                  </a:cubicBezTo>
                  <a:cubicBezTo>
                    <a:pt x="46" y="252"/>
                    <a:pt x="51" y="251"/>
                    <a:pt x="56" y="248"/>
                  </a:cubicBezTo>
                  <a:cubicBezTo>
                    <a:pt x="197" y="173"/>
                    <a:pt x="350" y="124"/>
                    <a:pt x="490" y="124"/>
                  </a:cubicBezTo>
                  <a:cubicBezTo>
                    <a:pt x="690" y="124"/>
                    <a:pt x="864" y="223"/>
                    <a:pt x="938" y="484"/>
                  </a:cubicBezTo>
                  <a:cubicBezTo>
                    <a:pt x="942" y="498"/>
                    <a:pt x="954" y="504"/>
                    <a:pt x="966" y="504"/>
                  </a:cubicBezTo>
                  <a:cubicBezTo>
                    <a:pt x="982" y="504"/>
                    <a:pt x="998" y="493"/>
                    <a:pt x="996" y="473"/>
                  </a:cubicBezTo>
                  <a:cubicBezTo>
                    <a:pt x="976" y="149"/>
                    <a:pt x="755" y="0"/>
                    <a:pt x="508" y="0"/>
                  </a:cubicBezTo>
                  <a:close/>
                </a:path>
              </a:pathLst>
            </a:custGeom>
            <a:solidFill>
              <a:srgbClr val="282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45"/>
            <p:cNvSpPr/>
            <p:nvPr/>
          </p:nvSpPr>
          <p:spPr>
            <a:xfrm>
              <a:off x="5563125" y="4968025"/>
              <a:ext cx="24650" cy="13475"/>
            </a:xfrm>
            <a:custGeom>
              <a:rect b="b" l="l" r="r" t="t"/>
              <a:pathLst>
                <a:path extrusionOk="0" h="539" w="986">
                  <a:moveTo>
                    <a:pt x="403" y="0"/>
                  </a:moveTo>
                  <a:cubicBezTo>
                    <a:pt x="256" y="0"/>
                    <a:pt x="113" y="55"/>
                    <a:pt x="18" y="179"/>
                  </a:cubicBezTo>
                  <a:cubicBezTo>
                    <a:pt x="0" y="200"/>
                    <a:pt x="20" y="228"/>
                    <a:pt x="42" y="228"/>
                  </a:cubicBezTo>
                  <a:cubicBezTo>
                    <a:pt x="48" y="228"/>
                    <a:pt x="54" y="227"/>
                    <a:pt x="59" y="222"/>
                  </a:cubicBezTo>
                  <a:cubicBezTo>
                    <a:pt x="151" y="152"/>
                    <a:pt x="263" y="119"/>
                    <a:pt x="375" y="119"/>
                  </a:cubicBezTo>
                  <a:cubicBezTo>
                    <a:pt x="615" y="119"/>
                    <a:pt x="857" y="267"/>
                    <a:pt x="908" y="512"/>
                  </a:cubicBezTo>
                  <a:cubicBezTo>
                    <a:pt x="910" y="529"/>
                    <a:pt x="924" y="538"/>
                    <a:pt x="938" y="538"/>
                  </a:cubicBezTo>
                  <a:cubicBezTo>
                    <a:pt x="952" y="538"/>
                    <a:pt x="966" y="530"/>
                    <a:pt x="967" y="512"/>
                  </a:cubicBezTo>
                  <a:cubicBezTo>
                    <a:pt x="986" y="205"/>
                    <a:pt x="688" y="0"/>
                    <a:pt x="403" y="0"/>
                  </a:cubicBezTo>
                  <a:close/>
                </a:path>
              </a:pathLst>
            </a:custGeom>
            <a:solidFill>
              <a:srgbClr val="282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45"/>
            <p:cNvSpPr/>
            <p:nvPr/>
          </p:nvSpPr>
          <p:spPr>
            <a:xfrm>
              <a:off x="5136775" y="4801675"/>
              <a:ext cx="41725" cy="70850"/>
            </a:xfrm>
            <a:custGeom>
              <a:rect b="b" l="l" r="r" t="t"/>
              <a:pathLst>
                <a:path extrusionOk="0" h="2834" w="1669">
                  <a:moveTo>
                    <a:pt x="1620" y="1"/>
                  </a:moveTo>
                  <a:cubicBezTo>
                    <a:pt x="1616" y="1"/>
                    <a:pt x="1612" y="2"/>
                    <a:pt x="1608" y="3"/>
                  </a:cubicBezTo>
                  <a:cubicBezTo>
                    <a:pt x="580" y="421"/>
                    <a:pt x="1" y="1744"/>
                    <a:pt x="169" y="2807"/>
                  </a:cubicBezTo>
                  <a:cubicBezTo>
                    <a:pt x="172" y="2825"/>
                    <a:pt x="187" y="2833"/>
                    <a:pt x="201" y="2833"/>
                  </a:cubicBezTo>
                  <a:cubicBezTo>
                    <a:pt x="219" y="2833"/>
                    <a:pt x="238" y="2820"/>
                    <a:pt x="235" y="2797"/>
                  </a:cubicBezTo>
                  <a:cubicBezTo>
                    <a:pt x="190" y="1748"/>
                    <a:pt x="684" y="580"/>
                    <a:pt x="1634" y="65"/>
                  </a:cubicBezTo>
                  <a:cubicBezTo>
                    <a:pt x="1668" y="49"/>
                    <a:pt x="1651" y="1"/>
                    <a:pt x="16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45"/>
            <p:cNvSpPr/>
            <p:nvPr/>
          </p:nvSpPr>
          <p:spPr>
            <a:xfrm>
              <a:off x="5207450" y="4751200"/>
              <a:ext cx="16825" cy="27225"/>
            </a:xfrm>
            <a:custGeom>
              <a:rect b="b" l="l" r="r" t="t"/>
              <a:pathLst>
                <a:path extrusionOk="0" h="1089" w="673">
                  <a:moveTo>
                    <a:pt x="636" y="0"/>
                  </a:moveTo>
                  <a:cubicBezTo>
                    <a:pt x="629" y="0"/>
                    <a:pt x="622" y="2"/>
                    <a:pt x="616" y="7"/>
                  </a:cubicBezTo>
                  <a:cubicBezTo>
                    <a:pt x="294" y="262"/>
                    <a:pt x="66" y="643"/>
                    <a:pt x="5" y="1050"/>
                  </a:cubicBezTo>
                  <a:cubicBezTo>
                    <a:pt x="1" y="1073"/>
                    <a:pt x="20" y="1088"/>
                    <a:pt x="39" y="1088"/>
                  </a:cubicBezTo>
                  <a:cubicBezTo>
                    <a:pt x="51" y="1088"/>
                    <a:pt x="63" y="1082"/>
                    <a:pt x="68" y="1069"/>
                  </a:cubicBezTo>
                  <a:cubicBezTo>
                    <a:pt x="227" y="706"/>
                    <a:pt x="425" y="370"/>
                    <a:pt x="664" y="54"/>
                  </a:cubicBezTo>
                  <a:cubicBezTo>
                    <a:pt x="672" y="43"/>
                    <a:pt x="672" y="26"/>
                    <a:pt x="663" y="14"/>
                  </a:cubicBezTo>
                  <a:cubicBezTo>
                    <a:pt x="656" y="5"/>
                    <a:pt x="646" y="0"/>
                    <a:pt x="6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45"/>
            <p:cNvSpPr/>
            <p:nvPr/>
          </p:nvSpPr>
          <p:spPr>
            <a:xfrm>
              <a:off x="5338675" y="4713575"/>
              <a:ext cx="22200" cy="6350"/>
            </a:xfrm>
            <a:custGeom>
              <a:rect b="b" l="l" r="r" t="t"/>
              <a:pathLst>
                <a:path extrusionOk="0" h="254" w="888">
                  <a:moveTo>
                    <a:pt x="317" y="1"/>
                  </a:moveTo>
                  <a:cubicBezTo>
                    <a:pt x="220" y="1"/>
                    <a:pt x="125" y="16"/>
                    <a:pt x="34" y="48"/>
                  </a:cubicBezTo>
                  <a:cubicBezTo>
                    <a:pt x="0" y="59"/>
                    <a:pt x="8" y="112"/>
                    <a:pt x="44" y="114"/>
                  </a:cubicBezTo>
                  <a:cubicBezTo>
                    <a:pt x="181" y="124"/>
                    <a:pt x="313" y="131"/>
                    <a:pt x="447" y="154"/>
                  </a:cubicBezTo>
                  <a:cubicBezTo>
                    <a:pt x="581" y="176"/>
                    <a:pt x="708" y="213"/>
                    <a:pt x="840" y="252"/>
                  </a:cubicBezTo>
                  <a:cubicBezTo>
                    <a:pt x="843" y="253"/>
                    <a:pt x="846" y="253"/>
                    <a:pt x="849" y="253"/>
                  </a:cubicBezTo>
                  <a:cubicBezTo>
                    <a:pt x="858" y="253"/>
                    <a:pt x="868" y="249"/>
                    <a:pt x="875" y="241"/>
                  </a:cubicBezTo>
                  <a:cubicBezTo>
                    <a:pt x="888" y="228"/>
                    <a:pt x="886" y="206"/>
                    <a:pt x="871" y="193"/>
                  </a:cubicBezTo>
                  <a:cubicBezTo>
                    <a:pt x="718" y="67"/>
                    <a:pt x="517" y="1"/>
                    <a:pt x="3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45"/>
            <p:cNvSpPr/>
            <p:nvPr/>
          </p:nvSpPr>
          <p:spPr>
            <a:xfrm>
              <a:off x="5424000" y="4728875"/>
              <a:ext cx="9450" cy="3975"/>
            </a:xfrm>
            <a:custGeom>
              <a:rect b="b" l="l" r="r" t="t"/>
              <a:pathLst>
                <a:path extrusionOk="0" h="159" w="378">
                  <a:moveTo>
                    <a:pt x="110" y="0"/>
                  </a:moveTo>
                  <a:cubicBezTo>
                    <a:pt x="88" y="0"/>
                    <a:pt x="66" y="2"/>
                    <a:pt x="44" y="5"/>
                  </a:cubicBezTo>
                  <a:cubicBezTo>
                    <a:pt x="15" y="8"/>
                    <a:pt x="1" y="46"/>
                    <a:pt x="21" y="68"/>
                  </a:cubicBezTo>
                  <a:cubicBezTo>
                    <a:pt x="76" y="123"/>
                    <a:pt x="164" y="159"/>
                    <a:pt x="246" y="159"/>
                  </a:cubicBezTo>
                  <a:cubicBezTo>
                    <a:pt x="289" y="159"/>
                    <a:pt x="330" y="149"/>
                    <a:pt x="365" y="128"/>
                  </a:cubicBezTo>
                  <a:cubicBezTo>
                    <a:pt x="378" y="111"/>
                    <a:pt x="373" y="86"/>
                    <a:pt x="356" y="74"/>
                  </a:cubicBezTo>
                  <a:cubicBezTo>
                    <a:pt x="282" y="25"/>
                    <a:pt x="197" y="0"/>
                    <a:pt x="1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45"/>
            <p:cNvSpPr/>
            <p:nvPr/>
          </p:nvSpPr>
          <p:spPr>
            <a:xfrm>
              <a:off x="5187275" y="5101700"/>
              <a:ext cx="3750" cy="32375"/>
            </a:xfrm>
            <a:custGeom>
              <a:rect b="b" l="l" r="r" t="t"/>
              <a:pathLst>
                <a:path extrusionOk="0" h="1295" w="150">
                  <a:moveTo>
                    <a:pt x="63" y="1"/>
                  </a:moveTo>
                  <a:cubicBezTo>
                    <a:pt x="47" y="1"/>
                    <a:pt x="34" y="12"/>
                    <a:pt x="33" y="28"/>
                  </a:cubicBezTo>
                  <a:cubicBezTo>
                    <a:pt x="0" y="443"/>
                    <a:pt x="11" y="858"/>
                    <a:pt x="68" y="1270"/>
                  </a:cubicBezTo>
                  <a:cubicBezTo>
                    <a:pt x="71" y="1286"/>
                    <a:pt x="84" y="1294"/>
                    <a:pt x="98" y="1294"/>
                  </a:cubicBezTo>
                  <a:cubicBezTo>
                    <a:pt x="112" y="1294"/>
                    <a:pt x="127" y="1285"/>
                    <a:pt x="128" y="1268"/>
                  </a:cubicBezTo>
                  <a:cubicBezTo>
                    <a:pt x="139" y="1164"/>
                    <a:pt x="143" y="1060"/>
                    <a:pt x="144" y="957"/>
                  </a:cubicBezTo>
                  <a:cubicBezTo>
                    <a:pt x="150" y="645"/>
                    <a:pt x="137" y="336"/>
                    <a:pt x="92" y="26"/>
                  </a:cubicBezTo>
                  <a:cubicBezTo>
                    <a:pt x="90" y="13"/>
                    <a:pt x="80" y="2"/>
                    <a:pt x="66" y="1"/>
                  </a:cubicBezTo>
                  <a:cubicBezTo>
                    <a:pt x="65" y="1"/>
                    <a:pt x="64" y="1"/>
                    <a:pt x="63" y="1"/>
                  </a:cubicBezTo>
                  <a:close/>
                </a:path>
              </a:pathLst>
            </a:custGeom>
            <a:solidFill>
              <a:srgbClr val="282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45"/>
            <p:cNvSpPr/>
            <p:nvPr/>
          </p:nvSpPr>
          <p:spPr>
            <a:xfrm>
              <a:off x="5168825" y="5028625"/>
              <a:ext cx="14025" cy="57600"/>
            </a:xfrm>
            <a:custGeom>
              <a:rect b="b" l="l" r="r" t="t"/>
              <a:pathLst>
                <a:path extrusionOk="0" h="2304" w="561">
                  <a:moveTo>
                    <a:pt x="528" y="1"/>
                  </a:moveTo>
                  <a:cubicBezTo>
                    <a:pt x="517" y="1"/>
                    <a:pt x="506" y="8"/>
                    <a:pt x="501" y="19"/>
                  </a:cubicBezTo>
                  <a:cubicBezTo>
                    <a:pt x="219" y="737"/>
                    <a:pt x="64" y="1504"/>
                    <a:pt x="2" y="2271"/>
                  </a:cubicBezTo>
                  <a:cubicBezTo>
                    <a:pt x="0" y="2292"/>
                    <a:pt x="17" y="2303"/>
                    <a:pt x="33" y="2303"/>
                  </a:cubicBezTo>
                  <a:cubicBezTo>
                    <a:pt x="46" y="2303"/>
                    <a:pt x="58" y="2296"/>
                    <a:pt x="61" y="2280"/>
                  </a:cubicBezTo>
                  <a:cubicBezTo>
                    <a:pt x="130" y="1949"/>
                    <a:pt x="220" y="1480"/>
                    <a:pt x="292" y="1155"/>
                  </a:cubicBezTo>
                  <a:cubicBezTo>
                    <a:pt x="370" y="780"/>
                    <a:pt x="463" y="410"/>
                    <a:pt x="557" y="38"/>
                  </a:cubicBezTo>
                  <a:cubicBezTo>
                    <a:pt x="560" y="24"/>
                    <a:pt x="553" y="8"/>
                    <a:pt x="539" y="3"/>
                  </a:cubicBezTo>
                  <a:cubicBezTo>
                    <a:pt x="536" y="2"/>
                    <a:pt x="532" y="1"/>
                    <a:pt x="528" y="1"/>
                  </a:cubicBezTo>
                  <a:close/>
                </a:path>
              </a:pathLst>
            </a:custGeom>
            <a:solidFill>
              <a:srgbClr val="282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45"/>
            <p:cNvSpPr/>
            <p:nvPr/>
          </p:nvSpPr>
          <p:spPr>
            <a:xfrm>
              <a:off x="5187950" y="5045300"/>
              <a:ext cx="5900" cy="27200"/>
            </a:xfrm>
            <a:custGeom>
              <a:rect b="b" l="l" r="r" t="t"/>
              <a:pathLst>
                <a:path extrusionOk="0" h="1088" w="236">
                  <a:moveTo>
                    <a:pt x="191" y="1"/>
                  </a:moveTo>
                  <a:cubicBezTo>
                    <a:pt x="93" y="1"/>
                    <a:pt x="0" y="1001"/>
                    <a:pt x="18" y="1061"/>
                  </a:cubicBezTo>
                  <a:cubicBezTo>
                    <a:pt x="27" y="1079"/>
                    <a:pt x="36" y="1088"/>
                    <a:pt x="46" y="1088"/>
                  </a:cubicBezTo>
                  <a:cubicBezTo>
                    <a:pt x="145" y="1088"/>
                    <a:pt x="236" y="90"/>
                    <a:pt x="219" y="28"/>
                  </a:cubicBezTo>
                  <a:cubicBezTo>
                    <a:pt x="210" y="9"/>
                    <a:pt x="200" y="1"/>
                    <a:pt x="191" y="1"/>
                  </a:cubicBezTo>
                  <a:close/>
                </a:path>
              </a:pathLst>
            </a:custGeom>
            <a:solidFill>
              <a:srgbClr val="282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45"/>
            <p:cNvSpPr/>
            <p:nvPr/>
          </p:nvSpPr>
          <p:spPr>
            <a:xfrm>
              <a:off x="5501550" y="5342025"/>
              <a:ext cx="81325" cy="57100"/>
            </a:xfrm>
            <a:custGeom>
              <a:rect b="b" l="l" r="r" t="t"/>
              <a:pathLst>
                <a:path extrusionOk="0" h="2284" w="3253">
                  <a:moveTo>
                    <a:pt x="43" y="1"/>
                  </a:moveTo>
                  <a:cubicBezTo>
                    <a:pt x="17" y="1"/>
                    <a:pt x="0" y="40"/>
                    <a:pt x="26" y="56"/>
                  </a:cubicBezTo>
                  <a:cubicBezTo>
                    <a:pt x="566" y="409"/>
                    <a:pt x="1080" y="796"/>
                    <a:pt x="1592" y="1186"/>
                  </a:cubicBezTo>
                  <a:cubicBezTo>
                    <a:pt x="2111" y="1573"/>
                    <a:pt x="2631" y="1962"/>
                    <a:pt x="3196" y="2279"/>
                  </a:cubicBezTo>
                  <a:cubicBezTo>
                    <a:pt x="3201" y="2282"/>
                    <a:pt x="3206" y="2283"/>
                    <a:pt x="3210" y="2283"/>
                  </a:cubicBezTo>
                  <a:cubicBezTo>
                    <a:pt x="3236" y="2283"/>
                    <a:pt x="3253" y="2245"/>
                    <a:pt x="3227" y="2229"/>
                  </a:cubicBezTo>
                  <a:cubicBezTo>
                    <a:pt x="2169" y="1525"/>
                    <a:pt x="1175" y="616"/>
                    <a:pt x="57" y="4"/>
                  </a:cubicBezTo>
                  <a:cubicBezTo>
                    <a:pt x="52" y="2"/>
                    <a:pt x="47" y="1"/>
                    <a:pt x="43" y="1"/>
                  </a:cubicBezTo>
                  <a:close/>
                </a:path>
              </a:pathLst>
            </a:custGeom>
            <a:solidFill>
              <a:srgbClr val="282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45"/>
            <p:cNvSpPr/>
            <p:nvPr/>
          </p:nvSpPr>
          <p:spPr>
            <a:xfrm>
              <a:off x="5527625" y="5384650"/>
              <a:ext cx="32525" cy="20350"/>
            </a:xfrm>
            <a:custGeom>
              <a:rect b="b" l="l" r="r" t="t"/>
              <a:pathLst>
                <a:path extrusionOk="0" h="814" w="1301">
                  <a:moveTo>
                    <a:pt x="42" y="0"/>
                  </a:moveTo>
                  <a:cubicBezTo>
                    <a:pt x="16" y="0"/>
                    <a:pt x="0" y="38"/>
                    <a:pt x="25" y="54"/>
                  </a:cubicBezTo>
                  <a:cubicBezTo>
                    <a:pt x="221" y="194"/>
                    <a:pt x="425" y="321"/>
                    <a:pt x="630" y="447"/>
                  </a:cubicBezTo>
                  <a:cubicBezTo>
                    <a:pt x="835" y="572"/>
                    <a:pt x="1039" y="697"/>
                    <a:pt x="1253" y="810"/>
                  </a:cubicBezTo>
                  <a:cubicBezTo>
                    <a:pt x="1257" y="812"/>
                    <a:pt x="1262" y="814"/>
                    <a:pt x="1267" y="814"/>
                  </a:cubicBezTo>
                  <a:cubicBezTo>
                    <a:pt x="1275" y="814"/>
                    <a:pt x="1284" y="810"/>
                    <a:pt x="1290" y="803"/>
                  </a:cubicBezTo>
                  <a:cubicBezTo>
                    <a:pt x="1300" y="791"/>
                    <a:pt x="1299" y="771"/>
                    <a:pt x="1286" y="761"/>
                  </a:cubicBezTo>
                  <a:cubicBezTo>
                    <a:pt x="912" y="453"/>
                    <a:pt x="497" y="197"/>
                    <a:pt x="54" y="3"/>
                  </a:cubicBezTo>
                  <a:cubicBezTo>
                    <a:pt x="50" y="1"/>
                    <a:pt x="46" y="0"/>
                    <a:pt x="42" y="0"/>
                  </a:cubicBezTo>
                  <a:close/>
                </a:path>
              </a:pathLst>
            </a:custGeom>
            <a:solidFill>
              <a:srgbClr val="282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45"/>
            <p:cNvSpPr/>
            <p:nvPr/>
          </p:nvSpPr>
          <p:spPr>
            <a:xfrm>
              <a:off x="5312500" y="5167325"/>
              <a:ext cx="45850" cy="84825"/>
            </a:xfrm>
            <a:custGeom>
              <a:rect b="b" l="l" r="r" t="t"/>
              <a:pathLst>
                <a:path extrusionOk="0" h="3393" w="1834">
                  <a:moveTo>
                    <a:pt x="41" y="1"/>
                  </a:moveTo>
                  <a:cubicBezTo>
                    <a:pt x="21" y="1"/>
                    <a:pt x="1" y="21"/>
                    <a:pt x="12" y="43"/>
                  </a:cubicBezTo>
                  <a:cubicBezTo>
                    <a:pt x="146" y="327"/>
                    <a:pt x="287" y="608"/>
                    <a:pt x="429" y="888"/>
                  </a:cubicBezTo>
                  <a:cubicBezTo>
                    <a:pt x="642" y="1307"/>
                    <a:pt x="1084" y="2144"/>
                    <a:pt x="1310" y="2556"/>
                  </a:cubicBezTo>
                  <a:cubicBezTo>
                    <a:pt x="1461" y="2832"/>
                    <a:pt x="1616" y="3105"/>
                    <a:pt x="1773" y="3378"/>
                  </a:cubicBezTo>
                  <a:cubicBezTo>
                    <a:pt x="1779" y="3387"/>
                    <a:pt x="1789" y="3392"/>
                    <a:pt x="1800" y="3392"/>
                  </a:cubicBezTo>
                  <a:cubicBezTo>
                    <a:pt x="1804" y="3392"/>
                    <a:pt x="1808" y="3392"/>
                    <a:pt x="1812" y="3390"/>
                  </a:cubicBezTo>
                  <a:cubicBezTo>
                    <a:pt x="1826" y="3382"/>
                    <a:pt x="1833" y="3365"/>
                    <a:pt x="1825" y="3350"/>
                  </a:cubicBezTo>
                  <a:cubicBezTo>
                    <a:pt x="1689" y="3066"/>
                    <a:pt x="1550" y="2784"/>
                    <a:pt x="1408" y="2505"/>
                  </a:cubicBezTo>
                  <a:cubicBezTo>
                    <a:pt x="1007" y="1726"/>
                    <a:pt x="503" y="767"/>
                    <a:pt x="64" y="15"/>
                  </a:cubicBezTo>
                  <a:cubicBezTo>
                    <a:pt x="59" y="5"/>
                    <a:pt x="50" y="1"/>
                    <a:pt x="41" y="1"/>
                  </a:cubicBezTo>
                  <a:close/>
                </a:path>
              </a:pathLst>
            </a:custGeom>
            <a:solidFill>
              <a:srgbClr val="D676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45"/>
            <p:cNvSpPr/>
            <p:nvPr/>
          </p:nvSpPr>
          <p:spPr>
            <a:xfrm>
              <a:off x="5336125" y="5159475"/>
              <a:ext cx="41075" cy="83225"/>
            </a:xfrm>
            <a:custGeom>
              <a:rect b="b" l="l" r="r" t="t"/>
              <a:pathLst>
                <a:path extrusionOk="0" h="3329" w="1643">
                  <a:moveTo>
                    <a:pt x="39" y="0"/>
                  </a:moveTo>
                  <a:cubicBezTo>
                    <a:pt x="20" y="0"/>
                    <a:pt x="0" y="18"/>
                    <a:pt x="9" y="40"/>
                  </a:cubicBezTo>
                  <a:cubicBezTo>
                    <a:pt x="116" y="325"/>
                    <a:pt x="235" y="603"/>
                    <a:pt x="357" y="880"/>
                  </a:cubicBezTo>
                  <a:cubicBezTo>
                    <a:pt x="605" y="1433"/>
                    <a:pt x="872" y="1978"/>
                    <a:pt x="1150" y="2515"/>
                  </a:cubicBezTo>
                  <a:cubicBezTo>
                    <a:pt x="1290" y="2784"/>
                    <a:pt x="1434" y="3050"/>
                    <a:pt x="1583" y="3314"/>
                  </a:cubicBezTo>
                  <a:cubicBezTo>
                    <a:pt x="1589" y="3323"/>
                    <a:pt x="1599" y="3329"/>
                    <a:pt x="1609" y="3329"/>
                  </a:cubicBezTo>
                  <a:cubicBezTo>
                    <a:pt x="1613" y="3329"/>
                    <a:pt x="1618" y="3328"/>
                    <a:pt x="1622" y="3326"/>
                  </a:cubicBezTo>
                  <a:cubicBezTo>
                    <a:pt x="1637" y="3319"/>
                    <a:pt x="1643" y="3301"/>
                    <a:pt x="1636" y="3287"/>
                  </a:cubicBezTo>
                  <a:cubicBezTo>
                    <a:pt x="1508" y="3012"/>
                    <a:pt x="1380" y="2738"/>
                    <a:pt x="1249" y="2466"/>
                  </a:cubicBezTo>
                  <a:cubicBezTo>
                    <a:pt x="997" y="1941"/>
                    <a:pt x="327" y="560"/>
                    <a:pt x="64" y="17"/>
                  </a:cubicBezTo>
                  <a:cubicBezTo>
                    <a:pt x="59" y="5"/>
                    <a:pt x="49" y="0"/>
                    <a:pt x="39" y="0"/>
                  </a:cubicBezTo>
                  <a:close/>
                </a:path>
              </a:pathLst>
            </a:custGeom>
            <a:solidFill>
              <a:srgbClr val="D676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45"/>
            <p:cNvSpPr/>
            <p:nvPr/>
          </p:nvSpPr>
          <p:spPr>
            <a:xfrm>
              <a:off x="5361250" y="5162625"/>
              <a:ext cx="30175" cy="58050"/>
            </a:xfrm>
            <a:custGeom>
              <a:rect b="b" l="l" r="r" t="t"/>
              <a:pathLst>
                <a:path extrusionOk="0" h="2322" w="1207">
                  <a:moveTo>
                    <a:pt x="41" y="1"/>
                  </a:moveTo>
                  <a:cubicBezTo>
                    <a:pt x="21" y="1"/>
                    <a:pt x="1" y="21"/>
                    <a:pt x="12" y="43"/>
                  </a:cubicBezTo>
                  <a:lnTo>
                    <a:pt x="285" y="614"/>
                  </a:lnTo>
                  <a:cubicBezTo>
                    <a:pt x="553" y="1165"/>
                    <a:pt x="848" y="1772"/>
                    <a:pt x="1144" y="2307"/>
                  </a:cubicBezTo>
                  <a:cubicBezTo>
                    <a:pt x="1149" y="2317"/>
                    <a:pt x="1159" y="2322"/>
                    <a:pt x="1168" y="2322"/>
                  </a:cubicBezTo>
                  <a:cubicBezTo>
                    <a:pt x="1187" y="2322"/>
                    <a:pt x="1207" y="2303"/>
                    <a:pt x="1197" y="2280"/>
                  </a:cubicBezTo>
                  <a:cubicBezTo>
                    <a:pt x="871" y="1501"/>
                    <a:pt x="508" y="734"/>
                    <a:pt x="64" y="14"/>
                  </a:cubicBezTo>
                  <a:cubicBezTo>
                    <a:pt x="58" y="4"/>
                    <a:pt x="50" y="1"/>
                    <a:pt x="41" y="1"/>
                  </a:cubicBezTo>
                  <a:close/>
                </a:path>
              </a:pathLst>
            </a:custGeom>
            <a:solidFill>
              <a:srgbClr val="D676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45"/>
            <p:cNvSpPr/>
            <p:nvPr/>
          </p:nvSpPr>
          <p:spPr>
            <a:xfrm>
              <a:off x="5296750" y="5205100"/>
              <a:ext cx="20725" cy="29700"/>
            </a:xfrm>
            <a:custGeom>
              <a:rect b="b" l="l" r="r" t="t"/>
              <a:pathLst>
                <a:path extrusionOk="0" h="1188" w="829">
                  <a:moveTo>
                    <a:pt x="42" y="1"/>
                  </a:moveTo>
                  <a:cubicBezTo>
                    <a:pt x="21" y="1"/>
                    <a:pt x="0" y="27"/>
                    <a:pt x="17" y="48"/>
                  </a:cubicBezTo>
                  <a:cubicBezTo>
                    <a:pt x="281" y="416"/>
                    <a:pt x="512" y="800"/>
                    <a:pt x="768" y="1174"/>
                  </a:cubicBezTo>
                  <a:cubicBezTo>
                    <a:pt x="773" y="1184"/>
                    <a:pt x="782" y="1188"/>
                    <a:pt x="791" y="1188"/>
                  </a:cubicBezTo>
                  <a:cubicBezTo>
                    <a:pt x="810" y="1188"/>
                    <a:pt x="829" y="1169"/>
                    <a:pt x="820" y="1147"/>
                  </a:cubicBezTo>
                  <a:cubicBezTo>
                    <a:pt x="642" y="725"/>
                    <a:pt x="400" y="319"/>
                    <a:pt x="60" y="8"/>
                  </a:cubicBezTo>
                  <a:cubicBezTo>
                    <a:pt x="55" y="3"/>
                    <a:pt x="48" y="1"/>
                    <a:pt x="42" y="1"/>
                  </a:cubicBezTo>
                  <a:close/>
                </a:path>
              </a:pathLst>
            </a:custGeom>
            <a:solidFill>
              <a:srgbClr val="D676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45"/>
            <p:cNvSpPr/>
            <p:nvPr/>
          </p:nvSpPr>
          <p:spPr>
            <a:xfrm>
              <a:off x="5753475" y="5034825"/>
              <a:ext cx="112000" cy="97500"/>
            </a:xfrm>
            <a:custGeom>
              <a:rect b="b" l="l" r="r" t="t"/>
              <a:pathLst>
                <a:path extrusionOk="0" h="3900" w="4480">
                  <a:moveTo>
                    <a:pt x="103" y="0"/>
                  </a:moveTo>
                  <a:cubicBezTo>
                    <a:pt x="97" y="0"/>
                    <a:pt x="94" y="1"/>
                    <a:pt x="92" y="2"/>
                  </a:cubicBezTo>
                  <a:cubicBezTo>
                    <a:pt x="0" y="99"/>
                    <a:pt x="1498" y="3899"/>
                    <a:pt x="2543" y="3899"/>
                  </a:cubicBezTo>
                  <a:cubicBezTo>
                    <a:pt x="2606" y="3899"/>
                    <a:pt x="2667" y="3886"/>
                    <a:pt x="2726" y="3856"/>
                  </a:cubicBezTo>
                  <a:cubicBezTo>
                    <a:pt x="3443" y="3501"/>
                    <a:pt x="2417" y="2160"/>
                    <a:pt x="2488" y="2102"/>
                  </a:cubicBezTo>
                  <a:cubicBezTo>
                    <a:pt x="2490" y="2100"/>
                    <a:pt x="2493" y="2100"/>
                    <a:pt x="2498" y="2100"/>
                  </a:cubicBezTo>
                  <a:cubicBezTo>
                    <a:pt x="2592" y="2100"/>
                    <a:pt x="3196" y="2522"/>
                    <a:pt x="3668" y="2522"/>
                  </a:cubicBezTo>
                  <a:cubicBezTo>
                    <a:pt x="3887" y="2522"/>
                    <a:pt x="4078" y="2430"/>
                    <a:pt x="4174" y="2161"/>
                  </a:cubicBezTo>
                  <a:cubicBezTo>
                    <a:pt x="4480" y="1309"/>
                    <a:pt x="345" y="0"/>
                    <a:pt x="1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45"/>
            <p:cNvSpPr/>
            <p:nvPr/>
          </p:nvSpPr>
          <p:spPr>
            <a:xfrm>
              <a:off x="5760325" y="5040475"/>
              <a:ext cx="28975" cy="51750"/>
            </a:xfrm>
            <a:custGeom>
              <a:rect b="b" l="l" r="r" t="t"/>
              <a:pathLst>
                <a:path extrusionOk="0" h="2070" w="1159">
                  <a:moveTo>
                    <a:pt x="38" y="0"/>
                  </a:moveTo>
                  <a:cubicBezTo>
                    <a:pt x="19" y="0"/>
                    <a:pt x="0" y="17"/>
                    <a:pt x="8" y="39"/>
                  </a:cubicBezTo>
                  <a:cubicBezTo>
                    <a:pt x="69" y="221"/>
                    <a:pt x="141" y="400"/>
                    <a:pt x="221" y="575"/>
                  </a:cubicBezTo>
                  <a:cubicBezTo>
                    <a:pt x="461" y="1098"/>
                    <a:pt x="753" y="1598"/>
                    <a:pt x="1101" y="2058"/>
                  </a:cubicBezTo>
                  <a:cubicBezTo>
                    <a:pt x="1107" y="2065"/>
                    <a:pt x="1116" y="2069"/>
                    <a:pt x="1125" y="2069"/>
                  </a:cubicBezTo>
                  <a:cubicBezTo>
                    <a:pt x="1130" y="2069"/>
                    <a:pt x="1135" y="2068"/>
                    <a:pt x="1139" y="2066"/>
                  </a:cubicBezTo>
                  <a:cubicBezTo>
                    <a:pt x="1154" y="2058"/>
                    <a:pt x="1159" y="2039"/>
                    <a:pt x="1151" y="2025"/>
                  </a:cubicBezTo>
                  <a:cubicBezTo>
                    <a:pt x="963" y="1692"/>
                    <a:pt x="767" y="1366"/>
                    <a:pt x="587" y="1030"/>
                  </a:cubicBezTo>
                  <a:cubicBezTo>
                    <a:pt x="402" y="697"/>
                    <a:pt x="234" y="358"/>
                    <a:pt x="63" y="16"/>
                  </a:cubicBezTo>
                  <a:cubicBezTo>
                    <a:pt x="57" y="5"/>
                    <a:pt x="48" y="0"/>
                    <a:pt x="38" y="0"/>
                  </a:cubicBezTo>
                  <a:close/>
                </a:path>
              </a:pathLst>
            </a:custGeom>
            <a:solidFill>
              <a:srgbClr val="282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45"/>
            <p:cNvSpPr/>
            <p:nvPr/>
          </p:nvSpPr>
          <p:spPr>
            <a:xfrm>
              <a:off x="5041625" y="4559575"/>
              <a:ext cx="105850" cy="57350"/>
            </a:xfrm>
            <a:custGeom>
              <a:rect b="b" l="l" r="r" t="t"/>
              <a:pathLst>
                <a:path extrusionOk="0" h="2294" w="4234">
                  <a:moveTo>
                    <a:pt x="2024" y="1"/>
                  </a:moveTo>
                  <a:cubicBezTo>
                    <a:pt x="948" y="1"/>
                    <a:pt x="1" y="1598"/>
                    <a:pt x="1" y="1598"/>
                  </a:cubicBezTo>
                  <a:cubicBezTo>
                    <a:pt x="1" y="1598"/>
                    <a:pt x="1261" y="2293"/>
                    <a:pt x="2023" y="2293"/>
                  </a:cubicBezTo>
                  <a:cubicBezTo>
                    <a:pt x="2109" y="2293"/>
                    <a:pt x="2189" y="2284"/>
                    <a:pt x="2260" y="2265"/>
                  </a:cubicBezTo>
                  <a:cubicBezTo>
                    <a:pt x="2957" y="2070"/>
                    <a:pt x="4234" y="1440"/>
                    <a:pt x="4234" y="1440"/>
                  </a:cubicBezTo>
                  <a:cubicBezTo>
                    <a:pt x="4234" y="1440"/>
                    <a:pt x="3147" y="35"/>
                    <a:pt x="2056" y="1"/>
                  </a:cubicBezTo>
                  <a:cubicBezTo>
                    <a:pt x="2046" y="1"/>
                    <a:pt x="2035" y="1"/>
                    <a:pt x="202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45"/>
            <p:cNvSpPr/>
            <p:nvPr/>
          </p:nvSpPr>
          <p:spPr>
            <a:xfrm>
              <a:off x="5133675" y="4654400"/>
              <a:ext cx="87675" cy="70300"/>
            </a:xfrm>
            <a:custGeom>
              <a:rect b="b" l="l" r="r" t="t"/>
              <a:pathLst>
                <a:path extrusionOk="0" h="2812" w="3507">
                  <a:moveTo>
                    <a:pt x="2153" y="0"/>
                  </a:moveTo>
                  <a:cubicBezTo>
                    <a:pt x="1711" y="0"/>
                    <a:pt x="1246" y="73"/>
                    <a:pt x="900" y="310"/>
                  </a:cubicBezTo>
                  <a:cubicBezTo>
                    <a:pt x="1" y="927"/>
                    <a:pt x="182" y="2812"/>
                    <a:pt x="182" y="2812"/>
                  </a:cubicBezTo>
                  <a:cubicBezTo>
                    <a:pt x="182" y="2812"/>
                    <a:pt x="1951" y="2586"/>
                    <a:pt x="2399" y="2017"/>
                  </a:cubicBezTo>
                  <a:cubicBezTo>
                    <a:pt x="2847" y="1448"/>
                    <a:pt x="3506" y="187"/>
                    <a:pt x="3506" y="187"/>
                  </a:cubicBezTo>
                  <a:cubicBezTo>
                    <a:pt x="3506" y="187"/>
                    <a:pt x="2860" y="0"/>
                    <a:pt x="21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45"/>
            <p:cNvSpPr/>
            <p:nvPr/>
          </p:nvSpPr>
          <p:spPr>
            <a:xfrm>
              <a:off x="5151950" y="4520625"/>
              <a:ext cx="67625" cy="106050"/>
            </a:xfrm>
            <a:custGeom>
              <a:rect b="b" l="l" r="r" t="t"/>
              <a:pathLst>
                <a:path extrusionOk="0" h="4242" w="2705">
                  <a:moveTo>
                    <a:pt x="1672" y="1"/>
                  </a:moveTo>
                  <a:cubicBezTo>
                    <a:pt x="1672" y="1"/>
                    <a:pt x="1" y="1049"/>
                    <a:pt x="115" y="2137"/>
                  </a:cubicBezTo>
                  <a:cubicBezTo>
                    <a:pt x="229" y="3224"/>
                    <a:pt x="1811" y="4242"/>
                    <a:pt x="1811" y="4242"/>
                  </a:cubicBezTo>
                  <a:cubicBezTo>
                    <a:pt x="1811" y="4242"/>
                    <a:pt x="2390" y="2933"/>
                    <a:pt x="2548" y="2226"/>
                  </a:cubicBezTo>
                  <a:cubicBezTo>
                    <a:pt x="2705" y="1518"/>
                    <a:pt x="1672" y="1"/>
                    <a:pt x="16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45"/>
            <p:cNvSpPr/>
            <p:nvPr/>
          </p:nvSpPr>
          <p:spPr>
            <a:xfrm>
              <a:off x="5070625" y="4581750"/>
              <a:ext cx="66225" cy="7925"/>
            </a:xfrm>
            <a:custGeom>
              <a:rect b="b" l="l" r="r" t="t"/>
              <a:pathLst>
                <a:path extrusionOk="0" h="317" w="2649">
                  <a:moveTo>
                    <a:pt x="1505" y="0"/>
                  </a:moveTo>
                  <a:cubicBezTo>
                    <a:pt x="1007" y="0"/>
                    <a:pt x="500" y="112"/>
                    <a:pt x="34" y="259"/>
                  </a:cubicBezTo>
                  <a:cubicBezTo>
                    <a:pt x="1" y="269"/>
                    <a:pt x="12" y="317"/>
                    <a:pt x="42" y="317"/>
                  </a:cubicBezTo>
                  <a:cubicBezTo>
                    <a:pt x="44" y="317"/>
                    <a:pt x="46" y="316"/>
                    <a:pt x="48" y="316"/>
                  </a:cubicBezTo>
                  <a:cubicBezTo>
                    <a:pt x="544" y="218"/>
                    <a:pt x="1056" y="124"/>
                    <a:pt x="1564" y="124"/>
                  </a:cubicBezTo>
                  <a:cubicBezTo>
                    <a:pt x="1913" y="124"/>
                    <a:pt x="2260" y="169"/>
                    <a:pt x="2597" y="287"/>
                  </a:cubicBezTo>
                  <a:cubicBezTo>
                    <a:pt x="2601" y="288"/>
                    <a:pt x="2604" y="289"/>
                    <a:pt x="2608" y="289"/>
                  </a:cubicBezTo>
                  <a:cubicBezTo>
                    <a:pt x="2635" y="289"/>
                    <a:pt x="2649" y="246"/>
                    <a:pt x="2620" y="233"/>
                  </a:cubicBezTo>
                  <a:cubicBezTo>
                    <a:pt x="2268" y="66"/>
                    <a:pt x="1889" y="0"/>
                    <a:pt x="15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45"/>
            <p:cNvSpPr/>
            <p:nvPr/>
          </p:nvSpPr>
          <p:spPr>
            <a:xfrm>
              <a:off x="5171900" y="4553375"/>
              <a:ext cx="23225" cy="72025"/>
            </a:xfrm>
            <a:custGeom>
              <a:rect b="b" l="l" r="r" t="t"/>
              <a:pathLst>
                <a:path extrusionOk="0" h="2881" w="929">
                  <a:moveTo>
                    <a:pt x="410" y="1"/>
                  </a:moveTo>
                  <a:cubicBezTo>
                    <a:pt x="400" y="1"/>
                    <a:pt x="389" y="6"/>
                    <a:pt x="384" y="18"/>
                  </a:cubicBezTo>
                  <a:cubicBezTo>
                    <a:pt x="1" y="960"/>
                    <a:pt x="278" y="2071"/>
                    <a:pt x="866" y="2868"/>
                  </a:cubicBezTo>
                  <a:cubicBezTo>
                    <a:pt x="872" y="2877"/>
                    <a:pt x="880" y="2880"/>
                    <a:pt x="888" y="2880"/>
                  </a:cubicBezTo>
                  <a:cubicBezTo>
                    <a:pt x="908" y="2880"/>
                    <a:pt x="929" y="2857"/>
                    <a:pt x="915" y="2836"/>
                  </a:cubicBezTo>
                  <a:cubicBezTo>
                    <a:pt x="422" y="2005"/>
                    <a:pt x="155" y="985"/>
                    <a:pt x="440" y="38"/>
                  </a:cubicBezTo>
                  <a:cubicBezTo>
                    <a:pt x="447" y="16"/>
                    <a:pt x="428" y="1"/>
                    <a:pt x="4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45"/>
            <p:cNvSpPr/>
            <p:nvPr/>
          </p:nvSpPr>
          <p:spPr>
            <a:xfrm>
              <a:off x="5162075" y="4657225"/>
              <a:ext cx="59550" cy="39700"/>
            </a:xfrm>
            <a:custGeom>
              <a:rect b="b" l="l" r="r" t="t"/>
              <a:pathLst>
                <a:path extrusionOk="0" h="1588" w="2382">
                  <a:moveTo>
                    <a:pt x="2338" y="0"/>
                  </a:moveTo>
                  <a:cubicBezTo>
                    <a:pt x="2335" y="0"/>
                    <a:pt x="2332" y="1"/>
                    <a:pt x="2329" y="2"/>
                  </a:cubicBezTo>
                  <a:cubicBezTo>
                    <a:pt x="1458" y="315"/>
                    <a:pt x="565" y="770"/>
                    <a:pt x="16" y="1542"/>
                  </a:cubicBezTo>
                  <a:cubicBezTo>
                    <a:pt x="0" y="1564"/>
                    <a:pt x="21" y="1587"/>
                    <a:pt x="42" y="1587"/>
                  </a:cubicBezTo>
                  <a:cubicBezTo>
                    <a:pt x="50" y="1587"/>
                    <a:pt x="58" y="1584"/>
                    <a:pt x="64" y="1577"/>
                  </a:cubicBezTo>
                  <a:cubicBezTo>
                    <a:pt x="212" y="1401"/>
                    <a:pt x="381" y="1245"/>
                    <a:pt x="560" y="1102"/>
                  </a:cubicBezTo>
                  <a:cubicBezTo>
                    <a:pt x="1104" y="670"/>
                    <a:pt x="1723" y="352"/>
                    <a:pt x="2350" y="58"/>
                  </a:cubicBezTo>
                  <a:cubicBezTo>
                    <a:pt x="2381" y="44"/>
                    <a:pt x="2366" y="0"/>
                    <a:pt x="23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45"/>
            <p:cNvSpPr/>
            <p:nvPr/>
          </p:nvSpPr>
          <p:spPr>
            <a:xfrm>
              <a:off x="5130175" y="4585975"/>
              <a:ext cx="128250" cy="123825"/>
            </a:xfrm>
            <a:custGeom>
              <a:rect b="b" l="l" r="r" t="t"/>
              <a:pathLst>
                <a:path extrusionOk="0" h="4953" w="5130">
                  <a:moveTo>
                    <a:pt x="8" y="0"/>
                  </a:moveTo>
                  <a:cubicBezTo>
                    <a:pt x="3" y="0"/>
                    <a:pt x="1" y="2"/>
                    <a:pt x="1" y="5"/>
                  </a:cubicBezTo>
                  <a:cubicBezTo>
                    <a:pt x="54" y="253"/>
                    <a:pt x="1787" y="1292"/>
                    <a:pt x="2553" y="1847"/>
                  </a:cubicBezTo>
                  <a:cubicBezTo>
                    <a:pt x="3319" y="2402"/>
                    <a:pt x="4665" y="4908"/>
                    <a:pt x="4776" y="4947"/>
                  </a:cubicBezTo>
                  <a:cubicBezTo>
                    <a:pt x="4786" y="4951"/>
                    <a:pt x="4796" y="4952"/>
                    <a:pt x="4806" y="4952"/>
                  </a:cubicBezTo>
                  <a:cubicBezTo>
                    <a:pt x="4922" y="4952"/>
                    <a:pt x="5096" y="4766"/>
                    <a:pt x="5112" y="4671"/>
                  </a:cubicBezTo>
                  <a:cubicBezTo>
                    <a:pt x="5129" y="4567"/>
                    <a:pt x="4110" y="2875"/>
                    <a:pt x="3068" y="1911"/>
                  </a:cubicBezTo>
                  <a:cubicBezTo>
                    <a:pt x="2064" y="980"/>
                    <a:pt x="134" y="0"/>
                    <a:pt x="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45"/>
            <p:cNvSpPr/>
            <p:nvPr/>
          </p:nvSpPr>
          <p:spPr>
            <a:xfrm>
              <a:off x="5082450" y="4562325"/>
              <a:ext cx="34200" cy="8975"/>
            </a:xfrm>
            <a:custGeom>
              <a:rect b="b" l="l" r="r" t="t"/>
              <a:pathLst>
                <a:path extrusionOk="0" h="359" w="1368">
                  <a:moveTo>
                    <a:pt x="419" y="0"/>
                  </a:moveTo>
                  <a:cubicBezTo>
                    <a:pt x="288" y="0"/>
                    <a:pt x="158" y="16"/>
                    <a:pt x="33" y="49"/>
                  </a:cubicBezTo>
                  <a:cubicBezTo>
                    <a:pt x="0" y="57"/>
                    <a:pt x="7" y="108"/>
                    <a:pt x="40" y="108"/>
                  </a:cubicBezTo>
                  <a:cubicBezTo>
                    <a:pt x="41" y="108"/>
                    <a:pt x="41" y="108"/>
                    <a:pt x="42" y="108"/>
                  </a:cubicBezTo>
                  <a:cubicBezTo>
                    <a:pt x="86" y="106"/>
                    <a:pt x="130" y="105"/>
                    <a:pt x="174" y="105"/>
                  </a:cubicBezTo>
                  <a:cubicBezTo>
                    <a:pt x="571" y="105"/>
                    <a:pt x="959" y="184"/>
                    <a:pt x="1323" y="356"/>
                  </a:cubicBezTo>
                  <a:cubicBezTo>
                    <a:pt x="1326" y="358"/>
                    <a:pt x="1330" y="358"/>
                    <a:pt x="1334" y="358"/>
                  </a:cubicBezTo>
                  <a:cubicBezTo>
                    <a:pt x="1343" y="358"/>
                    <a:pt x="1352" y="354"/>
                    <a:pt x="1358" y="346"/>
                  </a:cubicBezTo>
                  <a:cubicBezTo>
                    <a:pt x="1368" y="333"/>
                    <a:pt x="1366" y="315"/>
                    <a:pt x="1352" y="304"/>
                  </a:cubicBezTo>
                  <a:cubicBezTo>
                    <a:pt x="1088" y="105"/>
                    <a:pt x="752" y="0"/>
                    <a:pt x="4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45"/>
            <p:cNvSpPr/>
            <p:nvPr/>
          </p:nvSpPr>
          <p:spPr>
            <a:xfrm>
              <a:off x="5166375" y="4658975"/>
              <a:ext cx="26725" cy="5700"/>
            </a:xfrm>
            <a:custGeom>
              <a:rect b="b" l="l" r="r" t="t"/>
              <a:pathLst>
                <a:path extrusionOk="0" h="228" w="1069">
                  <a:moveTo>
                    <a:pt x="1039" y="1"/>
                  </a:moveTo>
                  <a:cubicBezTo>
                    <a:pt x="1038" y="1"/>
                    <a:pt x="1037" y="1"/>
                    <a:pt x="1036" y="1"/>
                  </a:cubicBezTo>
                  <a:cubicBezTo>
                    <a:pt x="696" y="30"/>
                    <a:pt x="362" y="84"/>
                    <a:pt x="32" y="168"/>
                  </a:cubicBezTo>
                  <a:cubicBezTo>
                    <a:pt x="1" y="175"/>
                    <a:pt x="6" y="226"/>
                    <a:pt x="39" y="227"/>
                  </a:cubicBezTo>
                  <a:cubicBezTo>
                    <a:pt x="58" y="227"/>
                    <a:pt x="76" y="227"/>
                    <a:pt x="95" y="227"/>
                  </a:cubicBezTo>
                  <a:cubicBezTo>
                    <a:pt x="419" y="227"/>
                    <a:pt x="743" y="170"/>
                    <a:pt x="1049" y="58"/>
                  </a:cubicBezTo>
                  <a:cubicBezTo>
                    <a:pt x="1061" y="54"/>
                    <a:pt x="1069" y="42"/>
                    <a:pt x="1068" y="29"/>
                  </a:cubicBezTo>
                  <a:cubicBezTo>
                    <a:pt x="1067" y="13"/>
                    <a:pt x="1055" y="1"/>
                    <a:pt x="10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45"/>
            <p:cNvSpPr/>
            <p:nvPr/>
          </p:nvSpPr>
          <p:spPr>
            <a:xfrm>
              <a:off x="5164475" y="4537375"/>
              <a:ext cx="18200" cy="16025"/>
            </a:xfrm>
            <a:custGeom>
              <a:rect b="b" l="l" r="r" t="t"/>
              <a:pathLst>
                <a:path extrusionOk="0" h="641" w="728">
                  <a:moveTo>
                    <a:pt x="695" y="1"/>
                  </a:moveTo>
                  <a:cubicBezTo>
                    <a:pt x="691" y="1"/>
                    <a:pt x="686" y="2"/>
                    <a:pt x="682" y="4"/>
                  </a:cubicBezTo>
                  <a:cubicBezTo>
                    <a:pt x="412" y="140"/>
                    <a:pt x="176" y="345"/>
                    <a:pt x="6" y="595"/>
                  </a:cubicBezTo>
                  <a:cubicBezTo>
                    <a:pt x="1" y="628"/>
                    <a:pt x="8" y="641"/>
                    <a:pt x="23" y="641"/>
                  </a:cubicBezTo>
                  <a:cubicBezTo>
                    <a:pt x="68" y="641"/>
                    <a:pt x="180" y="528"/>
                    <a:pt x="223" y="496"/>
                  </a:cubicBezTo>
                  <a:lnTo>
                    <a:pt x="390" y="352"/>
                  </a:lnTo>
                  <a:cubicBezTo>
                    <a:pt x="499" y="254"/>
                    <a:pt x="610" y="159"/>
                    <a:pt x="716" y="52"/>
                  </a:cubicBezTo>
                  <a:cubicBezTo>
                    <a:pt x="725" y="43"/>
                    <a:pt x="727" y="29"/>
                    <a:pt x="722" y="18"/>
                  </a:cubicBezTo>
                  <a:cubicBezTo>
                    <a:pt x="717" y="7"/>
                    <a:pt x="706" y="1"/>
                    <a:pt x="6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45"/>
            <p:cNvSpPr/>
            <p:nvPr/>
          </p:nvSpPr>
          <p:spPr>
            <a:xfrm>
              <a:off x="5231050" y="4441200"/>
              <a:ext cx="213275" cy="236800"/>
            </a:xfrm>
            <a:custGeom>
              <a:rect b="b" l="l" r="r" t="t"/>
              <a:pathLst>
                <a:path extrusionOk="0" h="9472" w="8531">
                  <a:moveTo>
                    <a:pt x="2207" y="1"/>
                  </a:moveTo>
                  <a:cubicBezTo>
                    <a:pt x="2091" y="1"/>
                    <a:pt x="1965" y="19"/>
                    <a:pt x="1829" y="60"/>
                  </a:cubicBezTo>
                  <a:cubicBezTo>
                    <a:pt x="0" y="603"/>
                    <a:pt x="3040" y="9450"/>
                    <a:pt x="3217" y="9471"/>
                  </a:cubicBezTo>
                  <a:cubicBezTo>
                    <a:pt x="3217" y="9471"/>
                    <a:pt x="3218" y="9472"/>
                    <a:pt x="3219" y="9472"/>
                  </a:cubicBezTo>
                  <a:cubicBezTo>
                    <a:pt x="3530" y="9472"/>
                    <a:pt x="8531" y="1499"/>
                    <a:pt x="6410" y="400"/>
                  </a:cubicBezTo>
                  <a:cubicBezTo>
                    <a:pt x="6260" y="323"/>
                    <a:pt x="6116" y="288"/>
                    <a:pt x="5977" y="288"/>
                  </a:cubicBezTo>
                  <a:cubicBezTo>
                    <a:pt x="4764" y="288"/>
                    <a:pt x="3964" y="2934"/>
                    <a:pt x="3789" y="2934"/>
                  </a:cubicBezTo>
                  <a:cubicBezTo>
                    <a:pt x="3788" y="2934"/>
                    <a:pt x="3786" y="2934"/>
                    <a:pt x="3785" y="2933"/>
                  </a:cubicBezTo>
                  <a:cubicBezTo>
                    <a:pt x="3614" y="2888"/>
                    <a:pt x="3650" y="1"/>
                    <a:pt x="22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45"/>
            <p:cNvSpPr/>
            <p:nvPr/>
          </p:nvSpPr>
          <p:spPr>
            <a:xfrm>
              <a:off x="5315725" y="4552475"/>
              <a:ext cx="60375" cy="110975"/>
            </a:xfrm>
            <a:custGeom>
              <a:rect b="b" l="l" r="r" t="t"/>
              <a:pathLst>
                <a:path extrusionOk="0" h="4439" w="2415">
                  <a:moveTo>
                    <a:pt x="2381" y="0"/>
                  </a:moveTo>
                  <a:cubicBezTo>
                    <a:pt x="2370" y="0"/>
                    <a:pt x="2360" y="7"/>
                    <a:pt x="2354" y="17"/>
                  </a:cubicBezTo>
                  <a:cubicBezTo>
                    <a:pt x="2177" y="391"/>
                    <a:pt x="1987" y="758"/>
                    <a:pt x="1792" y="1122"/>
                  </a:cubicBezTo>
                  <a:cubicBezTo>
                    <a:pt x="1205" y="2217"/>
                    <a:pt x="546" y="3274"/>
                    <a:pt x="12" y="4397"/>
                  </a:cubicBezTo>
                  <a:cubicBezTo>
                    <a:pt x="0" y="4420"/>
                    <a:pt x="21" y="4439"/>
                    <a:pt x="40" y="4439"/>
                  </a:cubicBezTo>
                  <a:cubicBezTo>
                    <a:pt x="50" y="4439"/>
                    <a:pt x="59" y="4435"/>
                    <a:pt x="65" y="4424"/>
                  </a:cubicBezTo>
                  <a:cubicBezTo>
                    <a:pt x="264" y="4062"/>
                    <a:pt x="471" y="3704"/>
                    <a:pt x="677" y="3345"/>
                  </a:cubicBezTo>
                  <a:cubicBezTo>
                    <a:pt x="1042" y="2712"/>
                    <a:pt x="1565" y="1817"/>
                    <a:pt x="1889" y="1173"/>
                  </a:cubicBezTo>
                  <a:cubicBezTo>
                    <a:pt x="2078" y="803"/>
                    <a:pt x="2253" y="426"/>
                    <a:pt x="2409" y="41"/>
                  </a:cubicBezTo>
                  <a:cubicBezTo>
                    <a:pt x="2414" y="26"/>
                    <a:pt x="2408" y="9"/>
                    <a:pt x="2394" y="3"/>
                  </a:cubicBezTo>
                  <a:cubicBezTo>
                    <a:pt x="2390" y="1"/>
                    <a:pt x="2386" y="0"/>
                    <a:pt x="2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45"/>
            <p:cNvSpPr/>
            <p:nvPr/>
          </p:nvSpPr>
          <p:spPr>
            <a:xfrm>
              <a:off x="5269450" y="4452675"/>
              <a:ext cx="6825" cy="17575"/>
            </a:xfrm>
            <a:custGeom>
              <a:rect b="b" l="l" r="r" t="t"/>
              <a:pathLst>
                <a:path extrusionOk="0" h="703" w="273">
                  <a:moveTo>
                    <a:pt x="240" y="0"/>
                  </a:moveTo>
                  <a:cubicBezTo>
                    <a:pt x="231" y="0"/>
                    <a:pt x="222" y="4"/>
                    <a:pt x="216" y="11"/>
                  </a:cubicBezTo>
                  <a:cubicBezTo>
                    <a:pt x="69" y="195"/>
                    <a:pt x="1" y="445"/>
                    <a:pt x="39" y="678"/>
                  </a:cubicBezTo>
                  <a:cubicBezTo>
                    <a:pt x="41" y="689"/>
                    <a:pt x="49" y="698"/>
                    <a:pt x="60" y="702"/>
                  </a:cubicBezTo>
                  <a:cubicBezTo>
                    <a:pt x="63" y="703"/>
                    <a:pt x="66" y="703"/>
                    <a:pt x="68" y="703"/>
                  </a:cubicBezTo>
                  <a:cubicBezTo>
                    <a:pt x="82" y="703"/>
                    <a:pt x="94" y="694"/>
                    <a:pt x="98" y="681"/>
                  </a:cubicBezTo>
                  <a:cubicBezTo>
                    <a:pt x="114" y="626"/>
                    <a:pt x="126" y="572"/>
                    <a:pt x="140" y="518"/>
                  </a:cubicBezTo>
                  <a:lnTo>
                    <a:pt x="180" y="359"/>
                  </a:lnTo>
                  <a:lnTo>
                    <a:pt x="269" y="38"/>
                  </a:lnTo>
                  <a:cubicBezTo>
                    <a:pt x="272" y="27"/>
                    <a:pt x="269" y="15"/>
                    <a:pt x="259" y="7"/>
                  </a:cubicBezTo>
                  <a:cubicBezTo>
                    <a:pt x="253" y="2"/>
                    <a:pt x="247" y="0"/>
                    <a:pt x="2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45"/>
            <p:cNvSpPr/>
            <p:nvPr/>
          </p:nvSpPr>
          <p:spPr>
            <a:xfrm>
              <a:off x="5596000" y="4479500"/>
              <a:ext cx="112700" cy="215700"/>
            </a:xfrm>
            <a:custGeom>
              <a:rect b="b" l="l" r="r" t="t"/>
              <a:pathLst>
                <a:path extrusionOk="0" h="8628" w="4508">
                  <a:moveTo>
                    <a:pt x="1666" y="1"/>
                  </a:moveTo>
                  <a:cubicBezTo>
                    <a:pt x="1653" y="1"/>
                    <a:pt x="1643" y="2"/>
                    <a:pt x="1634" y="5"/>
                  </a:cubicBezTo>
                  <a:cubicBezTo>
                    <a:pt x="1314" y="111"/>
                    <a:pt x="1" y="3908"/>
                    <a:pt x="1" y="4085"/>
                  </a:cubicBezTo>
                  <a:cubicBezTo>
                    <a:pt x="1" y="4263"/>
                    <a:pt x="1634" y="5505"/>
                    <a:pt x="1634" y="5753"/>
                  </a:cubicBezTo>
                  <a:cubicBezTo>
                    <a:pt x="1634" y="6002"/>
                    <a:pt x="577" y="8599"/>
                    <a:pt x="781" y="8627"/>
                  </a:cubicBezTo>
                  <a:cubicBezTo>
                    <a:pt x="783" y="8628"/>
                    <a:pt x="785" y="8628"/>
                    <a:pt x="787" y="8628"/>
                  </a:cubicBezTo>
                  <a:cubicBezTo>
                    <a:pt x="1072" y="8628"/>
                    <a:pt x="4259" y="5929"/>
                    <a:pt x="4295" y="5647"/>
                  </a:cubicBezTo>
                  <a:cubicBezTo>
                    <a:pt x="4330" y="5363"/>
                    <a:pt x="2734" y="4121"/>
                    <a:pt x="2769" y="3979"/>
                  </a:cubicBezTo>
                  <a:cubicBezTo>
                    <a:pt x="2804" y="3837"/>
                    <a:pt x="4508" y="2027"/>
                    <a:pt x="4508" y="1885"/>
                  </a:cubicBezTo>
                  <a:cubicBezTo>
                    <a:pt x="4508" y="1748"/>
                    <a:pt x="2094" y="1"/>
                    <a:pt x="1666" y="1"/>
                  </a:cubicBezTo>
                  <a:close/>
                </a:path>
              </a:pathLst>
            </a:custGeom>
            <a:solidFill>
              <a:srgbClr val="9485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45"/>
            <p:cNvSpPr/>
            <p:nvPr/>
          </p:nvSpPr>
          <p:spPr>
            <a:xfrm>
              <a:off x="5602900" y="4579050"/>
              <a:ext cx="40625" cy="42350"/>
            </a:xfrm>
            <a:custGeom>
              <a:rect b="b" l="l" r="r" t="t"/>
              <a:pathLst>
                <a:path extrusionOk="0" h="1694" w="1625">
                  <a:moveTo>
                    <a:pt x="43" y="1"/>
                  </a:moveTo>
                  <a:cubicBezTo>
                    <a:pt x="21" y="1"/>
                    <a:pt x="1" y="28"/>
                    <a:pt x="19" y="49"/>
                  </a:cubicBezTo>
                  <a:cubicBezTo>
                    <a:pt x="257" y="340"/>
                    <a:pt x="514" y="615"/>
                    <a:pt x="771" y="890"/>
                  </a:cubicBezTo>
                  <a:cubicBezTo>
                    <a:pt x="1033" y="1160"/>
                    <a:pt x="1293" y="1431"/>
                    <a:pt x="1571" y="1686"/>
                  </a:cubicBezTo>
                  <a:cubicBezTo>
                    <a:pt x="1577" y="1691"/>
                    <a:pt x="1584" y="1693"/>
                    <a:pt x="1591" y="1693"/>
                  </a:cubicBezTo>
                  <a:cubicBezTo>
                    <a:pt x="1598" y="1693"/>
                    <a:pt x="1604" y="1691"/>
                    <a:pt x="1610" y="1686"/>
                  </a:cubicBezTo>
                  <a:cubicBezTo>
                    <a:pt x="1623" y="1676"/>
                    <a:pt x="1625" y="1657"/>
                    <a:pt x="1614" y="1644"/>
                  </a:cubicBezTo>
                  <a:cubicBezTo>
                    <a:pt x="1130" y="1069"/>
                    <a:pt x="612" y="522"/>
                    <a:pt x="63" y="9"/>
                  </a:cubicBezTo>
                  <a:cubicBezTo>
                    <a:pt x="57" y="3"/>
                    <a:pt x="50" y="1"/>
                    <a:pt x="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45"/>
            <p:cNvSpPr/>
            <p:nvPr/>
          </p:nvSpPr>
          <p:spPr>
            <a:xfrm>
              <a:off x="5630675" y="4633575"/>
              <a:ext cx="45850" cy="43400"/>
            </a:xfrm>
            <a:custGeom>
              <a:rect b="b" l="l" r="r" t="t"/>
              <a:pathLst>
                <a:path extrusionOk="0" h="1736" w="1834">
                  <a:moveTo>
                    <a:pt x="1802" y="1"/>
                  </a:moveTo>
                  <a:cubicBezTo>
                    <a:pt x="1795" y="1"/>
                    <a:pt x="1788" y="3"/>
                    <a:pt x="1782" y="7"/>
                  </a:cubicBezTo>
                  <a:cubicBezTo>
                    <a:pt x="1471" y="268"/>
                    <a:pt x="1175" y="545"/>
                    <a:pt x="879" y="823"/>
                  </a:cubicBezTo>
                  <a:cubicBezTo>
                    <a:pt x="587" y="1105"/>
                    <a:pt x="295" y="1387"/>
                    <a:pt x="20" y="1686"/>
                  </a:cubicBezTo>
                  <a:cubicBezTo>
                    <a:pt x="1" y="1707"/>
                    <a:pt x="21" y="1736"/>
                    <a:pt x="44" y="1736"/>
                  </a:cubicBezTo>
                  <a:cubicBezTo>
                    <a:pt x="50" y="1736"/>
                    <a:pt x="56" y="1734"/>
                    <a:pt x="62" y="1728"/>
                  </a:cubicBezTo>
                  <a:cubicBezTo>
                    <a:pt x="374" y="1468"/>
                    <a:pt x="670" y="1191"/>
                    <a:pt x="966" y="913"/>
                  </a:cubicBezTo>
                  <a:cubicBezTo>
                    <a:pt x="1257" y="631"/>
                    <a:pt x="1548" y="350"/>
                    <a:pt x="1823" y="51"/>
                  </a:cubicBezTo>
                  <a:cubicBezTo>
                    <a:pt x="1833" y="40"/>
                    <a:pt x="1834" y="23"/>
                    <a:pt x="1824" y="11"/>
                  </a:cubicBezTo>
                  <a:cubicBezTo>
                    <a:pt x="1818" y="4"/>
                    <a:pt x="1810" y="1"/>
                    <a:pt x="18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45"/>
            <p:cNvSpPr/>
            <p:nvPr/>
          </p:nvSpPr>
          <p:spPr>
            <a:xfrm>
              <a:off x="5616750" y="4488175"/>
              <a:ext cx="23550" cy="56325"/>
            </a:xfrm>
            <a:custGeom>
              <a:rect b="b" l="l" r="r" t="t"/>
              <a:pathLst>
                <a:path extrusionOk="0" h="2253" w="942">
                  <a:moveTo>
                    <a:pt x="908" y="0"/>
                  </a:moveTo>
                  <a:cubicBezTo>
                    <a:pt x="898" y="0"/>
                    <a:pt x="889" y="5"/>
                    <a:pt x="883" y="14"/>
                  </a:cubicBezTo>
                  <a:cubicBezTo>
                    <a:pt x="469" y="693"/>
                    <a:pt x="245" y="1461"/>
                    <a:pt x="8" y="2214"/>
                  </a:cubicBezTo>
                  <a:cubicBezTo>
                    <a:pt x="1" y="2236"/>
                    <a:pt x="20" y="2252"/>
                    <a:pt x="38" y="2252"/>
                  </a:cubicBezTo>
                  <a:cubicBezTo>
                    <a:pt x="48" y="2252"/>
                    <a:pt x="58" y="2247"/>
                    <a:pt x="63" y="2235"/>
                  </a:cubicBezTo>
                  <a:cubicBezTo>
                    <a:pt x="146" y="2055"/>
                    <a:pt x="219" y="1871"/>
                    <a:pt x="289" y="1687"/>
                  </a:cubicBezTo>
                  <a:lnTo>
                    <a:pt x="496" y="1134"/>
                  </a:lnTo>
                  <a:cubicBezTo>
                    <a:pt x="629" y="764"/>
                    <a:pt x="774" y="400"/>
                    <a:pt x="935" y="42"/>
                  </a:cubicBezTo>
                  <a:cubicBezTo>
                    <a:pt x="942" y="28"/>
                    <a:pt x="936" y="13"/>
                    <a:pt x="924" y="5"/>
                  </a:cubicBezTo>
                  <a:cubicBezTo>
                    <a:pt x="919" y="2"/>
                    <a:pt x="913" y="0"/>
                    <a:pt x="9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45"/>
            <p:cNvSpPr/>
            <p:nvPr/>
          </p:nvSpPr>
          <p:spPr>
            <a:xfrm>
              <a:off x="5672150" y="4587450"/>
              <a:ext cx="281375" cy="243825"/>
            </a:xfrm>
            <a:custGeom>
              <a:rect b="b" l="l" r="r" t="t"/>
              <a:pathLst>
                <a:path extrusionOk="0" h="9753" w="11255">
                  <a:moveTo>
                    <a:pt x="5682" y="1"/>
                  </a:moveTo>
                  <a:cubicBezTo>
                    <a:pt x="5094" y="1"/>
                    <a:pt x="4485" y="150"/>
                    <a:pt x="3879" y="482"/>
                  </a:cubicBezTo>
                  <a:cubicBezTo>
                    <a:pt x="91" y="2555"/>
                    <a:pt x="1677" y="5945"/>
                    <a:pt x="1767" y="6064"/>
                  </a:cubicBezTo>
                  <a:cubicBezTo>
                    <a:pt x="1859" y="6184"/>
                    <a:pt x="0" y="9524"/>
                    <a:pt x="97" y="9707"/>
                  </a:cubicBezTo>
                  <a:cubicBezTo>
                    <a:pt x="114" y="9739"/>
                    <a:pt x="168" y="9753"/>
                    <a:pt x="252" y="9753"/>
                  </a:cubicBezTo>
                  <a:cubicBezTo>
                    <a:pt x="881" y="9753"/>
                    <a:pt x="3155" y="8956"/>
                    <a:pt x="3327" y="8852"/>
                  </a:cubicBezTo>
                  <a:cubicBezTo>
                    <a:pt x="3331" y="8850"/>
                    <a:pt x="3338" y="8848"/>
                    <a:pt x="3347" y="8848"/>
                  </a:cubicBezTo>
                  <a:cubicBezTo>
                    <a:pt x="3547" y="8848"/>
                    <a:pt x="4844" y="9550"/>
                    <a:pt x="6289" y="9550"/>
                  </a:cubicBezTo>
                  <a:cubicBezTo>
                    <a:pt x="7472" y="9550"/>
                    <a:pt x="8753" y="9080"/>
                    <a:pt x="9613" y="7370"/>
                  </a:cubicBezTo>
                  <a:cubicBezTo>
                    <a:pt x="11255" y="4102"/>
                    <a:pt x="8765" y="1"/>
                    <a:pt x="568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45"/>
            <p:cNvSpPr/>
            <p:nvPr/>
          </p:nvSpPr>
          <p:spPr>
            <a:xfrm>
              <a:off x="5761300" y="4797550"/>
              <a:ext cx="124625" cy="22800"/>
            </a:xfrm>
            <a:custGeom>
              <a:rect b="b" l="l" r="r" t="t"/>
              <a:pathLst>
                <a:path extrusionOk="0" h="912" w="4985">
                  <a:moveTo>
                    <a:pt x="42" y="0"/>
                  </a:moveTo>
                  <a:cubicBezTo>
                    <a:pt x="19" y="0"/>
                    <a:pt x="0" y="32"/>
                    <a:pt x="21" y="52"/>
                  </a:cubicBezTo>
                  <a:cubicBezTo>
                    <a:pt x="342" y="356"/>
                    <a:pt x="739" y="578"/>
                    <a:pt x="1160" y="717"/>
                  </a:cubicBezTo>
                  <a:cubicBezTo>
                    <a:pt x="1570" y="848"/>
                    <a:pt x="2000" y="911"/>
                    <a:pt x="2432" y="911"/>
                  </a:cubicBezTo>
                  <a:cubicBezTo>
                    <a:pt x="3329" y="911"/>
                    <a:pt x="4229" y="637"/>
                    <a:pt x="4958" y="120"/>
                  </a:cubicBezTo>
                  <a:cubicBezTo>
                    <a:pt x="4985" y="102"/>
                    <a:pt x="4965" y="66"/>
                    <a:pt x="4940" y="66"/>
                  </a:cubicBezTo>
                  <a:cubicBezTo>
                    <a:pt x="4935" y="66"/>
                    <a:pt x="4930" y="68"/>
                    <a:pt x="4925" y="71"/>
                  </a:cubicBezTo>
                  <a:cubicBezTo>
                    <a:pt x="4192" y="529"/>
                    <a:pt x="3294" y="791"/>
                    <a:pt x="2410" y="791"/>
                  </a:cubicBezTo>
                  <a:cubicBezTo>
                    <a:pt x="1563" y="791"/>
                    <a:pt x="727" y="550"/>
                    <a:pt x="60" y="7"/>
                  </a:cubicBezTo>
                  <a:cubicBezTo>
                    <a:pt x="54" y="2"/>
                    <a:pt x="48" y="0"/>
                    <a:pt x="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45"/>
            <p:cNvSpPr/>
            <p:nvPr/>
          </p:nvSpPr>
          <p:spPr>
            <a:xfrm>
              <a:off x="5718175" y="4805275"/>
              <a:ext cx="27475" cy="11750"/>
            </a:xfrm>
            <a:custGeom>
              <a:rect b="b" l="l" r="r" t="t"/>
              <a:pathLst>
                <a:path extrusionOk="0" h="470" w="1099">
                  <a:moveTo>
                    <a:pt x="1066" y="0"/>
                  </a:moveTo>
                  <a:cubicBezTo>
                    <a:pt x="1063" y="0"/>
                    <a:pt x="1061" y="1"/>
                    <a:pt x="1058" y="1"/>
                  </a:cubicBezTo>
                  <a:cubicBezTo>
                    <a:pt x="700" y="97"/>
                    <a:pt x="352" y="235"/>
                    <a:pt x="28" y="414"/>
                  </a:cubicBezTo>
                  <a:cubicBezTo>
                    <a:pt x="0" y="428"/>
                    <a:pt x="15" y="469"/>
                    <a:pt x="42" y="469"/>
                  </a:cubicBezTo>
                  <a:cubicBezTo>
                    <a:pt x="45" y="469"/>
                    <a:pt x="48" y="469"/>
                    <a:pt x="51" y="468"/>
                  </a:cubicBezTo>
                  <a:cubicBezTo>
                    <a:pt x="410" y="374"/>
                    <a:pt x="752" y="236"/>
                    <a:pt x="1078" y="57"/>
                  </a:cubicBezTo>
                  <a:cubicBezTo>
                    <a:pt x="1090" y="51"/>
                    <a:pt x="1098" y="37"/>
                    <a:pt x="1095" y="23"/>
                  </a:cubicBezTo>
                  <a:cubicBezTo>
                    <a:pt x="1091" y="9"/>
                    <a:pt x="1079" y="0"/>
                    <a:pt x="1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45"/>
            <p:cNvSpPr/>
            <p:nvPr/>
          </p:nvSpPr>
          <p:spPr>
            <a:xfrm>
              <a:off x="5716800" y="4613750"/>
              <a:ext cx="52750" cy="65500"/>
            </a:xfrm>
            <a:custGeom>
              <a:rect b="b" l="l" r="r" t="t"/>
              <a:pathLst>
                <a:path extrusionOk="0" h="2620" w="2110">
                  <a:moveTo>
                    <a:pt x="2067" y="1"/>
                  </a:moveTo>
                  <a:cubicBezTo>
                    <a:pt x="2065" y="1"/>
                    <a:pt x="2062" y="1"/>
                    <a:pt x="2060" y="2"/>
                  </a:cubicBezTo>
                  <a:cubicBezTo>
                    <a:pt x="902" y="277"/>
                    <a:pt x="56" y="1419"/>
                    <a:pt x="2" y="2589"/>
                  </a:cubicBezTo>
                  <a:cubicBezTo>
                    <a:pt x="0" y="2609"/>
                    <a:pt x="16" y="2619"/>
                    <a:pt x="31" y="2619"/>
                  </a:cubicBezTo>
                  <a:cubicBezTo>
                    <a:pt x="45" y="2619"/>
                    <a:pt x="58" y="2611"/>
                    <a:pt x="60" y="2594"/>
                  </a:cubicBezTo>
                  <a:cubicBezTo>
                    <a:pt x="210" y="1469"/>
                    <a:pt x="980" y="416"/>
                    <a:pt x="2076" y="58"/>
                  </a:cubicBezTo>
                  <a:cubicBezTo>
                    <a:pt x="2109" y="48"/>
                    <a:pt x="2098" y="1"/>
                    <a:pt x="20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45"/>
            <p:cNvSpPr/>
            <p:nvPr/>
          </p:nvSpPr>
          <p:spPr>
            <a:xfrm>
              <a:off x="5740950" y="4636600"/>
              <a:ext cx="162175" cy="138825"/>
            </a:xfrm>
            <a:custGeom>
              <a:rect b="b" l="l" r="r" t="t"/>
              <a:pathLst>
                <a:path extrusionOk="0" h="5553" w="6487">
                  <a:moveTo>
                    <a:pt x="3772" y="74"/>
                  </a:moveTo>
                  <a:cubicBezTo>
                    <a:pt x="4082" y="74"/>
                    <a:pt x="4394" y="176"/>
                    <a:pt x="4657" y="393"/>
                  </a:cubicBezTo>
                  <a:cubicBezTo>
                    <a:pt x="4910" y="575"/>
                    <a:pt x="5107" y="812"/>
                    <a:pt x="5250" y="1079"/>
                  </a:cubicBezTo>
                  <a:lnTo>
                    <a:pt x="5250" y="1079"/>
                  </a:lnTo>
                  <a:cubicBezTo>
                    <a:pt x="5115" y="1040"/>
                    <a:pt x="4974" y="1022"/>
                    <a:pt x="4833" y="1022"/>
                  </a:cubicBezTo>
                  <a:cubicBezTo>
                    <a:pt x="4758" y="1022"/>
                    <a:pt x="4683" y="1027"/>
                    <a:pt x="4608" y="1037"/>
                  </a:cubicBezTo>
                  <a:lnTo>
                    <a:pt x="4608" y="1037"/>
                  </a:lnTo>
                  <a:cubicBezTo>
                    <a:pt x="4396" y="749"/>
                    <a:pt x="4117" y="510"/>
                    <a:pt x="3787" y="354"/>
                  </a:cubicBezTo>
                  <a:cubicBezTo>
                    <a:pt x="3631" y="272"/>
                    <a:pt x="3463" y="207"/>
                    <a:pt x="3287" y="157"/>
                  </a:cubicBezTo>
                  <a:lnTo>
                    <a:pt x="3287" y="157"/>
                  </a:lnTo>
                  <a:cubicBezTo>
                    <a:pt x="3444" y="102"/>
                    <a:pt x="3608" y="74"/>
                    <a:pt x="3772" y="74"/>
                  </a:cubicBezTo>
                  <a:close/>
                  <a:moveTo>
                    <a:pt x="3098" y="239"/>
                  </a:moveTo>
                  <a:cubicBezTo>
                    <a:pt x="3642" y="364"/>
                    <a:pt x="4140" y="644"/>
                    <a:pt x="4480" y="1060"/>
                  </a:cubicBezTo>
                  <a:lnTo>
                    <a:pt x="4480" y="1060"/>
                  </a:lnTo>
                  <a:cubicBezTo>
                    <a:pt x="4324" y="1093"/>
                    <a:pt x="4173" y="1148"/>
                    <a:pt x="4033" y="1223"/>
                  </a:cubicBezTo>
                  <a:lnTo>
                    <a:pt x="4033" y="1223"/>
                  </a:lnTo>
                  <a:cubicBezTo>
                    <a:pt x="3733" y="818"/>
                    <a:pt x="3336" y="480"/>
                    <a:pt x="2872" y="382"/>
                  </a:cubicBezTo>
                  <a:lnTo>
                    <a:pt x="2872" y="382"/>
                  </a:lnTo>
                  <a:cubicBezTo>
                    <a:pt x="2944" y="327"/>
                    <a:pt x="3020" y="280"/>
                    <a:pt x="3098" y="239"/>
                  </a:cubicBezTo>
                  <a:close/>
                  <a:moveTo>
                    <a:pt x="2766" y="471"/>
                  </a:moveTo>
                  <a:cubicBezTo>
                    <a:pt x="3129" y="520"/>
                    <a:pt x="3464" y="717"/>
                    <a:pt x="3768" y="1055"/>
                  </a:cubicBezTo>
                  <a:cubicBezTo>
                    <a:pt x="3828" y="1113"/>
                    <a:pt x="3890" y="1186"/>
                    <a:pt x="3952" y="1270"/>
                  </a:cubicBezTo>
                  <a:lnTo>
                    <a:pt x="3952" y="1270"/>
                  </a:lnTo>
                  <a:cubicBezTo>
                    <a:pt x="3937" y="1279"/>
                    <a:pt x="3923" y="1287"/>
                    <a:pt x="3909" y="1297"/>
                  </a:cubicBezTo>
                  <a:cubicBezTo>
                    <a:pt x="3855" y="1328"/>
                    <a:pt x="3802" y="1362"/>
                    <a:pt x="3751" y="1400"/>
                  </a:cubicBezTo>
                  <a:lnTo>
                    <a:pt x="3751" y="1400"/>
                  </a:lnTo>
                  <a:cubicBezTo>
                    <a:pt x="3674" y="1358"/>
                    <a:pt x="3591" y="1324"/>
                    <a:pt x="3504" y="1299"/>
                  </a:cubicBezTo>
                  <a:cubicBezTo>
                    <a:pt x="3073" y="1317"/>
                    <a:pt x="2986" y="1875"/>
                    <a:pt x="2895" y="2208"/>
                  </a:cubicBezTo>
                  <a:lnTo>
                    <a:pt x="2895" y="2208"/>
                  </a:lnTo>
                  <a:cubicBezTo>
                    <a:pt x="2857" y="2201"/>
                    <a:pt x="2819" y="2198"/>
                    <a:pt x="2782" y="2198"/>
                  </a:cubicBezTo>
                  <a:cubicBezTo>
                    <a:pt x="2735" y="2198"/>
                    <a:pt x="2689" y="2203"/>
                    <a:pt x="2644" y="2212"/>
                  </a:cubicBezTo>
                  <a:lnTo>
                    <a:pt x="2644" y="2212"/>
                  </a:lnTo>
                  <a:cubicBezTo>
                    <a:pt x="2571" y="2029"/>
                    <a:pt x="2482" y="1855"/>
                    <a:pt x="2329" y="1722"/>
                  </a:cubicBezTo>
                  <a:cubicBezTo>
                    <a:pt x="2267" y="1679"/>
                    <a:pt x="2201" y="1661"/>
                    <a:pt x="2135" y="1661"/>
                  </a:cubicBezTo>
                  <a:cubicBezTo>
                    <a:pt x="2117" y="1661"/>
                    <a:pt x="2099" y="1663"/>
                    <a:pt x="2081" y="1665"/>
                  </a:cubicBezTo>
                  <a:lnTo>
                    <a:pt x="2081" y="1665"/>
                  </a:lnTo>
                  <a:cubicBezTo>
                    <a:pt x="2163" y="1263"/>
                    <a:pt x="2361" y="879"/>
                    <a:pt x="2657" y="581"/>
                  </a:cubicBezTo>
                  <a:cubicBezTo>
                    <a:pt x="2692" y="542"/>
                    <a:pt x="2729" y="505"/>
                    <a:pt x="2766" y="471"/>
                  </a:cubicBezTo>
                  <a:close/>
                  <a:moveTo>
                    <a:pt x="3502" y="1372"/>
                  </a:moveTo>
                  <a:cubicBezTo>
                    <a:pt x="3566" y="1390"/>
                    <a:pt x="3629" y="1415"/>
                    <a:pt x="3690" y="1446"/>
                  </a:cubicBezTo>
                  <a:lnTo>
                    <a:pt x="3690" y="1446"/>
                  </a:lnTo>
                  <a:cubicBezTo>
                    <a:pt x="3421" y="1657"/>
                    <a:pt x="3198" y="1944"/>
                    <a:pt x="3061" y="2259"/>
                  </a:cubicBezTo>
                  <a:lnTo>
                    <a:pt x="3061" y="2259"/>
                  </a:lnTo>
                  <a:cubicBezTo>
                    <a:pt x="3030" y="2245"/>
                    <a:pt x="2998" y="2234"/>
                    <a:pt x="2967" y="2224"/>
                  </a:cubicBezTo>
                  <a:lnTo>
                    <a:pt x="2967" y="2224"/>
                  </a:lnTo>
                  <a:cubicBezTo>
                    <a:pt x="3049" y="1929"/>
                    <a:pt x="3127" y="1392"/>
                    <a:pt x="3502" y="1372"/>
                  </a:cubicBezTo>
                  <a:close/>
                  <a:moveTo>
                    <a:pt x="2586" y="459"/>
                  </a:moveTo>
                  <a:cubicBezTo>
                    <a:pt x="2619" y="459"/>
                    <a:pt x="2650" y="460"/>
                    <a:pt x="2682" y="462"/>
                  </a:cubicBezTo>
                  <a:lnTo>
                    <a:pt x="2682" y="462"/>
                  </a:lnTo>
                  <a:cubicBezTo>
                    <a:pt x="2340" y="777"/>
                    <a:pt x="2103" y="1218"/>
                    <a:pt x="2012" y="1680"/>
                  </a:cubicBezTo>
                  <a:lnTo>
                    <a:pt x="2012" y="1680"/>
                  </a:lnTo>
                  <a:cubicBezTo>
                    <a:pt x="1869" y="1723"/>
                    <a:pt x="1733" y="1832"/>
                    <a:pt x="1635" y="1930"/>
                  </a:cubicBezTo>
                  <a:cubicBezTo>
                    <a:pt x="1548" y="2034"/>
                    <a:pt x="1491" y="2147"/>
                    <a:pt x="1459" y="2266"/>
                  </a:cubicBezTo>
                  <a:lnTo>
                    <a:pt x="1459" y="2266"/>
                  </a:lnTo>
                  <a:cubicBezTo>
                    <a:pt x="1410" y="2254"/>
                    <a:pt x="1358" y="2247"/>
                    <a:pt x="1304" y="2243"/>
                  </a:cubicBezTo>
                  <a:lnTo>
                    <a:pt x="1304" y="2243"/>
                  </a:lnTo>
                  <a:cubicBezTo>
                    <a:pt x="1059" y="1653"/>
                    <a:pt x="1120" y="988"/>
                    <a:pt x="1784" y="675"/>
                  </a:cubicBezTo>
                  <a:cubicBezTo>
                    <a:pt x="2063" y="530"/>
                    <a:pt x="2331" y="459"/>
                    <a:pt x="2586" y="459"/>
                  </a:cubicBezTo>
                  <a:close/>
                  <a:moveTo>
                    <a:pt x="1346" y="2336"/>
                  </a:moveTo>
                  <a:cubicBezTo>
                    <a:pt x="1378" y="2340"/>
                    <a:pt x="1410" y="2346"/>
                    <a:pt x="1441" y="2353"/>
                  </a:cubicBezTo>
                  <a:lnTo>
                    <a:pt x="1441" y="2353"/>
                  </a:lnTo>
                  <a:cubicBezTo>
                    <a:pt x="1434" y="2399"/>
                    <a:pt x="1430" y="2446"/>
                    <a:pt x="1429" y="2493"/>
                  </a:cubicBezTo>
                  <a:lnTo>
                    <a:pt x="1429" y="2493"/>
                  </a:lnTo>
                  <a:cubicBezTo>
                    <a:pt x="1399" y="2442"/>
                    <a:pt x="1371" y="2390"/>
                    <a:pt x="1346" y="2336"/>
                  </a:cubicBezTo>
                  <a:close/>
                  <a:moveTo>
                    <a:pt x="2136" y="1725"/>
                  </a:moveTo>
                  <a:cubicBezTo>
                    <a:pt x="2189" y="1725"/>
                    <a:pt x="2242" y="1739"/>
                    <a:pt x="2292" y="1774"/>
                  </a:cubicBezTo>
                  <a:cubicBezTo>
                    <a:pt x="2429" y="1898"/>
                    <a:pt x="2512" y="2058"/>
                    <a:pt x="2580" y="2228"/>
                  </a:cubicBezTo>
                  <a:lnTo>
                    <a:pt x="2580" y="2228"/>
                  </a:lnTo>
                  <a:cubicBezTo>
                    <a:pt x="2404" y="2281"/>
                    <a:pt x="2239" y="2398"/>
                    <a:pt x="2092" y="2547"/>
                  </a:cubicBezTo>
                  <a:lnTo>
                    <a:pt x="2092" y="2547"/>
                  </a:lnTo>
                  <a:cubicBezTo>
                    <a:pt x="2028" y="2283"/>
                    <a:pt x="2022" y="2004"/>
                    <a:pt x="2069" y="1732"/>
                  </a:cubicBezTo>
                  <a:lnTo>
                    <a:pt x="2069" y="1732"/>
                  </a:lnTo>
                  <a:cubicBezTo>
                    <a:pt x="2091" y="1727"/>
                    <a:pt x="2113" y="1725"/>
                    <a:pt x="2136" y="1725"/>
                  </a:cubicBezTo>
                  <a:close/>
                  <a:moveTo>
                    <a:pt x="2000" y="1752"/>
                  </a:moveTo>
                  <a:cubicBezTo>
                    <a:pt x="1953" y="2037"/>
                    <a:pt x="1963" y="2329"/>
                    <a:pt x="2039" y="2602"/>
                  </a:cubicBezTo>
                  <a:lnTo>
                    <a:pt x="2039" y="2602"/>
                  </a:lnTo>
                  <a:cubicBezTo>
                    <a:pt x="2037" y="2605"/>
                    <a:pt x="2035" y="2607"/>
                    <a:pt x="2033" y="2610"/>
                  </a:cubicBezTo>
                  <a:lnTo>
                    <a:pt x="2033" y="2610"/>
                  </a:lnTo>
                  <a:cubicBezTo>
                    <a:pt x="1883" y="2460"/>
                    <a:pt x="1717" y="2339"/>
                    <a:pt x="1516" y="2280"/>
                  </a:cubicBezTo>
                  <a:lnTo>
                    <a:pt x="1516" y="2280"/>
                  </a:lnTo>
                  <a:cubicBezTo>
                    <a:pt x="1555" y="2128"/>
                    <a:pt x="1645" y="1991"/>
                    <a:pt x="1768" y="1891"/>
                  </a:cubicBezTo>
                  <a:cubicBezTo>
                    <a:pt x="1835" y="1839"/>
                    <a:pt x="1915" y="1784"/>
                    <a:pt x="2000" y="1752"/>
                  </a:cubicBezTo>
                  <a:close/>
                  <a:moveTo>
                    <a:pt x="2773" y="2296"/>
                  </a:moveTo>
                  <a:cubicBezTo>
                    <a:pt x="2806" y="2299"/>
                    <a:pt x="2839" y="2304"/>
                    <a:pt x="2871" y="2311"/>
                  </a:cubicBezTo>
                  <a:lnTo>
                    <a:pt x="2871" y="2311"/>
                  </a:lnTo>
                  <a:cubicBezTo>
                    <a:pt x="2846" y="2423"/>
                    <a:pt x="2824" y="2536"/>
                    <a:pt x="2805" y="2650"/>
                  </a:cubicBezTo>
                  <a:lnTo>
                    <a:pt x="2805" y="2650"/>
                  </a:lnTo>
                  <a:cubicBezTo>
                    <a:pt x="2759" y="2538"/>
                    <a:pt x="2721" y="2421"/>
                    <a:pt x="2679" y="2306"/>
                  </a:cubicBezTo>
                  <a:lnTo>
                    <a:pt x="2679" y="2306"/>
                  </a:lnTo>
                  <a:cubicBezTo>
                    <a:pt x="2710" y="2300"/>
                    <a:pt x="2742" y="2297"/>
                    <a:pt x="2773" y="2296"/>
                  </a:cubicBezTo>
                  <a:close/>
                  <a:moveTo>
                    <a:pt x="2436" y="164"/>
                  </a:moveTo>
                  <a:cubicBezTo>
                    <a:pt x="2628" y="164"/>
                    <a:pt x="2821" y="183"/>
                    <a:pt x="3008" y="220"/>
                  </a:cubicBezTo>
                  <a:lnTo>
                    <a:pt x="3008" y="220"/>
                  </a:lnTo>
                  <a:cubicBezTo>
                    <a:pt x="2933" y="264"/>
                    <a:pt x="2861" y="313"/>
                    <a:pt x="2792" y="368"/>
                  </a:cubicBezTo>
                  <a:lnTo>
                    <a:pt x="2792" y="368"/>
                  </a:lnTo>
                  <a:cubicBezTo>
                    <a:pt x="2729" y="358"/>
                    <a:pt x="2664" y="353"/>
                    <a:pt x="2598" y="353"/>
                  </a:cubicBezTo>
                  <a:cubicBezTo>
                    <a:pt x="2496" y="353"/>
                    <a:pt x="2390" y="365"/>
                    <a:pt x="2283" y="391"/>
                  </a:cubicBezTo>
                  <a:cubicBezTo>
                    <a:pt x="1061" y="676"/>
                    <a:pt x="885" y="1460"/>
                    <a:pt x="1202" y="2247"/>
                  </a:cubicBezTo>
                  <a:lnTo>
                    <a:pt x="1202" y="2247"/>
                  </a:lnTo>
                  <a:cubicBezTo>
                    <a:pt x="761" y="2299"/>
                    <a:pt x="462" y="2544"/>
                    <a:pt x="296" y="2872"/>
                  </a:cubicBezTo>
                  <a:lnTo>
                    <a:pt x="296" y="2872"/>
                  </a:lnTo>
                  <a:cubicBezTo>
                    <a:pt x="191" y="2537"/>
                    <a:pt x="158" y="2175"/>
                    <a:pt x="185" y="1844"/>
                  </a:cubicBezTo>
                  <a:cubicBezTo>
                    <a:pt x="253" y="1090"/>
                    <a:pt x="864" y="507"/>
                    <a:pt x="1568" y="300"/>
                  </a:cubicBezTo>
                  <a:cubicBezTo>
                    <a:pt x="1846" y="209"/>
                    <a:pt x="2141" y="164"/>
                    <a:pt x="2436" y="164"/>
                  </a:cubicBezTo>
                  <a:close/>
                  <a:moveTo>
                    <a:pt x="2940" y="2331"/>
                  </a:moveTo>
                  <a:cubicBezTo>
                    <a:pt x="2967" y="2340"/>
                    <a:pt x="2994" y="2350"/>
                    <a:pt x="3020" y="2362"/>
                  </a:cubicBezTo>
                  <a:lnTo>
                    <a:pt x="3020" y="2362"/>
                  </a:lnTo>
                  <a:cubicBezTo>
                    <a:pt x="2959" y="2531"/>
                    <a:pt x="2922" y="2706"/>
                    <a:pt x="2916" y="2880"/>
                  </a:cubicBezTo>
                  <a:lnTo>
                    <a:pt x="2916" y="2880"/>
                  </a:lnTo>
                  <a:cubicBezTo>
                    <a:pt x="2896" y="2846"/>
                    <a:pt x="2877" y="2811"/>
                    <a:pt x="2859" y="2775"/>
                  </a:cubicBezTo>
                  <a:lnTo>
                    <a:pt x="2859" y="2775"/>
                  </a:lnTo>
                  <a:cubicBezTo>
                    <a:pt x="2885" y="2609"/>
                    <a:pt x="2911" y="2457"/>
                    <a:pt x="2940" y="2331"/>
                  </a:cubicBezTo>
                  <a:close/>
                  <a:moveTo>
                    <a:pt x="1499" y="2369"/>
                  </a:moveTo>
                  <a:cubicBezTo>
                    <a:pt x="1683" y="2425"/>
                    <a:pt x="1836" y="2538"/>
                    <a:pt x="1975" y="2677"/>
                  </a:cubicBezTo>
                  <a:lnTo>
                    <a:pt x="1975" y="2677"/>
                  </a:lnTo>
                  <a:cubicBezTo>
                    <a:pt x="1928" y="2733"/>
                    <a:pt x="1884" y="2792"/>
                    <a:pt x="1843" y="2852"/>
                  </a:cubicBezTo>
                  <a:cubicBezTo>
                    <a:pt x="1815" y="2891"/>
                    <a:pt x="1787" y="2931"/>
                    <a:pt x="1760" y="2972"/>
                  </a:cubicBezTo>
                  <a:lnTo>
                    <a:pt x="1760" y="2972"/>
                  </a:lnTo>
                  <a:cubicBezTo>
                    <a:pt x="1658" y="2850"/>
                    <a:pt x="1570" y="2729"/>
                    <a:pt x="1501" y="2615"/>
                  </a:cubicBezTo>
                  <a:lnTo>
                    <a:pt x="1501" y="2615"/>
                  </a:lnTo>
                  <a:cubicBezTo>
                    <a:pt x="1493" y="2544"/>
                    <a:pt x="1491" y="2472"/>
                    <a:pt x="1496" y="2400"/>
                  </a:cubicBezTo>
                  <a:cubicBezTo>
                    <a:pt x="1497" y="2390"/>
                    <a:pt x="1498" y="2379"/>
                    <a:pt x="1499" y="2369"/>
                  </a:cubicBezTo>
                  <a:close/>
                  <a:moveTo>
                    <a:pt x="1560" y="2883"/>
                  </a:moveTo>
                  <a:lnTo>
                    <a:pt x="1560" y="2883"/>
                  </a:lnTo>
                  <a:cubicBezTo>
                    <a:pt x="1605" y="2945"/>
                    <a:pt x="1652" y="3005"/>
                    <a:pt x="1700" y="3065"/>
                  </a:cubicBezTo>
                  <a:lnTo>
                    <a:pt x="1700" y="3065"/>
                  </a:lnTo>
                  <a:cubicBezTo>
                    <a:pt x="1688" y="3085"/>
                    <a:pt x="1675" y="3105"/>
                    <a:pt x="1663" y="3125"/>
                  </a:cubicBezTo>
                  <a:lnTo>
                    <a:pt x="1663" y="3125"/>
                  </a:lnTo>
                  <a:cubicBezTo>
                    <a:pt x="1622" y="3048"/>
                    <a:pt x="1588" y="2967"/>
                    <a:pt x="1560" y="2883"/>
                  </a:cubicBezTo>
                  <a:close/>
                  <a:moveTo>
                    <a:pt x="3769" y="1490"/>
                  </a:moveTo>
                  <a:lnTo>
                    <a:pt x="3769" y="1490"/>
                  </a:lnTo>
                  <a:cubicBezTo>
                    <a:pt x="4211" y="1766"/>
                    <a:pt x="4500" y="2370"/>
                    <a:pt x="4369" y="2894"/>
                  </a:cubicBezTo>
                  <a:cubicBezTo>
                    <a:pt x="4325" y="3109"/>
                    <a:pt x="4178" y="3267"/>
                    <a:pt x="3989" y="3329"/>
                  </a:cubicBezTo>
                  <a:lnTo>
                    <a:pt x="3989" y="3329"/>
                  </a:lnTo>
                  <a:cubicBezTo>
                    <a:pt x="3802" y="3002"/>
                    <a:pt x="3594" y="2690"/>
                    <a:pt x="3315" y="2430"/>
                  </a:cubicBezTo>
                  <a:cubicBezTo>
                    <a:pt x="3253" y="2374"/>
                    <a:pt x="3191" y="2329"/>
                    <a:pt x="3130" y="2294"/>
                  </a:cubicBezTo>
                  <a:lnTo>
                    <a:pt x="3130" y="2294"/>
                  </a:lnTo>
                  <a:cubicBezTo>
                    <a:pt x="3264" y="1981"/>
                    <a:pt x="3491" y="1700"/>
                    <a:pt x="3769" y="1490"/>
                  </a:cubicBezTo>
                  <a:close/>
                  <a:moveTo>
                    <a:pt x="3089" y="2397"/>
                  </a:moveTo>
                  <a:cubicBezTo>
                    <a:pt x="3397" y="2571"/>
                    <a:pt x="3656" y="2941"/>
                    <a:pt x="3892" y="3352"/>
                  </a:cubicBezTo>
                  <a:lnTo>
                    <a:pt x="3892" y="3352"/>
                  </a:lnTo>
                  <a:cubicBezTo>
                    <a:pt x="3864" y="3357"/>
                    <a:pt x="3835" y="3359"/>
                    <a:pt x="3806" y="3359"/>
                  </a:cubicBezTo>
                  <a:cubicBezTo>
                    <a:pt x="3759" y="3359"/>
                    <a:pt x="3710" y="3353"/>
                    <a:pt x="3661" y="3341"/>
                  </a:cubicBezTo>
                  <a:cubicBezTo>
                    <a:pt x="3434" y="3289"/>
                    <a:pt x="3196" y="3186"/>
                    <a:pt x="3021" y="3027"/>
                  </a:cubicBezTo>
                  <a:cubicBezTo>
                    <a:pt x="3014" y="3019"/>
                    <a:pt x="3007" y="3010"/>
                    <a:pt x="3000" y="3001"/>
                  </a:cubicBezTo>
                  <a:lnTo>
                    <a:pt x="3000" y="3001"/>
                  </a:lnTo>
                  <a:cubicBezTo>
                    <a:pt x="2988" y="2795"/>
                    <a:pt x="3021" y="2591"/>
                    <a:pt x="3089" y="2397"/>
                  </a:cubicBezTo>
                  <a:close/>
                  <a:moveTo>
                    <a:pt x="2616" y="2321"/>
                  </a:moveTo>
                  <a:lnTo>
                    <a:pt x="2616" y="2321"/>
                  </a:lnTo>
                  <a:cubicBezTo>
                    <a:pt x="2670" y="2471"/>
                    <a:pt x="2719" y="2626"/>
                    <a:pt x="2784" y="2770"/>
                  </a:cubicBezTo>
                  <a:lnTo>
                    <a:pt x="2784" y="2770"/>
                  </a:lnTo>
                  <a:cubicBezTo>
                    <a:pt x="2749" y="2985"/>
                    <a:pt x="2719" y="3201"/>
                    <a:pt x="2685" y="3417"/>
                  </a:cubicBezTo>
                  <a:lnTo>
                    <a:pt x="2685" y="3417"/>
                  </a:lnTo>
                  <a:cubicBezTo>
                    <a:pt x="2501" y="3205"/>
                    <a:pt x="2337" y="2954"/>
                    <a:pt x="2151" y="2738"/>
                  </a:cubicBezTo>
                  <a:lnTo>
                    <a:pt x="2151" y="2738"/>
                  </a:lnTo>
                  <a:cubicBezTo>
                    <a:pt x="2141" y="2712"/>
                    <a:pt x="2132" y="2686"/>
                    <a:pt x="2124" y="2659"/>
                  </a:cubicBezTo>
                  <a:lnTo>
                    <a:pt x="2124" y="2659"/>
                  </a:lnTo>
                  <a:cubicBezTo>
                    <a:pt x="2277" y="2497"/>
                    <a:pt x="2445" y="2372"/>
                    <a:pt x="2616" y="2321"/>
                  </a:cubicBezTo>
                  <a:close/>
                  <a:moveTo>
                    <a:pt x="2043" y="2750"/>
                  </a:moveTo>
                  <a:cubicBezTo>
                    <a:pt x="2070" y="2780"/>
                    <a:pt x="2097" y="2811"/>
                    <a:pt x="2124" y="2843"/>
                  </a:cubicBezTo>
                  <a:lnTo>
                    <a:pt x="2124" y="2843"/>
                  </a:lnTo>
                  <a:cubicBezTo>
                    <a:pt x="2243" y="3114"/>
                    <a:pt x="2439" y="3348"/>
                    <a:pt x="2666" y="3535"/>
                  </a:cubicBezTo>
                  <a:lnTo>
                    <a:pt x="2666" y="3535"/>
                  </a:lnTo>
                  <a:cubicBezTo>
                    <a:pt x="2654" y="3609"/>
                    <a:pt x="2641" y="3682"/>
                    <a:pt x="2627" y="3755"/>
                  </a:cubicBezTo>
                  <a:lnTo>
                    <a:pt x="2627" y="3755"/>
                  </a:lnTo>
                  <a:cubicBezTo>
                    <a:pt x="2326" y="3553"/>
                    <a:pt x="2047" y="3300"/>
                    <a:pt x="1826" y="3049"/>
                  </a:cubicBezTo>
                  <a:lnTo>
                    <a:pt x="1826" y="3049"/>
                  </a:lnTo>
                  <a:cubicBezTo>
                    <a:pt x="1892" y="2944"/>
                    <a:pt x="1965" y="2843"/>
                    <a:pt x="2043" y="2750"/>
                  </a:cubicBezTo>
                  <a:close/>
                  <a:moveTo>
                    <a:pt x="4001" y="1338"/>
                  </a:moveTo>
                  <a:cubicBezTo>
                    <a:pt x="4479" y="2030"/>
                    <a:pt x="4918" y="3334"/>
                    <a:pt x="4233" y="3779"/>
                  </a:cubicBezTo>
                  <a:lnTo>
                    <a:pt x="4233" y="3779"/>
                  </a:lnTo>
                  <a:cubicBezTo>
                    <a:pt x="4164" y="3649"/>
                    <a:pt x="4095" y="3518"/>
                    <a:pt x="4023" y="3390"/>
                  </a:cubicBezTo>
                  <a:lnTo>
                    <a:pt x="4023" y="3390"/>
                  </a:lnTo>
                  <a:cubicBezTo>
                    <a:pt x="4227" y="3318"/>
                    <a:pt x="4387" y="3145"/>
                    <a:pt x="4436" y="2912"/>
                  </a:cubicBezTo>
                  <a:cubicBezTo>
                    <a:pt x="4563" y="2360"/>
                    <a:pt x="4302" y="1749"/>
                    <a:pt x="3830" y="1446"/>
                  </a:cubicBezTo>
                  <a:lnTo>
                    <a:pt x="3830" y="1446"/>
                  </a:lnTo>
                  <a:cubicBezTo>
                    <a:pt x="3885" y="1407"/>
                    <a:pt x="3942" y="1371"/>
                    <a:pt x="4001" y="1338"/>
                  </a:cubicBezTo>
                  <a:close/>
                  <a:moveTo>
                    <a:pt x="2843" y="2886"/>
                  </a:moveTo>
                  <a:lnTo>
                    <a:pt x="2843" y="2886"/>
                  </a:lnTo>
                  <a:cubicBezTo>
                    <a:pt x="2865" y="2926"/>
                    <a:pt x="2890" y="2965"/>
                    <a:pt x="2917" y="3002"/>
                  </a:cubicBezTo>
                  <a:lnTo>
                    <a:pt x="2917" y="3002"/>
                  </a:lnTo>
                  <a:cubicBezTo>
                    <a:pt x="2931" y="3272"/>
                    <a:pt x="3022" y="3537"/>
                    <a:pt x="3212" y="3772"/>
                  </a:cubicBezTo>
                  <a:cubicBezTo>
                    <a:pt x="3230" y="3795"/>
                    <a:pt x="3249" y="3818"/>
                    <a:pt x="3268" y="3841"/>
                  </a:cubicBezTo>
                  <a:lnTo>
                    <a:pt x="3268" y="3841"/>
                  </a:lnTo>
                  <a:cubicBezTo>
                    <a:pt x="3155" y="3803"/>
                    <a:pt x="3049" y="3750"/>
                    <a:pt x="2957" y="3678"/>
                  </a:cubicBezTo>
                  <a:cubicBezTo>
                    <a:pt x="2884" y="3624"/>
                    <a:pt x="2817" y="3560"/>
                    <a:pt x="2751" y="3491"/>
                  </a:cubicBezTo>
                  <a:lnTo>
                    <a:pt x="2751" y="3491"/>
                  </a:lnTo>
                  <a:cubicBezTo>
                    <a:pt x="2785" y="3282"/>
                    <a:pt x="2814" y="3076"/>
                    <a:pt x="2843" y="2886"/>
                  </a:cubicBezTo>
                  <a:close/>
                  <a:moveTo>
                    <a:pt x="4539" y="1136"/>
                  </a:moveTo>
                  <a:cubicBezTo>
                    <a:pt x="4757" y="1430"/>
                    <a:pt x="4898" y="1787"/>
                    <a:pt x="4927" y="2202"/>
                  </a:cubicBezTo>
                  <a:cubicBezTo>
                    <a:pt x="4952" y="2743"/>
                    <a:pt x="4915" y="3343"/>
                    <a:pt x="4594" y="3798"/>
                  </a:cubicBezTo>
                  <a:cubicBezTo>
                    <a:pt x="4578" y="3818"/>
                    <a:pt x="4562" y="3836"/>
                    <a:pt x="4545" y="3854"/>
                  </a:cubicBezTo>
                  <a:lnTo>
                    <a:pt x="4545" y="3854"/>
                  </a:lnTo>
                  <a:cubicBezTo>
                    <a:pt x="4484" y="3850"/>
                    <a:pt x="4422" y="3849"/>
                    <a:pt x="4361" y="3849"/>
                  </a:cubicBezTo>
                  <a:cubicBezTo>
                    <a:pt x="4342" y="3849"/>
                    <a:pt x="4323" y="3849"/>
                    <a:pt x="4304" y="3849"/>
                  </a:cubicBezTo>
                  <a:lnTo>
                    <a:pt x="4304" y="3849"/>
                  </a:lnTo>
                  <a:cubicBezTo>
                    <a:pt x="4858" y="3469"/>
                    <a:pt x="4697" y="2520"/>
                    <a:pt x="4450" y="1959"/>
                  </a:cubicBezTo>
                  <a:cubicBezTo>
                    <a:pt x="4358" y="1738"/>
                    <a:pt x="4235" y="1508"/>
                    <a:pt x="4084" y="1294"/>
                  </a:cubicBezTo>
                  <a:lnTo>
                    <a:pt x="4084" y="1294"/>
                  </a:lnTo>
                  <a:cubicBezTo>
                    <a:pt x="4230" y="1221"/>
                    <a:pt x="4383" y="1167"/>
                    <a:pt x="4539" y="1136"/>
                  </a:cubicBezTo>
                  <a:close/>
                  <a:moveTo>
                    <a:pt x="3010" y="3105"/>
                  </a:moveTo>
                  <a:lnTo>
                    <a:pt x="3010" y="3105"/>
                  </a:lnTo>
                  <a:cubicBezTo>
                    <a:pt x="3187" y="3256"/>
                    <a:pt x="3423" y="3356"/>
                    <a:pt x="3648" y="3408"/>
                  </a:cubicBezTo>
                  <a:cubicBezTo>
                    <a:pt x="3702" y="3421"/>
                    <a:pt x="3755" y="3427"/>
                    <a:pt x="3807" y="3427"/>
                  </a:cubicBezTo>
                  <a:cubicBezTo>
                    <a:pt x="3848" y="3427"/>
                    <a:pt x="3888" y="3423"/>
                    <a:pt x="3928" y="3416"/>
                  </a:cubicBezTo>
                  <a:lnTo>
                    <a:pt x="3928" y="3416"/>
                  </a:lnTo>
                  <a:cubicBezTo>
                    <a:pt x="4004" y="3551"/>
                    <a:pt x="4078" y="3689"/>
                    <a:pt x="4150" y="3826"/>
                  </a:cubicBezTo>
                  <a:lnTo>
                    <a:pt x="4150" y="3826"/>
                  </a:lnTo>
                  <a:cubicBezTo>
                    <a:pt x="4125" y="3838"/>
                    <a:pt x="4098" y="3850"/>
                    <a:pt x="4071" y="3860"/>
                  </a:cubicBezTo>
                  <a:lnTo>
                    <a:pt x="4071" y="3860"/>
                  </a:lnTo>
                  <a:cubicBezTo>
                    <a:pt x="3928" y="3871"/>
                    <a:pt x="3786" y="3888"/>
                    <a:pt x="3644" y="3909"/>
                  </a:cubicBezTo>
                  <a:lnTo>
                    <a:pt x="3644" y="3909"/>
                  </a:lnTo>
                  <a:cubicBezTo>
                    <a:pt x="3563" y="3905"/>
                    <a:pt x="3481" y="3895"/>
                    <a:pt x="3401" y="3877"/>
                  </a:cubicBezTo>
                  <a:lnTo>
                    <a:pt x="3401" y="3877"/>
                  </a:lnTo>
                  <a:cubicBezTo>
                    <a:pt x="3231" y="3690"/>
                    <a:pt x="3091" y="3476"/>
                    <a:pt x="3033" y="3232"/>
                  </a:cubicBezTo>
                  <a:cubicBezTo>
                    <a:pt x="3023" y="3190"/>
                    <a:pt x="3015" y="3147"/>
                    <a:pt x="3010" y="3105"/>
                  </a:cubicBezTo>
                  <a:close/>
                  <a:moveTo>
                    <a:pt x="4848" y="1104"/>
                  </a:moveTo>
                  <a:cubicBezTo>
                    <a:pt x="4901" y="1104"/>
                    <a:pt x="4955" y="1107"/>
                    <a:pt x="5009" y="1113"/>
                  </a:cubicBezTo>
                  <a:cubicBezTo>
                    <a:pt x="5114" y="1124"/>
                    <a:pt x="5211" y="1147"/>
                    <a:pt x="5301" y="1179"/>
                  </a:cubicBezTo>
                  <a:lnTo>
                    <a:pt x="5301" y="1179"/>
                  </a:lnTo>
                  <a:cubicBezTo>
                    <a:pt x="5472" y="1541"/>
                    <a:pt x="5549" y="1951"/>
                    <a:pt x="5540" y="2354"/>
                  </a:cubicBezTo>
                  <a:cubicBezTo>
                    <a:pt x="5519" y="2900"/>
                    <a:pt x="5399" y="3528"/>
                    <a:pt x="5052" y="3968"/>
                  </a:cubicBezTo>
                  <a:lnTo>
                    <a:pt x="5052" y="3968"/>
                  </a:lnTo>
                  <a:cubicBezTo>
                    <a:pt x="4982" y="3929"/>
                    <a:pt x="4907" y="3900"/>
                    <a:pt x="4828" y="3885"/>
                  </a:cubicBezTo>
                  <a:cubicBezTo>
                    <a:pt x="4778" y="3877"/>
                    <a:pt x="4727" y="3870"/>
                    <a:pt x="4677" y="3865"/>
                  </a:cubicBezTo>
                  <a:lnTo>
                    <a:pt x="4677" y="3865"/>
                  </a:lnTo>
                  <a:cubicBezTo>
                    <a:pt x="4931" y="3533"/>
                    <a:pt x="5054" y="3038"/>
                    <a:pt x="5051" y="2481"/>
                  </a:cubicBezTo>
                  <a:cubicBezTo>
                    <a:pt x="5074" y="1994"/>
                    <a:pt x="4931" y="1513"/>
                    <a:pt x="4663" y="1116"/>
                  </a:cubicBezTo>
                  <a:lnTo>
                    <a:pt x="4663" y="1116"/>
                  </a:lnTo>
                  <a:cubicBezTo>
                    <a:pt x="4725" y="1108"/>
                    <a:pt x="4786" y="1104"/>
                    <a:pt x="4848" y="1104"/>
                  </a:cubicBezTo>
                  <a:close/>
                  <a:moveTo>
                    <a:pt x="1237" y="2331"/>
                  </a:moveTo>
                  <a:lnTo>
                    <a:pt x="1237" y="2331"/>
                  </a:lnTo>
                  <a:cubicBezTo>
                    <a:pt x="1296" y="2463"/>
                    <a:pt x="1368" y="2595"/>
                    <a:pt x="1451" y="2723"/>
                  </a:cubicBezTo>
                  <a:lnTo>
                    <a:pt x="1451" y="2723"/>
                  </a:lnTo>
                  <a:cubicBezTo>
                    <a:pt x="1482" y="2882"/>
                    <a:pt x="1545" y="3040"/>
                    <a:pt x="1628" y="3186"/>
                  </a:cubicBezTo>
                  <a:lnTo>
                    <a:pt x="1628" y="3186"/>
                  </a:lnTo>
                  <a:cubicBezTo>
                    <a:pt x="1487" y="3438"/>
                    <a:pt x="1378" y="3717"/>
                    <a:pt x="1361" y="3999"/>
                  </a:cubicBezTo>
                  <a:lnTo>
                    <a:pt x="1361" y="3999"/>
                  </a:lnTo>
                  <a:cubicBezTo>
                    <a:pt x="1214" y="3955"/>
                    <a:pt x="1074" y="3892"/>
                    <a:pt x="948" y="3807"/>
                  </a:cubicBezTo>
                  <a:cubicBezTo>
                    <a:pt x="659" y="3610"/>
                    <a:pt x="460" y="3317"/>
                    <a:pt x="336" y="2987"/>
                  </a:cubicBezTo>
                  <a:lnTo>
                    <a:pt x="336" y="2987"/>
                  </a:lnTo>
                  <a:cubicBezTo>
                    <a:pt x="485" y="2640"/>
                    <a:pt x="780" y="2377"/>
                    <a:pt x="1237" y="2331"/>
                  </a:cubicBezTo>
                  <a:close/>
                  <a:moveTo>
                    <a:pt x="2733" y="3604"/>
                  </a:moveTo>
                  <a:cubicBezTo>
                    <a:pt x="2786" y="3658"/>
                    <a:pt x="2841" y="3707"/>
                    <a:pt x="2900" y="3751"/>
                  </a:cubicBezTo>
                  <a:cubicBezTo>
                    <a:pt x="3029" y="3849"/>
                    <a:pt x="3178" y="3917"/>
                    <a:pt x="3336" y="3957"/>
                  </a:cubicBezTo>
                  <a:lnTo>
                    <a:pt x="3336" y="3957"/>
                  </a:lnTo>
                  <a:cubicBezTo>
                    <a:pt x="3244" y="3972"/>
                    <a:pt x="3153" y="3987"/>
                    <a:pt x="3062" y="4002"/>
                  </a:cubicBezTo>
                  <a:lnTo>
                    <a:pt x="3062" y="4002"/>
                  </a:lnTo>
                  <a:cubicBezTo>
                    <a:pt x="2939" y="3945"/>
                    <a:pt x="2817" y="3877"/>
                    <a:pt x="2697" y="3801"/>
                  </a:cubicBezTo>
                  <a:lnTo>
                    <a:pt x="2697" y="3801"/>
                  </a:lnTo>
                  <a:cubicBezTo>
                    <a:pt x="2710" y="3736"/>
                    <a:pt x="2721" y="3670"/>
                    <a:pt x="2733" y="3604"/>
                  </a:cubicBezTo>
                  <a:close/>
                  <a:moveTo>
                    <a:pt x="4429" y="3958"/>
                  </a:moveTo>
                  <a:cubicBezTo>
                    <a:pt x="4431" y="3958"/>
                    <a:pt x="4432" y="3958"/>
                    <a:pt x="4434" y="3958"/>
                  </a:cubicBezTo>
                  <a:lnTo>
                    <a:pt x="4434" y="3958"/>
                  </a:lnTo>
                  <a:cubicBezTo>
                    <a:pt x="4409" y="3978"/>
                    <a:pt x="4384" y="3997"/>
                    <a:pt x="4358" y="4014"/>
                  </a:cubicBezTo>
                  <a:lnTo>
                    <a:pt x="4358" y="4014"/>
                  </a:lnTo>
                  <a:cubicBezTo>
                    <a:pt x="4348" y="3996"/>
                    <a:pt x="4339" y="3978"/>
                    <a:pt x="4329" y="3960"/>
                  </a:cubicBezTo>
                  <a:lnTo>
                    <a:pt x="4329" y="3960"/>
                  </a:lnTo>
                  <a:cubicBezTo>
                    <a:pt x="4362" y="3959"/>
                    <a:pt x="4395" y="3958"/>
                    <a:pt x="4429" y="3958"/>
                  </a:cubicBezTo>
                  <a:close/>
                  <a:moveTo>
                    <a:pt x="2673" y="3921"/>
                  </a:moveTo>
                  <a:lnTo>
                    <a:pt x="2673" y="3921"/>
                  </a:lnTo>
                  <a:cubicBezTo>
                    <a:pt x="2739" y="3961"/>
                    <a:pt x="2805" y="3998"/>
                    <a:pt x="2871" y="4031"/>
                  </a:cubicBezTo>
                  <a:lnTo>
                    <a:pt x="2871" y="4031"/>
                  </a:lnTo>
                  <a:cubicBezTo>
                    <a:pt x="2795" y="4042"/>
                    <a:pt x="2719" y="4053"/>
                    <a:pt x="2643" y="4062"/>
                  </a:cubicBezTo>
                  <a:lnTo>
                    <a:pt x="2643" y="4062"/>
                  </a:lnTo>
                  <a:cubicBezTo>
                    <a:pt x="2654" y="4015"/>
                    <a:pt x="2664" y="3968"/>
                    <a:pt x="2673" y="3921"/>
                  </a:cubicBezTo>
                  <a:close/>
                  <a:moveTo>
                    <a:pt x="1768" y="3145"/>
                  </a:moveTo>
                  <a:lnTo>
                    <a:pt x="1768" y="3145"/>
                  </a:lnTo>
                  <a:cubicBezTo>
                    <a:pt x="2015" y="3430"/>
                    <a:pt x="2305" y="3684"/>
                    <a:pt x="2603" y="3877"/>
                  </a:cubicBezTo>
                  <a:lnTo>
                    <a:pt x="2603" y="3877"/>
                  </a:lnTo>
                  <a:cubicBezTo>
                    <a:pt x="2590" y="3942"/>
                    <a:pt x="2575" y="4006"/>
                    <a:pt x="2560" y="4071"/>
                  </a:cubicBezTo>
                  <a:lnTo>
                    <a:pt x="2560" y="4071"/>
                  </a:lnTo>
                  <a:cubicBezTo>
                    <a:pt x="2420" y="4085"/>
                    <a:pt x="2280" y="4094"/>
                    <a:pt x="2141" y="4094"/>
                  </a:cubicBezTo>
                  <a:cubicBezTo>
                    <a:pt x="2093" y="4094"/>
                    <a:pt x="2044" y="4093"/>
                    <a:pt x="1996" y="4091"/>
                  </a:cubicBezTo>
                  <a:cubicBezTo>
                    <a:pt x="1819" y="4086"/>
                    <a:pt x="1640" y="4068"/>
                    <a:pt x="1468" y="4027"/>
                  </a:cubicBezTo>
                  <a:lnTo>
                    <a:pt x="1468" y="4027"/>
                  </a:lnTo>
                  <a:cubicBezTo>
                    <a:pt x="1468" y="3990"/>
                    <a:pt x="1470" y="3953"/>
                    <a:pt x="1474" y="3914"/>
                  </a:cubicBezTo>
                  <a:cubicBezTo>
                    <a:pt x="1496" y="3742"/>
                    <a:pt x="1574" y="3516"/>
                    <a:pt x="1691" y="3288"/>
                  </a:cubicBezTo>
                  <a:lnTo>
                    <a:pt x="1691" y="3288"/>
                  </a:lnTo>
                  <a:cubicBezTo>
                    <a:pt x="1799" y="3452"/>
                    <a:pt x="1933" y="3597"/>
                    <a:pt x="2074" y="3706"/>
                  </a:cubicBezTo>
                  <a:cubicBezTo>
                    <a:pt x="2080" y="3711"/>
                    <a:pt x="2085" y="3713"/>
                    <a:pt x="2091" y="3713"/>
                  </a:cubicBezTo>
                  <a:cubicBezTo>
                    <a:pt x="2116" y="3713"/>
                    <a:pt x="2136" y="3675"/>
                    <a:pt x="2108" y="3658"/>
                  </a:cubicBezTo>
                  <a:cubicBezTo>
                    <a:pt x="1959" y="3541"/>
                    <a:pt x="1826" y="3394"/>
                    <a:pt x="1722" y="3228"/>
                  </a:cubicBezTo>
                  <a:lnTo>
                    <a:pt x="1722" y="3228"/>
                  </a:lnTo>
                  <a:cubicBezTo>
                    <a:pt x="1737" y="3200"/>
                    <a:pt x="1752" y="3173"/>
                    <a:pt x="1768" y="3145"/>
                  </a:cubicBezTo>
                  <a:close/>
                  <a:moveTo>
                    <a:pt x="3469" y="4059"/>
                  </a:moveTo>
                  <a:cubicBezTo>
                    <a:pt x="3506" y="4096"/>
                    <a:pt x="3545" y="4132"/>
                    <a:pt x="3585" y="4166"/>
                  </a:cubicBezTo>
                  <a:lnTo>
                    <a:pt x="3585" y="4166"/>
                  </a:lnTo>
                  <a:cubicBezTo>
                    <a:pt x="3484" y="4150"/>
                    <a:pt x="3381" y="4124"/>
                    <a:pt x="3279" y="4089"/>
                  </a:cubicBezTo>
                  <a:lnTo>
                    <a:pt x="3279" y="4089"/>
                  </a:lnTo>
                  <a:cubicBezTo>
                    <a:pt x="3342" y="4079"/>
                    <a:pt x="3405" y="4069"/>
                    <a:pt x="3469" y="4059"/>
                  </a:cubicBezTo>
                  <a:close/>
                  <a:moveTo>
                    <a:pt x="4224" y="3965"/>
                  </a:moveTo>
                  <a:cubicBezTo>
                    <a:pt x="4241" y="3998"/>
                    <a:pt x="4259" y="4031"/>
                    <a:pt x="4276" y="4064"/>
                  </a:cubicBezTo>
                  <a:lnTo>
                    <a:pt x="4276" y="4064"/>
                  </a:lnTo>
                  <a:cubicBezTo>
                    <a:pt x="4125" y="4145"/>
                    <a:pt x="3960" y="4182"/>
                    <a:pt x="3789" y="4182"/>
                  </a:cubicBezTo>
                  <a:cubicBezTo>
                    <a:pt x="3768" y="4182"/>
                    <a:pt x="3748" y="4181"/>
                    <a:pt x="3727" y="4180"/>
                  </a:cubicBezTo>
                  <a:lnTo>
                    <a:pt x="3727" y="4180"/>
                  </a:lnTo>
                  <a:cubicBezTo>
                    <a:pt x="3704" y="4163"/>
                    <a:pt x="3682" y="4144"/>
                    <a:pt x="3661" y="4126"/>
                  </a:cubicBezTo>
                  <a:cubicBezTo>
                    <a:pt x="3630" y="4099"/>
                    <a:pt x="3599" y="4072"/>
                    <a:pt x="3568" y="4044"/>
                  </a:cubicBezTo>
                  <a:lnTo>
                    <a:pt x="3568" y="4044"/>
                  </a:lnTo>
                  <a:cubicBezTo>
                    <a:pt x="3787" y="4011"/>
                    <a:pt x="4005" y="3982"/>
                    <a:pt x="4224" y="3965"/>
                  </a:cubicBezTo>
                  <a:close/>
                  <a:moveTo>
                    <a:pt x="4592" y="3964"/>
                  </a:moveTo>
                  <a:cubicBezTo>
                    <a:pt x="4727" y="3975"/>
                    <a:pt x="4860" y="4001"/>
                    <a:pt x="4976" y="4057"/>
                  </a:cubicBezTo>
                  <a:lnTo>
                    <a:pt x="4976" y="4057"/>
                  </a:lnTo>
                  <a:cubicBezTo>
                    <a:pt x="4887" y="4154"/>
                    <a:pt x="4784" y="4239"/>
                    <a:pt x="4667" y="4310"/>
                  </a:cubicBezTo>
                  <a:cubicBezTo>
                    <a:pt x="4631" y="4330"/>
                    <a:pt x="4593" y="4347"/>
                    <a:pt x="4555" y="4360"/>
                  </a:cubicBezTo>
                  <a:lnTo>
                    <a:pt x="4555" y="4360"/>
                  </a:lnTo>
                  <a:cubicBezTo>
                    <a:pt x="4552" y="4355"/>
                    <a:pt x="4549" y="4350"/>
                    <a:pt x="4546" y="4346"/>
                  </a:cubicBezTo>
                  <a:cubicBezTo>
                    <a:pt x="4501" y="4270"/>
                    <a:pt x="4457" y="4193"/>
                    <a:pt x="4414" y="4116"/>
                  </a:cubicBezTo>
                  <a:lnTo>
                    <a:pt x="4414" y="4116"/>
                  </a:lnTo>
                  <a:cubicBezTo>
                    <a:pt x="4478" y="4072"/>
                    <a:pt x="4538" y="4021"/>
                    <a:pt x="4592" y="3964"/>
                  </a:cubicBezTo>
                  <a:close/>
                  <a:moveTo>
                    <a:pt x="4331" y="4166"/>
                  </a:moveTo>
                  <a:lnTo>
                    <a:pt x="4331" y="4166"/>
                  </a:lnTo>
                  <a:cubicBezTo>
                    <a:pt x="4372" y="4242"/>
                    <a:pt x="4413" y="4315"/>
                    <a:pt x="4454" y="4386"/>
                  </a:cubicBezTo>
                  <a:lnTo>
                    <a:pt x="4454" y="4386"/>
                  </a:lnTo>
                  <a:cubicBezTo>
                    <a:pt x="4411" y="4393"/>
                    <a:pt x="4368" y="4397"/>
                    <a:pt x="4324" y="4397"/>
                  </a:cubicBezTo>
                  <a:cubicBezTo>
                    <a:pt x="4179" y="4397"/>
                    <a:pt x="4034" y="4356"/>
                    <a:pt x="3902" y="4289"/>
                  </a:cubicBezTo>
                  <a:lnTo>
                    <a:pt x="3902" y="4289"/>
                  </a:lnTo>
                  <a:cubicBezTo>
                    <a:pt x="4062" y="4277"/>
                    <a:pt x="4205" y="4235"/>
                    <a:pt x="4331" y="4166"/>
                  </a:cubicBezTo>
                  <a:close/>
                  <a:moveTo>
                    <a:pt x="5401" y="1221"/>
                  </a:moveTo>
                  <a:cubicBezTo>
                    <a:pt x="5945" y="1476"/>
                    <a:pt x="6189" y="2114"/>
                    <a:pt x="6283" y="2715"/>
                  </a:cubicBezTo>
                  <a:cubicBezTo>
                    <a:pt x="6365" y="3264"/>
                    <a:pt x="6365" y="3850"/>
                    <a:pt x="6144" y="4366"/>
                  </a:cubicBezTo>
                  <a:cubicBezTo>
                    <a:pt x="6016" y="4695"/>
                    <a:pt x="5713" y="4944"/>
                    <a:pt x="5373" y="4986"/>
                  </a:cubicBezTo>
                  <a:lnTo>
                    <a:pt x="5373" y="4986"/>
                  </a:lnTo>
                  <a:cubicBezTo>
                    <a:pt x="5411" y="4929"/>
                    <a:pt x="5441" y="4866"/>
                    <a:pt x="5458" y="4796"/>
                  </a:cubicBezTo>
                  <a:cubicBezTo>
                    <a:pt x="5520" y="4488"/>
                    <a:pt x="5363" y="4178"/>
                    <a:pt x="5116" y="4008"/>
                  </a:cubicBezTo>
                  <a:lnTo>
                    <a:pt x="5116" y="4008"/>
                  </a:lnTo>
                  <a:cubicBezTo>
                    <a:pt x="5241" y="3845"/>
                    <a:pt x="5340" y="3659"/>
                    <a:pt x="5402" y="3479"/>
                  </a:cubicBezTo>
                  <a:cubicBezTo>
                    <a:pt x="5669" y="2763"/>
                    <a:pt x="5696" y="1944"/>
                    <a:pt x="5406" y="1232"/>
                  </a:cubicBezTo>
                  <a:cubicBezTo>
                    <a:pt x="5404" y="1228"/>
                    <a:pt x="5403" y="1224"/>
                    <a:pt x="5401" y="1221"/>
                  </a:cubicBezTo>
                  <a:close/>
                  <a:moveTo>
                    <a:pt x="5044" y="4094"/>
                  </a:moveTo>
                  <a:cubicBezTo>
                    <a:pt x="5116" y="4139"/>
                    <a:pt x="5179" y="4199"/>
                    <a:pt x="5229" y="4277"/>
                  </a:cubicBezTo>
                  <a:cubicBezTo>
                    <a:pt x="5428" y="4579"/>
                    <a:pt x="5387" y="4814"/>
                    <a:pt x="5225" y="4990"/>
                  </a:cubicBezTo>
                  <a:lnTo>
                    <a:pt x="5225" y="4990"/>
                  </a:lnTo>
                  <a:cubicBezTo>
                    <a:pt x="5172" y="4987"/>
                    <a:pt x="5119" y="4979"/>
                    <a:pt x="5066" y="4965"/>
                  </a:cubicBezTo>
                  <a:cubicBezTo>
                    <a:pt x="4851" y="4853"/>
                    <a:pt x="4720" y="4630"/>
                    <a:pt x="4593" y="4423"/>
                  </a:cubicBezTo>
                  <a:lnTo>
                    <a:pt x="4593" y="4423"/>
                  </a:lnTo>
                  <a:cubicBezTo>
                    <a:pt x="4763" y="4357"/>
                    <a:pt x="4915" y="4239"/>
                    <a:pt x="5044" y="4094"/>
                  </a:cubicBezTo>
                  <a:close/>
                  <a:moveTo>
                    <a:pt x="1471" y="4150"/>
                  </a:moveTo>
                  <a:cubicBezTo>
                    <a:pt x="1644" y="4188"/>
                    <a:pt x="1821" y="4205"/>
                    <a:pt x="1994" y="4208"/>
                  </a:cubicBezTo>
                  <a:cubicBezTo>
                    <a:pt x="2022" y="4209"/>
                    <a:pt x="2049" y="4209"/>
                    <a:pt x="2077" y="4209"/>
                  </a:cubicBezTo>
                  <a:cubicBezTo>
                    <a:pt x="2229" y="4209"/>
                    <a:pt x="2380" y="4201"/>
                    <a:pt x="2530" y="4188"/>
                  </a:cubicBezTo>
                  <a:lnTo>
                    <a:pt x="2530" y="4188"/>
                  </a:lnTo>
                  <a:cubicBezTo>
                    <a:pt x="2460" y="4450"/>
                    <a:pt x="2367" y="4704"/>
                    <a:pt x="2234" y="4945"/>
                  </a:cubicBezTo>
                  <a:cubicBezTo>
                    <a:pt x="2203" y="4999"/>
                    <a:pt x="2169" y="5046"/>
                    <a:pt x="2133" y="5086"/>
                  </a:cubicBezTo>
                  <a:lnTo>
                    <a:pt x="2133" y="5086"/>
                  </a:lnTo>
                  <a:cubicBezTo>
                    <a:pt x="1771" y="4883"/>
                    <a:pt x="1507" y="4582"/>
                    <a:pt x="1471" y="4150"/>
                  </a:cubicBezTo>
                  <a:close/>
                  <a:moveTo>
                    <a:pt x="275" y="3162"/>
                  </a:moveTo>
                  <a:cubicBezTo>
                    <a:pt x="408" y="3458"/>
                    <a:pt x="606" y="3719"/>
                    <a:pt x="881" y="3907"/>
                  </a:cubicBezTo>
                  <a:cubicBezTo>
                    <a:pt x="1029" y="4007"/>
                    <a:pt x="1191" y="4076"/>
                    <a:pt x="1360" y="4123"/>
                  </a:cubicBezTo>
                  <a:lnTo>
                    <a:pt x="1360" y="4123"/>
                  </a:lnTo>
                  <a:cubicBezTo>
                    <a:pt x="1364" y="4244"/>
                    <a:pt x="1387" y="4365"/>
                    <a:pt x="1433" y="4484"/>
                  </a:cubicBezTo>
                  <a:cubicBezTo>
                    <a:pt x="1553" y="4768"/>
                    <a:pt x="1775" y="4991"/>
                    <a:pt x="2057" y="5159"/>
                  </a:cubicBezTo>
                  <a:lnTo>
                    <a:pt x="2057" y="5159"/>
                  </a:lnTo>
                  <a:cubicBezTo>
                    <a:pt x="1947" y="5247"/>
                    <a:pt x="1823" y="5283"/>
                    <a:pt x="1694" y="5283"/>
                  </a:cubicBezTo>
                  <a:cubicBezTo>
                    <a:pt x="1399" y="5283"/>
                    <a:pt x="1077" y="5092"/>
                    <a:pt x="832" y="4890"/>
                  </a:cubicBezTo>
                  <a:cubicBezTo>
                    <a:pt x="318" y="4518"/>
                    <a:pt x="111" y="3759"/>
                    <a:pt x="275" y="3162"/>
                  </a:cubicBezTo>
                  <a:close/>
                  <a:moveTo>
                    <a:pt x="3068" y="4121"/>
                  </a:moveTo>
                  <a:lnTo>
                    <a:pt x="3068" y="4121"/>
                  </a:lnTo>
                  <a:cubicBezTo>
                    <a:pt x="3321" y="4229"/>
                    <a:pt x="3550" y="4283"/>
                    <a:pt x="3754" y="4292"/>
                  </a:cubicBezTo>
                  <a:lnTo>
                    <a:pt x="3754" y="4292"/>
                  </a:lnTo>
                  <a:cubicBezTo>
                    <a:pt x="3827" y="4339"/>
                    <a:pt x="3903" y="4379"/>
                    <a:pt x="3984" y="4412"/>
                  </a:cubicBezTo>
                  <a:cubicBezTo>
                    <a:pt x="4094" y="4457"/>
                    <a:pt x="4201" y="4478"/>
                    <a:pt x="4303" y="4478"/>
                  </a:cubicBezTo>
                  <a:cubicBezTo>
                    <a:pt x="4369" y="4478"/>
                    <a:pt x="4433" y="4470"/>
                    <a:pt x="4495" y="4454"/>
                  </a:cubicBezTo>
                  <a:lnTo>
                    <a:pt x="4495" y="4454"/>
                  </a:lnTo>
                  <a:cubicBezTo>
                    <a:pt x="4593" y="4618"/>
                    <a:pt x="4691" y="4761"/>
                    <a:pt x="4791" y="4868"/>
                  </a:cubicBezTo>
                  <a:cubicBezTo>
                    <a:pt x="4856" y="4941"/>
                    <a:pt x="4934" y="5007"/>
                    <a:pt x="5031" y="5053"/>
                  </a:cubicBezTo>
                  <a:cubicBezTo>
                    <a:pt x="5064" y="5063"/>
                    <a:pt x="5098" y="5070"/>
                    <a:pt x="5133" y="5075"/>
                  </a:cubicBezTo>
                  <a:lnTo>
                    <a:pt x="5133" y="5075"/>
                  </a:lnTo>
                  <a:cubicBezTo>
                    <a:pt x="4832" y="5314"/>
                    <a:pt x="4301" y="5423"/>
                    <a:pt x="3955" y="5433"/>
                  </a:cubicBezTo>
                  <a:cubicBezTo>
                    <a:pt x="3881" y="5438"/>
                    <a:pt x="3804" y="5440"/>
                    <a:pt x="3724" y="5440"/>
                  </a:cubicBezTo>
                  <a:cubicBezTo>
                    <a:pt x="3237" y="5440"/>
                    <a:pt x="2650" y="5352"/>
                    <a:pt x="2197" y="5120"/>
                  </a:cubicBezTo>
                  <a:lnTo>
                    <a:pt x="2197" y="5120"/>
                  </a:lnTo>
                  <a:cubicBezTo>
                    <a:pt x="2391" y="4900"/>
                    <a:pt x="2520" y="4558"/>
                    <a:pt x="2615" y="4179"/>
                  </a:cubicBezTo>
                  <a:lnTo>
                    <a:pt x="2615" y="4179"/>
                  </a:lnTo>
                  <a:cubicBezTo>
                    <a:pt x="2767" y="4164"/>
                    <a:pt x="2918" y="4143"/>
                    <a:pt x="3068" y="4121"/>
                  </a:cubicBezTo>
                  <a:close/>
                  <a:moveTo>
                    <a:pt x="3754" y="1"/>
                  </a:moveTo>
                  <a:cubicBezTo>
                    <a:pt x="3708" y="1"/>
                    <a:pt x="3662" y="3"/>
                    <a:pt x="3615" y="8"/>
                  </a:cubicBezTo>
                  <a:cubicBezTo>
                    <a:pt x="3464" y="29"/>
                    <a:pt x="3319" y="71"/>
                    <a:pt x="3184" y="130"/>
                  </a:cubicBezTo>
                  <a:lnTo>
                    <a:pt x="3184" y="130"/>
                  </a:lnTo>
                  <a:cubicBezTo>
                    <a:pt x="2949" y="74"/>
                    <a:pt x="2703" y="46"/>
                    <a:pt x="2456" y="46"/>
                  </a:cubicBezTo>
                  <a:cubicBezTo>
                    <a:pt x="1333" y="46"/>
                    <a:pt x="199" y="633"/>
                    <a:pt x="62" y="1829"/>
                  </a:cubicBezTo>
                  <a:cubicBezTo>
                    <a:pt x="32" y="2228"/>
                    <a:pt x="78" y="2658"/>
                    <a:pt x="224" y="3041"/>
                  </a:cubicBezTo>
                  <a:lnTo>
                    <a:pt x="224" y="3041"/>
                  </a:lnTo>
                  <a:cubicBezTo>
                    <a:pt x="1" y="3682"/>
                    <a:pt x="208" y="4538"/>
                    <a:pt x="781" y="4954"/>
                  </a:cubicBezTo>
                  <a:cubicBezTo>
                    <a:pt x="1042" y="5151"/>
                    <a:pt x="1348" y="5367"/>
                    <a:pt x="1687" y="5367"/>
                  </a:cubicBezTo>
                  <a:cubicBezTo>
                    <a:pt x="1738" y="5367"/>
                    <a:pt x="1791" y="5362"/>
                    <a:pt x="1844" y="5351"/>
                  </a:cubicBezTo>
                  <a:cubicBezTo>
                    <a:pt x="1948" y="5323"/>
                    <a:pt x="2040" y="5269"/>
                    <a:pt x="2122" y="5196"/>
                  </a:cubicBezTo>
                  <a:lnTo>
                    <a:pt x="2122" y="5196"/>
                  </a:lnTo>
                  <a:cubicBezTo>
                    <a:pt x="2565" y="5439"/>
                    <a:pt x="3138" y="5553"/>
                    <a:pt x="3689" y="5553"/>
                  </a:cubicBezTo>
                  <a:cubicBezTo>
                    <a:pt x="4216" y="5553"/>
                    <a:pt x="4724" y="5448"/>
                    <a:pt x="5076" y="5253"/>
                  </a:cubicBezTo>
                  <a:cubicBezTo>
                    <a:pt x="5154" y="5207"/>
                    <a:pt x="5231" y="5150"/>
                    <a:pt x="5296" y="5082"/>
                  </a:cubicBezTo>
                  <a:lnTo>
                    <a:pt x="5296" y="5082"/>
                  </a:lnTo>
                  <a:cubicBezTo>
                    <a:pt x="5308" y="5081"/>
                    <a:pt x="5321" y="5080"/>
                    <a:pt x="5333" y="5079"/>
                  </a:cubicBezTo>
                  <a:cubicBezTo>
                    <a:pt x="5971" y="5060"/>
                    <a:pt x="6314" y="4410"/>
                    <a:pt x="6385" y="3846"/>
                  </a:cubicBezTo>
                  <a:cubicBezTo>
                    <a:pt x="6486" y="3024"/>
                    <a:pt x="6379" y="2033"/>
                    <a:pt x="5805" y="1393"/>
                  </a:cubicBezTo>
                  <a:cubicBezTo>
                    <a:pt x="5670" y="1265"/>
                    <a:pt x="5515" y="1171"/>
                    <a:pt x="5349" y="1111"/>
                  </a:cubicBezTo>
                  <a:lnTo>
                    <a:pt x="5349" y="1111"/>
                  </a:lnTo>
                  <a:cubicBezTo>
                    <a:pt x="5043" y="512"/>
                    <a:pt x="4440" y="1"/>
                    <a:pt x="37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45"/>
            <p:cNvSpPr/>
            <p:nvPr/>
          </p:nvSpPr>
          <p:spPr>
            <a:xfrm>
              <a:off x="5749050" y="4853325"/>
              <a:ext cx="168575" cy="181525"/>
            </a:xfrm>
            <a:custGeom>
              <a:rect b="b" l="l" r="r" t="t"/>
              <a:pathLst>
                <a:path extrusionOk="0" h="7261" w="6743">
                  <a:moveTo>
                    <a:pt x="3951" y="0"/>
                  </a:moveTo>
                  <a:cubicBezTo>
                    <a:pt x="3856" y="0"/>
                    <a:pt x="3789" y="10"/>
                    <a:pt x="3762" y="27"/>
                  </a:cubicBezTo>
                  <a:cubicBezTo>
                    <a:pt x="3549" y="150"/>
                    <a:pt x="3421" y="1002"/>
                    <a:pt x="3421" y="1002"/>
                  </a:cubicBezTo>
                  <a:cubicBezTo>
                    <a:pt x="3421" y="1002"/>
                    <a:pt x="3282" y="27"/>
                    <a:pt x="2892" y="27"/>
                  </a:cubicBezTo>
                  <a:cubicBezTo>
                    <a:pt x="2502" y="27"/>
                    <a:pt x="426" y="80"/>
                    <a:pt x="213" y="3202"/>
                  </a:cubicBezTo>
                  <a:cubicBezTo>
                    <a:pt x="0" y="6324"/>
                    <a:pt x="1952" y="7123"/>
                    <a:pt x="2449" y="7212"/>
                  </a:cubicBezTo>
                  <a:cubicBezTo>
                    <a:pt x="2562" y="7232"/>
                    <a:pt x="2672" y="7242"/>
                    <a:pt x="2776" y="7242"/>
                  </a:cubicBezTo>
                  <a:cubicBezTo>
                    <a:pt x="3126" y="7242"/>
                    <a:pt x="3397" y="7125"/>
                    <a:pt x="3425" y="6893"/>
                  </a:cubicBezTo>
                  <a:cubicBezTo>
                    <a:pt x="3460" y="6591"/>
                    <a:pt x="3495" y="5810"/>
                    <a:pt x="3549" y="5810"/>
                  </a:cubicBezTo>
                  <a:cubicBezTo>
                    <a:pt x="3602" y="5810"/>
                    <a:pt x="3564" y="6813"/>
                    <a:pt x="3619" y="6964"/>
                  </a:cubicBezTo>
                  <a:cubicBezTo>
                    <a:pt x="3686" y="7142"/>
                    <a:pt x="3993" y="7260"/>
                    <a:pt x="4402" y="7260"/>
                  </a:cubicBezTo>
                  <a:cubicBezTo>
                    <a:pt x="4652" y="7260"/>
                    <a:pt x="4939" y="7216"/>
                    <a:pt x="5232" y="7114"/>
                  </a:cubicBezTo>
                  <a:cubicBezTo>
                    <a:pt x="6031" y="6835"/>
                    <a:pt x="6743" y="5650"/>
                    <a:pt x="6636" y="2883"/>
                  </a:cubicBezTo>
                  <a:cubicBezTo>
                    <a:pt x="6543" y="472"/>
                    <a:pt x="4594" y="0"/>
                    <a:pt x="3951" y="0"/>
                  </a:cubicBezTo>
                  <a:close/>
                </a:path>
              </a:pathLst>
            </a:custGeom>
            <a:solidFill>
              <a:srgbClr val="9485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45"/>
            <p:cNvSpPr/>
            <p:nvPr/>
          </p:nvSpPr>
          <p:spPr>
            <a:xfrm>
              <a:off x="5833000" y="4892275"/>
              <a:ext cx="7650" cy="91475"/>
            </a:xfrm>
            <a:custGeom>
              <a:rect b="b" l="l" r="r" t="t"/>
              <a:pathLst>
                <a:path extrusionOk="0" h="3659" w="306">
                  <a:moveTo>
                    <a:pt x="30" y="1"/>
                  </a:moveTo>
                  <a:cubicBezTo>
                    <a:pt x="30" y="1"/>
                    <a:pt x="29" y="1"/>
                    <a:pt x="28" y="1"/>
                  </a:cubicBezTo>
                  <a:cubicBezTo>
                    <a:pt x="12" y="3"/>
                    <a:pt x="0" y="17"/>
                    <a:pt x="1" y="33"/>
                  </a:cubicBezTo>
                  <a:cubicBezTo>
                    <a:pt x="109" y="1214"/>
                    <a:pt x="235" y="2446"/>
                    <a:pt x="161" y="3628"/>
                  </a:cubicBezTo>
                  <a:cubicBezTo>
                    <a:pt x="160" y="3648"/>
                    <a:pt x="175" y="3659"/>
                    <a:pt x="191" y="3659"/>
                  </a:cubicBezTo>
                  <a:cubicBezTo>
                    <a:pt x="205" y="3659"/>
                    <a:pt x="218" y="3651"/>
                    <a:pt x="220" y="3635"/>
                  </a:cubicBezTo>
                  <a:cubicBezTo>
                    <a:pt x="266" y="3335"/>
                    <a:pt x="286" y="3032"/>
                    <a:pt x="293" y="2730"/>
                  </a:cubicBezTo>
                  <a:cubicBezTo>
                    <a:pt x="306" y="2125"/>
                    <a:pt x="263" y="1521"/>
                    <a:pt x="192" y="921"/>
                  </a:cubicBezTo>
                  <a:cubicBezTo>
                    <a:pt x="157" y="622"/>
                    <a:pt x="111" y="323"/>
                    <a:pt x="61" y="26"/>
                  </a:cubicBezTo>
                  <a:cubicBezTo>
                    <a:pt x="58" y="11"/>
                    <a:pt x="45" y="1"/>
                    <a:pt x="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45"/>
            <p:cNvSpPr/>
            <p:nvPr/>
          </p:nvSpPr>
          <p:spPr>
            <a:xfrm>
              <a:off x="5780100" y="4867500"/>
              <a:ext cx="49175" cy="22275"/>
            </a:xfrm>
            <a:custGeom>
              <a:rect b="b" l="l" r="r" t="t"/>
              <a:pathLst>
                <a:path extrusionOk="0" h="891" w="1967">
                  <a:moveTo>
                    <a:pt x="634" y="0"/>
                  </a:moveTo>
                  <a:cubicBezTo>
                    <a:pt x="296" y="0"/>
                    <a:pt x="1" y="487"/>
                    <a:pt x="250" y="766"/>
                  </a:cubicBezTo>
                  <a:cubicBezTo>
                    <a:pt x="342" y="855"/>
                    <a:pt x="434" y="890"/>
                    <a:pt x="526" y="890"/>
                  </a:cubicBezTo>
                  <a:cubicBezTo>
                    <a:pt x="883" y="890"/>
                    <a:pt x="1230" y="351"/>
                    <a:pt x="1524" y="351"/>
                  </a:cubicBezTo>
                  <a:cubicBezTo>
                    <a:pt x="1664" y="351"/>
                    <a:pt x="1793" y="473"/>
                    <a:pt x="1905" y="833"/>
                  </a:cubicBezTo>
                  <a:cubicBezTo>
                    <a:pt x="1910" y="846"/>
                    <a:pt x="1921" y="854"/>
                    <a:pt x="1933" y="854"/>
                  </a:cubicBezTo>
                  <a:cubicBezTo>
                    <a:pt x="1936" y="854"/>
                    <a:pt x="1938" y="854"/>
                    <a:pt x="1940" y="853"/>
                  </a:cubicBezTo>
                  <a:cubicBezTo>
                    <a:pt x="1957" y="850"/>
                    <a:pt x="1966" y="834"/>
                    <a:pt x="1963" y="818"/>
                  </a:cubicBezTo>
                  <a:cubicBezTo>
                    <a:pt x="1930" y="678"/>
                    <a:pt x="1889" y="537"/>
                    <a:pt x="1802" y="409"/>
                  </a:cubicBezTo>
                  <a:cubicBezTo>
                    <a:pt x="1725" y="292"/>
                    <a:pt x="1627" y="248"/>
                    <a:pt x="1524" y="248"/>
                  </a:cubicBezTo>
                  <a:cubicBezTo>
                    <a:pt x="1339" y="248"/>
                    <a:pt x="1135" y="389"/>
                    <a:pt x="995" y="504"/>
                  </a:cubicBezTo>
                  <a:cubicBezTo>
                    <a:pt x="857" y="603"/>
                    <a:pt x="685" y="769"/>
                    <a:pt x="521" y="769"/>
                  </a:cubicBezTo>
                  <a:cubicBezTo>
                    <a:pt x="458" y="769"/>
                    <a:pt x="396" y="745"/>
                    <a:pt x="338" y="685"/>
                  </a:cubicBezTo>
                  <a:cubicBezTo>
                    <a:pt x="170" y="500"/>
                    <a:pt x="358" y="153"/>
                    <a:pt x="579" y="96"/>
                  </a:cubicBezTo>
                  <a:cubicBezTo>
                    <a:pt x="603" y="88"/>
                    <a:pt x="628" y="84"/>
                    <a:pt x="653" y="84"/>
                  </a:cubicBezTo>
                  <a:cubicBezTo>
                    <a:pt x="751" y="84"/>
                    <a:pt x="847" y="141"/>
                    <a:pt x="918" y="224"/>
                  </a:cubicBezTo>
                  <a:cubicBezTo>
                    <a:pt x="923" y="230"/>
                    <a:pt x="931" y="234"/>
                    <a:pt x="940" y="234"/>
                  </a:cubicBezTo>
                  <a:cubicBezTo>
                    <a:pt x="946" y="234"/>
                    <a:pt x="952" y="232"/>
                    <a:pt x="958" y="227"/>
                  </a:cubicBezTo>
                  <a:cubicBezTo>
                    <a:pt x="971" y="217"/>
                    <a:pt x="973" y="199"/>
                    <a:pt x="964" y="186"/>
                  </a:cubicBezTo>
                  <a:cubicBezTo>
                    <a:pt x="918" y="127"/>
                    <a:pt x="863" y="72"/>
                    <a:pt x="792" y="38"/>
                  </a:cubicBezTo>
                  <a:cubicBezTo>
                    <a:pt x="739" y="12"/>
                    <a:pt x="686" y="0"/>
                    <a:pt x="6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45"/>
            <p:cNvSpPr/>
            <p:nvPr/>
          </p:nvSpPr>
          <p:spPr>
            <a:xfrm>
              <a:off x="5762150" y="4900125"/>
              <a:ext cx="72475" cy="31875"/>
            </a:xfrm>
            <a:custGeom>
              <a:rect b="b" l="l" r="r" t="t"/>
              <a:pathLst>
                <a:path extrusionOk="0" h="1275" w="2899">
                  <a:moveTo>
                    <a:pt x="601" y="0"/>
                  </a:moveTo>
                  <a:cubicBezTo>
                    <a:pt x="428" y="0"/>
                    <a:pt x="238" y="103"/>
                    <a:pt x="19" y="371"/>
                  </a:cubicBezTo>
                  <a:cubicBezTo>
                    <a:pt x="0" y="392"/>
                    <a:pt x="22" y="419"/>
                    <a:pt x="44" y="419"/>
                  </a:cubicBezTo>
                  <a:cubicBezTo>
                    <a:pt x="51" y="419"/>
                    <a:pt x="59" y="416"/>
                    <a:pt x="65" y="409"/>
                  </a:cubicBezTo>
                  <a:cubicBezTo>
                    <a:pt x="190" y="279"/>
                    <a:pt x="336" y="140"/>
                    <a:pt x="515" y="105"/>
                  </a:cubicBezTo>
                  <a:cubicBezTo>
                    <a:pt x="540" y="100"/>
                    <a:pt x="564" y="97"/>
                    <a:pt x="588" y="97"/>
                  </a:cubicBezTo>
                  <a:cubicBezTo>
                    <a:pt x="735" y="97"/>
                    <a:pt x="871" y="191"/>
                    <a:pt x="982" y="304"/>
                  </a:cubicBezTo>
                  <a:cubicBezTo>
                    <a:pt x="1322" y="632"/>
                    <a:pt x="1554" y="1172"/>
                    <a:pt x="2067" y="1272"/>
                  </a:cubicBezTo>
                  <a:cubicBezTo>
                    <a:pt x="2096" y="1274"/>
                    <a:pt x="2124" y="1275"/>
                    <a:pt x="2153" y="1275"/>
                  </a:cubicBezTo>
                  <a:cubicBezTo>
                    <a:pt x="2340" y="1275"/>
                    <a:pt x="2524" y="1228"/>
                    <a:pt x="2653" y="1078"/>
                  </a:cubicBezTo>
                  <a:cubicBezTo>
                    <a:pt x="2899" y="770"/>
                    <a:pt x="2393" y="246"/>
                    <a:pt x="2103" y="246"/>
                  </a:cubicBezTo>
                  <a:cubicBezTo>
                    <a:pt x="1977" y="246"/>
                    <a:pt x="1892" y="346"/>
                    <a:pt x="1929" y="607"/>
                  </a:cubicBezTo>
                  <a:cubicBezTo>
                    <a:pt x="1931" y="624"/>
                    <a:pt x="1944" y="632"/>
                    <a:pt x="1958" y="632"/>
                  </a:cubicBezTo>
                  <a:cubicBezTo>
                    <a:pt x="1974" y="632"/>
                    <a:pt x="1991" y="620"/>
                    <a:pt x="1987" y="598"/>
                  </a:cubicBezTo>
                  <a:cubicBezTo>
                    <a:pt x="1962" y="404"/>
                    <a:pt x="2017" y="329"/>
                    <a:pt x="2105" y="329"/>
                  </a:cubicBezTo>
                  <a:cubicBezTo>
                    <a:pt x="2323" y="329"/>
                    <a:pt x="2738" y="795"/>
                    <a:pt x="2560" y="1008"/>
                  </a:cubicBezTo>
                  <a:cubicBezTo>
                    <a:pt x="2419" y="1116"/>
                    <a:pt x="2291" y="1161"/>
                    <a:pt x="2171" y="1161"/>
                  </a:cubicBezTo>
                  <a:cubicBezTo>
                    <a:pt x="1562" y="1161"/>
                    <a:pt x="1180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45"/>
            <p:cNvSpPr/>
            <p:nvPr/>
          </p:nvSpPr>
          <p:spPr>
            <a:xfrm>
              <a:off x="5769800" y="4942025"/>
              <a:ext cx="59725" cy="60525"/>
            </a:xfrm>
            <a:custGeom>
              <a:rect b="b" l="l" r="r" t="t"/>
              <a:pathLst>
                <a:path extrusionOk="0" h="2421" w="2389">
                  <a:moveTo>
                    <a:pt x="1342" y="0"/>
                  </a:moveTo>
                  <a:cubicBezTo>
                    <a:pt x="1025" y="0"/>
                    <a:pt x="755" y="101"/>
                    <a:pt x="718" y="395"/>
                  </a:cubicBezTo>
                  <a:cubicBezTo>
                    <a:pt x="739" y="883"/>
                    <a:pt x="1157" y="1199"/>
                    <a:pt x="1472" y="1510"/>
                  </a:cubicBezTo>
                  <a:cubicBezTo>
                    <a:pt x="1572" y="1612"/>
                    <a:pt x="1652" y="1726"/>
                    <a:pt x="1634" y="1847"/>
                  </a:cubicBezTo>
                  <a:cubicBezTo>
                    <a:pt x="1620" y="1910"/>
                    <a:pt x="1593" y="1971"/>
                    <a:pt x="1559" y="2026"/>
                  </a:cubicBezTo>
                  <a:cubicBezTo>
                    <a:pt x="1460" y="2217"/>
                    <a:pt x="1241" y="2300"/>
                    <a:pt x="1004" y="2300"/>
                  </a:cubicBezTo>
                  <a:cubicBezTo>
                    <a:pt x="585" y="2300"/>
                    <a:pt x="108" y="2041"/>
                    <a:pt x="124" y="1662"/>
                  </a:cubicBezTo>
                  <a:cubicBezTo>
                    <a:pt x="128" y="1423"/>
                    <a:pt x="308" y="1311"/>
                    <a:pt x="479" y="1311"/>
                  </a:cubicBezTo>
                  <a:cubicBezTo>
                    <a:pt x="679" y="1311"/>
                    <a:pt x="867" y="1466"/>
                    <a:pt x="740" y="1752"/>
                  </a:cubicBezTo>
                  <a:cubicBezTo>
                    <a:pt x="731" y="1768"/>
                    <a:pt x="738" y="1789"/>
                    <a:pt x="755" y="1796"/>
                  </a:cubicBezTo>
                  <a:cubicBezTo>
                    <a:pt x="758" y="1797"/>
                    <a:pt x="761" y="1797"/>
                    <a:pt x="764" y="1797"/>
                  </a:cubicBezTo>
                  <a:cubicBezTo>
                    <a:pt x="807" y="1797"/>
                    <a:pt x="819" y="1701"/>
                    <a:pt x="835" y="1668"/>
                  </a:cubicBezTo>
                  <a:cubicBezTo>
                    <a:pt x="868" y="1550"/>
                    <a:pt x="841" y="1412"/>
                    <a:pt x="743" y="1329"/>
                  </a:cubicBezTo>
                  <a:cubicBezTo>
                    <a:pt x="660" y="1255"/>
                    <a:pt x="563" y="1222"/>
                    <a:pt x="467" y="1222"/>
                  </a:cubicBezTo>
                  <a:cubicBezTo>
                    <a:pt x="244" y="1222"/>
                    <a:pt x="29" y="1401"/>
                    <a:pt x="23" y="1655"/>
                  </a:cubicBezTo>
                  <a:cubicBezTo>
                    <a:pt x="0" y="2117"/>
                    <a:pt x="528" y="2420"/>
                    <a:pt x="1005" y="2420"/>
                  </a:cubicBezTo>
                  <a:cubicBezTo>
                    <a:pt x="1279" y="2420"/>
                    <a:pt x="1536" y="2321"/>
                    <a:pt x="1663" y="2094"/>
                  </a:cubicBezTo>
                  <a:cubicBezTo>
                    <a:pt x="2045" y="1529"/>
                    <a:pt x="1174" y="1230"/>
                    <a:pt x="965" y="784"/>
                  </a:cubicBezTo>
                  <a:cubicBezTo>
                    <a:pt x="633" y="266"/>
                    <a:pt x="962" y="98"/>
                    <a:pt x="1394" y="98"/>
                  </a:cubicBezTo>
                  <a:cubicBezTo>
                    <a:pt x="1732" y="98"/>
                    <a:pt x="2134" y="201"/>
                    <a:pt x="2331" y="319"/>
                  </a:cubicBezTo>
                  <a:cubicBezTo>
                    <a:pt x="2336" y="322"/>
                    <a:pt x="2341" y="323"/>
                    <a:pt x="2346" y="323"/>
                  </a:cubicBezTo>
                  <a:cubicBezTo>
                    <a:pt x="2372" y="323"/>
                    <a:pt x="2389" y="284"/>
                    <a:pt x="2361" y="267"/>
                  </a:cubicBezTo>
                  <a:cubicBezTo>
                    <a:pt x="2160" y="142"/>
                    <a:pt x="1718" y="0"/>
                    <a:pt x="13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45"/>
            <p:cNvSpPr/>
            <p:nvPr/>
          </p:nvSpPr>
          <p:spPr>
            <a:xfrm>
              <a:off x="5844875" y="4867525"/>
              <a:ext cx="49050" cy="22250"/>
            </a:xfrm>
            <a:custGeom>
              <a:rect b="b" l="l" r="r" t="t"/>
              <a:pathLst>
                <a:path extrusionOk="0" h="890" w="1962">
                  <a:moveTo>
                    <a:pt x="1314" y="0"/>
                  </a:moveTo>
                  <a:cubicBezTo>
                    <a:pt x="1202" y="0"/>
                    <a:pt x="1088" y="54"/>
                    <a:pt x="998" y="185"/>
                  </a:cubicBezTo>
                  <a:cubicBezTo>
                    <a:pt x="981" y="206"/>
                    <a:pt x="1002" y="233"/>
                    <a:pt x="1023" y="233"/>
                  </a:cubicBezTo>
                  <a:cubicBezTo>
                    <a:pt x="1031" y="233"/>
                    <a:pt x="1038" y="230"/>
                    <a:pt x="1045" y="223"/>
                  </a:cubicBezTo>
                  <a:cubicBezTo>
                    <a:pt x="1113" y="140"/>
                    <a:pt x="1210" y="83"/>
                    <a:pt x="1307" y="83"/>
                  </a:cubicBezTo>
                  <a:cubicBezTo>
                    <a:pt x="1332" y="83"/>
                    <a:pt x="1356" y="87"/>
                    <a:pt x="1381" y="95"/>
                  </a:cubicBezTo>
                  <a:cubicBezTo>
                    <a:pt x="1601" y="154"/>
                    <a:pt x="1784" y="499"/>
                    <a:pt x="1620" y="684"/>
                  </a:cubicBezTo>
                  <a:cubicBezTo>
                    <a:pt x="1562" y="744"/>
                    <a:pt x="1501" y="768"/>
                    <a:pt x="1439" y="768"/>
                  </a:cubicBezTo>
                  <a:cubicBezTo>
                    <a:pt x="1275" y="768"/>
                    <a:pt x="1104" y="602"/>
                    <a:pt x="967" y="503"/>
                  </a:cubicBezTo>
                  <a:cubicBezTo>
                    <a:pt x="768" y="335"/>
                    <a:pt x="595" y="248"/>
                    <a:pt x="451" y="248"/>
                  </a:cubicBezTo>
                  <a:cubicBezTo>
                    <a:pt x="239" y="248"/>
                    <a:pt x="88" y="434"/>
                    <a:pt x="6" y="817"/>
                  </a:cubicBezTo>
                  <a:cubicBezTo>
                    <a:pt x="1" y="839"/>
                    <a:pt x="19" y="853"/>
                    <a:pt x="36" y="853"/>
                  </a:cubicBezTo>
                  <a:cubicBezTo>
                    <a:pt x="48" y="853"/>
                    <a:pt x="59" y="846"/>
                    <a:pt x="63" y="832"/>
                  </a:cubicBezTo>
                  <a:cubicBezTo>
                    <a:pt x="175" y="472"/>
                    <a:pt x="302" y="350"/>
                    <a:pt x="441" y="350"/>
                  </a:cubicBezTo>
                  <a:cubicBezTo>
                    <a:pt x="734" y="350"/>
                    <a:pt x="1078" y="889"/>
                    <a:pt x="1433" y="889"/>
                  </a:cubicBezTo>
                  <a:cubicBezTo>
                    <a:pt x="1524" y="889"/>
                    <a:pt x="1616" y="854"/>
                    <a:pt x="1708" y="764"/>
                  </a:cubicBezTo>
                  <a:cubicBezTo>
                    <a:pt x="1962" y="447"/>
                    <a:pt x="1640" y="0"/>
                    <a:pt x="1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45"/>
            <p:cNvSpPr/>
            <p:nvPr/>
          </p:nvSpPr>
          <p:spPr>
            <a:xfrm>
              <a:off x="5839050" y="4900325"/>
              <a:ext cx="72525" cy="31750"/>
            </a:xfrm>
            <a:custGeom>
              <a:rect b="b" l="l" r="r" t="t"/>
              <a:pathLst>
                <a:path extrusionOk="0" h="1270" w="2901">
                  <a:moveTo>
                    <a:pt x="2318" y="0"/>
                  </a:moveTo>
                  <a:cubicBezTo>
                    <a:pt x="1657" y="0"/>
                    <a:pt x="1408" y="1147"/>
                    <a:pt x="750" y="1147"/>
                  </a:cubicBezTo>
                  <a:cubicBezTo>
                    <a:pt x="694" y="1147"/>
                    <a:pt x="634" y="1139"/>
                    <a:pt x="571" y="1120"/>
                  </a:cubicBezTo>
                  <a:cubicBezTo>
                    <a:pt x="1" y="997"/>
                    <a:pt x="548" y="321"/>
                    <a:pt x="811" y="321"/>
                  </a:cubicBezTo>
                  <a:cubicBezTo>
                    <a:pt x="899" y="321"/>
                    <a:pt x="955" y="396"/>
                    <a:pt x="928" y="590"/>
                  </a:cubicBezTo>
                  <a:cubicBezTo>
                    <a:pt x="925" y="612"/>
                    <a:pt x="942" y="624"/>
                    <a:pt x="958" y="624"/>
                  </a:cubicBezTo>
                  <a:cubicBezTo>
                    <a:pt x="972" y="624"/>
                    <a:pt x="985" y="616"/>
                    <a:pt x="987" y="599"/>
                  </a:cubicBezTo>
                  <a:cubicBezTo>
                    <a:pt x="1023" y="337"/>
                    <a:pt x="939" y="237"/>
                    <a:pt x="813" y="237"/>
                  </a:cubicBezTo>
                  <a:cubicBezTo>
                    <a:pt x="526" y="237"/>
                    <a:pt x="25" y="760"/>
                    <a:pt x="266" y="1068"/>
                  </a:cubicBezTo>
                  <a:cubicBezTo>
                    <a:pt x="385" y="1204"/>
                    <a:pt x="562" y="1269"/>
                    <a:pt x="740" y="1269"/>
                  </a:cubicBezTo>
                  <a:cubicBezTo>
                    <a:pt x="882" y="1269"/>
                    <a:pt x="1025" y="1228"/>
                    <a:pt x="1140" y="1149"/>
                  </a:cubicBezTo>
                  <a:cubicBezTo>
                    <a:pt x="1579" y="870"/>
                    <a:pt x="1883" y="92"/>
                    <a:pt x="2330" y="92"/>
                  </a:cubicBezTo>
                  <a:cubicBezTo>
                    <a:pt x="2480" y="92"/>
                    <a:pt x="2645" y="179"/>
                    <a:pt x="2837" y="401"/>
                  </a:cubicBezTo>
                  <a:cubicBezTo>
                    <a:pt x="2843" y="408"/>
                    <a:pt x="2851" y="412"/>
                    <a:pt x="2858" y="412"/>
                  </a:cubicBezTo>
                  <a:cubicBezTo>
                    <a:pt x="2880" y="412"/>
                    <a:pt x="2901" y="384"/>
                    <a:pt x="2882" y="363"/>
                  </a:cubicBezTo>
                  <a:cubicBezTo>
                    <a:pt x="2754" y="211"/>
                    <a:pt x="2611" y="60"/>
                    <a:pt x="2409" y="7"/>
                  </a:cubicBezTo>
                  <a:cubicBezTo>
                    <a:pt x="2378" y="2"/>
                    <a:pt x="2347" y="0"/>
                    <a:pt x="23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45"/>
            <p:cNvSpPr/>
            <p:nvPr/>
          </p:nvSpPr>
          <p:spPr>
            <a:xfrm>
              <a:off x="5844650" y="4942200"/>
              <a:ext cx="64225" cy="60350"/>
            </a:xfrm>
            <a:custGeom>
              <a:rect b="b" l="l" r="r" t="t"/>
              <a:pathLst>
                <a:path extrusionOk="0" h="2414" w="2569">
                  <a:moveTo>
                    <a:pt x="1015" y="0"/>
                  </a:moveTo>
                  <a:cubicBezTo>
                    <a:pt x="665" y="0"/>
                    <a:pt x="260" y="110"/>
                    <a:pt x="29" y="261"/>
                  </a:cubicBezTo>
                  <a:cubicBezTo>
                    <a:pt x="0" y="276"/>
                    <a:pt x="18" y="317"/>
                    <a:pt x="43" y="317"/>
                  </a:cubicBezTo>
                  <a:cubicBezTo>
                    <a:pt x="48" y="317"/>
                    <a:pt x="53" y="315"/>
                    <a:pt x="57" y="312"/>
                  </a:cubicBezTo>
                  <a:cubicBezTo>
                    <a:pt x="284" y="195"/>
                    <a:pt x="646" y="87"/>
                    <a:pt x="971" y="87"/>
                  </a:cubicBezTo>
                  <a:cubicBezTo>
                    <a:pt x="1169" y="87"/>
                    <a:pt x="1354" y="127"/>
                    <a:pt x="1485" y="231"/>
                  </a:cubicBezTo>
                  <a:cubicBezTo>
                    <a:pt x="1697" y="484"/>
                    <a:pt x="1331" y="922"/>
                    <a:pt x="1146" y="1112"/>
                  </a:cubicBezTo>
                  <a:cubicBezTo>
                    <a:pt x="747" y="1483"/>
                    <a:pt x="350" y="1763"/>
                    <a:pt x="879" y="2268"/>
                  </a:cubicBezTo>
                  <a:cubicBezTo>
                    <a:pt x="1010" y="2369"/>
                    <a:pt x="1184" y="2414"/>
                    <a:pt x="1366" y="2414"/>
                  </a:cubicBezTo>
                  <a:cubicBezTo>
                    <a:pt x="1928" y="2414"/>
                    <a:pt x="2569" y="1986"/>
                    <a:pt x="2279" y="1415"/>
                  </a:cubicBezTo>
                  <a:cubicBezTo>
                    <a:pt x="2207" y="1283"/>
                    <a:pt x="2061" y="1219"/>
                    <a:pt x="1917" y="1219"/>
                  </a:cubicBezTo>
                  <a:cubicBezTo>
                    <a:pt x="1728" y="1219"/>
                    <a:pt x="1543" y="1329"/>
                    <a:pt x="1532" y="1542"/>
                  </a:cubicBezTo>
                  <a:cubicBezTo>
                    <a:pt x="1523" y="1623"/>
                    <a:pt x="1556" y="1700"/>
                    <a:pt x="1586" y="1774"/>
                  </a:cubicBezTo>
                  <a:cubicBezTo>
                    <a:pt x="1591" y="1785"/>
                    <a:pt x="1602" y="1791"/>
                    <a:pt x="1613" y="1791"/>
                  </a:cubicBezTo>
                  <a:cubicBezTo>
                    <a:pt x="1617" y="1791"/>
                    <a:pt x="1622" y="1790"/>
                    <a:pt x="1626" y="1788"/>
                  </a:cubicBezTo>
                  <a:cubicBezTo>
                    <a:pt x="1641" y="1780"/>
                    <a:pt x="1647" y="1760"/>
                    <a:pt x="1639" y="1745"/>
                  </a:cubicBezTo>
                  <a:cubicBezTo>
                    <a:pt x="1513" y="1460"/>
                    <a:pt x="1699" y="1304"/>
                    <a:pt x="1898" y="1304"/>
                  </a:cubicBezTo>
                  <a:cubicBezTo>
                    <a:pt x="2067" y="1304"/>
                    <a:pt x="2245" y="1416"/>
                    <a:pt x="2250" y="1654"/>
                  </a:cubicBezTo>
                  <a:cubicBezTo>
                    <a:pt x="2267" y="2033"/>
                    <a:pt x="1792" y="2293"/>
                    <a:pt x="1376" y="2293"/>
                  </a:cubicBezTo>
                  <a:cubicBezTo>
                    <a:pt x="1141" y="2293"/>
                    <a:pt x="925" y="2211"/>
                    <a:pt x="826" y="2019"/>
                  </a:cubicBezTo>
                  <a:cubicBezTo>
                    <a:pt x="792" y="1963"/>
                    <a:pt x="766" y="1903"/>
                    <a:pt x="752" y="1840"/>
                  </a:cubicBezTo>
                  <a:cubicBezTo>
                    <a:pt x="734" y="1720"/>
                    <a:pt x="812" y="1605"/>
                    <a:pt x="911" y="1503"/>
                  </a:cubicBezTo>
                  <a:cubicBezTo>
                    <a:pt x="1118" y="1296"/>
                    <a:pt x="1365" y="1102"/>
                    <a:pt x="1515" y="838"/>
                  </a:cubicBezTo>
                  <a:cubicBezTo>
                    <a:pt x="1885" y="216"/>
                    <a:pt x="1505" y="0"/>
                    <a:pt x="10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45"/>
            <p:cNvSpPr/>
            <p:nvPr/>
          </p:nvSpPr>
          <p:spPr>
            <a:xfrm>
              <a:off x="5851450" y="5017375"/>
              <a:ext cx="40800" cy="12900"/>
            </a:xfrm>
            <a:custGeom>
              <a:rect b="b" l="l" r="r" t="t"/>
              <a:pathLst>
                <a:path extrusionOk="0" h="516" w="1632">
                  <a:moveTo>
                    <a:pt x="1589" y="1"/>
                  </a:moveTo>
                  <a:cubicBezTo>
                    <a:pt x="1583" y="1"/>
                    <a:pt x="1577" y="3"/>
                    <a:pt x="1572" y="7"/>
                  </a:cubicBezTo>
                  <a:cubicBezTo>
                    <a:pt x="1220" y="260"/>
                    <a:pt x="796" y="405"/>
                    <a:pt x="366" y="405"/>
                  </a:cubicBezTo>
                  <a:cubicBezTo>
                    <a:pt x="260" y="405"/>
                    <a:pt x="153" y="396"/>
                    <a:pt x="47" y="378"/>
                  </a:cubicBezTo>
                  <a:cubicBezTo>
                    <a:pt x="45" y="378"/>
                    <a:pt x="43" y="377"/>
                    <a:pt x="41" y="377"/>
                  </a:cubicBezTo>
                  <a:cubicBezTo>
                    <a:pt x="12" y="377"/>
                    <a:pt x="1" y="423"/>
                    <a:pt x="32" y="435"/>
                  </a:cubicBezTo>
                  <a:cubicBezTo>
                    <a:pt x="181" y="489"/>
                    <a:pt x="340" y="515"/>
                    <a:pt x="499" y="515"/>
                  </a:cubicBezTo>
                  <a:cubicBezTo>
                    <a:pt x="910" y="515"/>
                    <a:pt x="1327" y="343"/>
                    <a:pt x="1611" y="51"/>
                  </a:cubicBezTo>
                  <a:cubicBezTo>
                    <a:pt x="1631" y="31"/>
                    <a:pt x="1612" y="1"/>
                    <a:pt x="15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45"/>
            <p:cNvSpPr/>
            <p:nvPr/>
          </p:nvSpPr>
          <p:spPr>
            <a:xfrm>
              <a:off x="5803325" y="4856925"/>
              <a:ext cx="19625" cy="4475"/>
            </a:xfrm>
            <a:custGeom>
              <a:rect b="b" l="l" r="r" t="t"/>
              <a:pathLst>
                <a:path extrusionOk="0" h="179" w="785">
                  <a:moveTo>
                    <a:pt x="476" y="0"/>
                  </a:moveTo>
                  <a:cubicBezTo>
                    <a:pt x="319" y="0"/>
                    <a:pt x="160" y="42"/>
                    <a:pt x="26" y="123"/>
                  </a:cubicBezTo>
                  <a:cubicBezTo>
                    <a:pt x="1" y="138"/>
                    <a:pt x="13" y="179"/>
                    <a:pt x="41" y="179"/>
                  </a:cubicBezTo>
                  <a:cubicBezTo>
                    <a:pt x="43" y="179"/>
                    <a:pt x="44" y="179"/>
                    <a:pt x="46" y="179"/>
                  </a:cubicBezTo>
                  <a:cubicBezTo>
                    <a:pt x="282" y="142"/>
                    <a:pt x="505" y="115"/>
                    <a:pt x="746" y="105"/>
                  </a:cubicBezTo>
                  <a:cubicBezTo>
                    <a:pt x="777" y="104"/>
                    <a:pt x="785" y="56"/>
                    <a:pt x="754" y="47"/>
                  </a:cubicBezTo>
                  <a:cubicBezTo>
                    <a:pt x="666" y="16"/>
                    <a:pt x="571" y="0"/>
                    <a:pt x="4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45"/>
            <p:cNvSpPr/>
            <p:nvPr/>
          </p:nvSpPr>
          <p:spPr>
            <a:xfrm>
              <a:off x="5812650" y="4982275"/>
              <a:ext cx="19500" cy="35500"/>
            </a:xfrm>
            <a:custGeom>
              <a:rect b="b" l="l" r="r" t="t"/>
              <a:pathLst>
                <a:path extrusionOk="0" h="1420" w="780">
                  <a:moveTo>
                    <a:pt x="399" y="0"/>
                  </a:moveTo>
                  <a:cubicBezTo>
                    <a:pt x="379" y="0"/>
                    <a:pt x="359" y="22"/>
                    <a:pt x="371" y="44"/>
                  </a:cubicBezTo>
                  <a:cubicBezTo>
                    <a:pt x="612" y="500"/>
                    <a:pt x="492" y="1109"/>
                    <a:pt x="28" y="1364"/>
                  </a:cubicBezTo>
                  <a:cubicBezTo>
                    <a:pt x="0" y="1379"/>
                    <a:pt x="15" y="1420"/>
                    <a:pt x="41" y="1420"/>
                  </a:cubicBezTo>
                  <a:cubicBezTo>
                    <a:pt x="44" y="1420"/>
                    <a:pt x="48" y="1419"/>
                    <a:pt x="51" y="1418"/>
                  </a:cubicBezTo>
                  <a:cubicBezTo>
                    <a:pt x="618" y="1237"/>
                    <a:pt x="779" y="452"/>
                    <a:pt x="421" y="12"/>
                  </a:cubicBezTo>
                  <a:cubicBezTo>
                    <a:pt x="415" y="4"/>
                    <a:pt x="407" y="0"/>
                    <a:pt x="3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45"/>
            <p:cNvSpPr/>
            <p:nvPr/>
          </p:nvSpPr>
          <p:spPr>
            <a:xfrm>
              <a:off x="5845775" y="4980200"/>
              <a:ext cx="16050" cy="34425"/>
            </a:xfrm>
            <a:custGeom>
              <a:rect b="b" l="l" r="r" t="t"/>
              <a:pathLst>
                <a:path extrusionOk="0" h="1377" w="642">
                  <a:moveTo>
                    <a:pt x="223" y="1"/>
                  </a:moveTo>
                  <a:cubicBezTo>
                    <a:pt x="212" y="1"/>
                    <a:pt x="202" y="6"/>
                    <a:pt x="197" y="18"/>
                  </a:cubicBezTo>
                  <a:cubicBezTo>
                    <a:pt x="0" y="475"/>
                    <a:pt x="86" y="1157"/>
                    <a:pt x="588" y="1374"/>
                  </a:cubicBezTo>
                  <a:cubicBezTo>
                    <a:pt x="592" y="1376"/>
                    <a:pt x="596" y="1377"/>
                    <a:pt x="599" y="1377"/>
                  </a:cubicBezTo>
                  <a:cubicBezTo>
                    <a:pt x="625" y="1377"/>
                    <a:pt x="642" y="1339"/>
                    <a:pt x="616" y="1322"/>
                  </a:cubicBezTo>
                  <a:cubicBezTo>
                    <a:pt x="207" y="1042"/>
                    <a:pt x="167" y="485"/>
                    <a:pt x="253" y="36"/>
                  </a:cubicBezTo>
                  <a:cubicBezTo>
                    <a:pt x="257" y="15"/>
                    <a:pt x="240" y="1"/>
                    <a:pt x="2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45"/>
            <p:cNvSpPr/>
            <p:nvPr/>
          </p:nvSpPr>
          <p:spPr>
            <a:xfrm>
              <a:off x="5458150" y="4598650"/>
              <a:ext cx="137625" cy="128850"/>
            </a:xfrm>
            <a:custGeom>
              <a:rect b="b" l="l" r="r" t="t"/>
              <a:pathLst>
                <a:path extrusionOk="0" h="5154" w="5505">
                  <a:moveTo>
                    <a:pt x="2781" y="1"/>
                  </a:moveTo>
                  <a:cubicBezTo>
                    <a:pt x="1471" y="1"/>
                    <a:pt x="884" y="896"/>
                    <a:pt x="667" y="1618"/>
                  </a:cubicBezTo>
                  <a:cubicBezTo>
                    <a:pt x="424" y="2435"/>
                    <a:pt x="0" y="3974"/>
                    <a:pt x="1880" y="4870"/>
                  </a:cubicBezTo>
                  <a:cubicBezTo>
                    <a:pt x="2295" y="5068"/>
                    <a:pt x="2679" y="5153"/>
                    <a:pt x="3028" y="5153"/>
                  </a:cubicBezTo>
                  <a:cubicBezTo>
                    <a:pt x="4258" y="5153"/>
                    <a:pt x="5052" y="4089"/>
                    <a:pt x="5250" y="3138"/>
                  </a:cubicBezTo>
                  <a:cubicBezTo>
                    <a:pt x="5504" y="1917"/>
                    <a:pt x="5260" y="367"/>
                    <a:pt x="3322" y="48"/>
                  </a:cubicBezTo>
                  <a:cubicBezTo>
                    <a:pt x="3129" y="16"/>
                    <a:pt x="2949" y="1"/>
                    <a:pt x="278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45"/>
            <p:cNvSpPr/>
            <p:nvPr/>
          </p:nvSpPr>
          <p:spPr>
            <a:xfrm>
              <a:off x="5510300" y="4643325"/>
              <a:ext cx="10100" cy="15850"/>
            </a:xfrm>
            <a:custGeom>
              <a:rect b="b" l="l" r="r" t="t"/>
              <a:pathLst>
                <a:path extrusionOk="0" h="634" w="404">
                  <a:moveTo>
                    <a:pt x="297" y="1"/>
                  </a:moveTo>
                  <a:cubicBezTo>
                    <a:pt x="195" y="1"/>
                    <a:pt x="0" y="597"/>
                    <a:pt x="116" y="632"/>
                  </a:cubicBezTo>
                  <a:cubicBezTo>
                    <a:pt x="119" y="633"/>
                    <a:pt x="123" y="633"/>
                    <a:pt x="126" y="633"/>
                  </a:cubicBezTo>
                  <a:cubicBezTo>
                    <a:pt x="246" y="633"/>
                    <a:pt x="403" y="30"/>
                    <a:pt x="305" y="2"/>
                  </a:cubicBezTo>
                  <a:cubicBezTo>
                    <a:pt x="302" y="1"/>
                    <a:pt x="300" y="1"/>
                    <a:pt x="2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45"/>
            <p:cNvSpPr/>
            <p:nvPr/>
          </p:nvSpPr>
          <p:spPr>
            <a:xfrm>
              <a:off x="5541200" y="4652575"/>
              <a:ext cx="10100" cy="15850"/>
            </a:xfrm>
            <a:custGeom>
              <a:rect b="b" l="l" r="r" t="t"/>
              <a:pathLst>
                <a:path extrusionOk="0" h="634" w="404">
                  <a:moveTo>
                    <a:pt x="299" y="1"/>
                  </a:moveTo>
                  <a:cubicBezTo>
                    <a:pt x="195" y="1"/>
                    <a:pt x="1" y="597"/>
                    <a:pt x="117" y="632"/>
                  </a:cubicBezTo>
                  <a:cubicBezTo>
                    <a:pt x="121" y="633"/>
                    <a:pt x="124" y="634"/>
                    <a:pt x="127" y="634"/>
                  </a:cubicBezTo>
                  <a:cubicBezTo>
                    <a:pt x="246" y="634"/>
                    <a:pt x="404" y="31"/>
                    <a:pt x="306" y="2"/>
                  </a:cubicBezTo>
                  <a:cubicBezTo>
                    <a:pt x="304" y="1"/>
                    <a:pt x="301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45"/>
            <p:cNvSpPr/>
            <p:nvPr/>
          </p:nvSpPr>
          <p:spPr>
            <a:xfrm>
              <a:off x="5493450" y="4651325"/>
              <a:ext cx="75075" cy="34550"/>
            </a:xfrm>
            <a:custGeom>
              <a:rect b="b" l="l" r="r" t="t"/>
              <a:pathLst>
                <a:path extrusionOk="0" h="1382" w="3003">
                  <a:moveTo>
                    <a:pt x="33" y="0"/>
                  </a:moveTo>
                  <a:cubicBezTo>
                    <a:pt x="17" y="0"/>
                    <a:pt x="0" y="12"/>
                    <a:pt x="3" y="33"/>
                  </a:cubicBezTo>
                  <a:cubicBezTo>
                    <a:pt x="130" y="807"/>
                    <a:pt x="1078" y="1382"/>
                    <a:pt x="1918" y="1382"/>
                  </a:cubicBezTo>
                  <a:cubicBezTo>
                    <a:pt x="2340" y="1382"/>
                    <a:pt x="2736" y="1237"/>
                    <a:pt x="2986" y="898"/>
                  </a:cubicBezTo>
                  <a:cubicBezTo>
                    <a:pt x="3002" y="875"/>
                    <a:pt x="2981" y="850"/>
                    <a:pt x="2960" y="850"/>
                  </a:cubicBezTo>
                  <a:cubicBezTo>
                    <a:pt x="2952" y="850"/>
                    <a:pt x="2945" y="854"/>
                    <a:pt x="2939" y="861"/>
                  </a:cubicBezTo>
                  <a:cubicBezTo>
                    <a:pt x="2696" y="1144"/>
                    <a:pt x="2337" y="1265"/>
                    <a:pt x="1955" y="1265"/>
                  </a:cubicBezTo>
                  <a:cubicBezTo>
                    <a:pt x="1151" y="1265"/>
                    <a:pt x="240" y="730"/>
                    <a:pt x="61" y="23"/>
                  </a:cubicBezTo>
                  <a:cubicBezTo>
                    <a:pt x="58" y="7"/>
                    <a:pt x="45" y="0"/>
                    <a:pt x="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45"/>
            <p:cNvSpPr/>
            <p:nvPr/>
          </p:nvSpPr>
          <p:spPr>
            <a:xfrm>
              <a:off x="5472725" y="4652500"/>
              <a:ext cx="11525" cy="47500"/>
            </a:xfrm>
            <a:custGeom>
              <a:rect b="b" l="l" r="r" t="t"/>
              <a:pathLst>
                <a:path extrusionOk="0" h="1900" w="461">
                  <a:moveTo>
                    <a:pt x="130" y="1"/>
                  </a:moveTo>
                  <a:cubicBezTo>
                    <a:pt x="116" y="1"/>
                    <a:pt x="103" y="9"/>
                    <a:pt x="101" y="25"/>
                  </a:cubicBezTo>
                  <a:cubicBezTo>
                    <a:pt x="0" y="650"/>
                    <a:pt x="54" y="1340"/>
                    <a:pt x="398" y="1886"/>
                  </a:cubicBezTo>
                  <a:cubicBezTo>
                    <a:pt x="404" y="1896"/>
                    <a:pt x="412" y="1900"/>
                    <a:pt x="421" y="1900"/>
                  </a:cubicBezTo>
                  <a:cubicBezTo>
                    <a:pt x="441" y="1900"/>
                    <a:pt x="460" y="1881"/>
                    <a:pt x="450" y="1858"/>
                  </a:cubicBezTo>
                  <a:cubicBezTo>
                    <a:pt x="195" y="1283"/>
                    <a:pt x="153" y="651"/>
                    <a:pt x="160" y="30"/>
                  </a:cubicBezTo>
                  <a:cubicBezTo>
                    <a:pt x="161" y="11"/>
                    <a:pt x="145" y="1"/>
                    <a:pt x="1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45"/>
            <p:cNvSpPr/>
            <p:nvPr/>
          </p:nvSpPr>
          <p:spPr>
            <a:xfrm>
              <a:off x="5490950" y="4602225"/>
              <a:ext cx="65750" cy="16025"/>
            </a:xfrm>
            <a:custGeom>
              <a:rect b="b" l="l" r="r" t="t"/>
              <a:pathLst>
                <a:path extrusionOk="0" h="641" w="2630">
                  <a:moveTo>
                    <a:pt x="1445" y="1"/>
                  </a:moveTo>
                  <a:cubicBezTo>
                    <a:pt x="907" y="1"/>
                    <a:pt x="373" y="185"/>
                    <a:pt x="19" y="592"/>
                  </a:cubicBezTo>
                  <a:cubicBezTo>
                    <a:pt x="1" y="613"/>
                    <a:pt x="22" y="641"/>
                    <a:pt x="43" y="641"/>
                  </a:cubicBezTo>
                  <a:cubicBezTo>
                    <a:pt x="50" y="641"/>
                    <a:pt x="57" y="638"/>
                    <a:pt x="62" y="632"/>
                  </a:cubicBezTo>
                  <a:cubicBezTo>
                    <a:pt x="446" y="278"/>
                    <a:pt x="958" y="124"/>
                    <a:pt x="1476" y="124"/>
                  </a:cubicBezTo>
                  <a:cubicBezTo>
                    <a:pt x="1855" y="124"/>
                    <a:pt x="2238" y="207"/>
                    <a:pt x="2575" y="355"/>
                  </a:cubicBezTo>
                  <a:cubicBezTo>
                    <a:pt x="2580" y="357"/>
                    <a:pt x="2584" y="358"/>
                    <a:pt x="2588" y="358"/>
                  </a:cubicBezTo>
                  <a:cubicBezTo>
                    <a:pt x="2614" y="358"/>
                    <a:pt x="2630" y="319"/>
                    <a:pt x="2603" y="303"/>
                  </a:cubicBezTo>
                  <a:cubicBezTo>
                    <a:pt x="2264" y="107"/>
                    <a:pt x="1853" y="1"/>
                    <a:pt x="14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2" name="Google Shape;832;p45"/>
          <p:cNvSpPr txBox="1"/>
          <p:nvPr/>
        </p:nvSpPr>
        <p:spPr>
          <a:xfrm>
            <a:off x="7434525" y="1092875"/>
            <a:ext cx="172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7" name="Google Shape;83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8775" y="209825"/>
            <a:ext cx="4772025" cy="4676775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46"/>
          <p:cNvSpPr txBox="1"/>
          <p:nvPr/>
        </p:nvSpPr>
        <p:spPr>
          <a:xfrm>
            <a:off x="0" y="1428797"/>
            <a:ext cx="4265100" cy="3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aleway"/>
              <a:buChar char="●"/>
            </a:pPr>
            <a:r>
              <a:rPr b="1" lang="en" sz="18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Data Collection</a:t>
            </a:r>
            <a:endParaRPr b="1" sz="18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492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aleway"/>
              <a:buChar char="●"/>
            </a:pPr>
            <a:r>
              <a:rPr b="1" lang="en" sz="18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Data processing</a:t>
            </a:r>
            <a:endParaRPr b="1" sz="18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492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aleway"/>
              <a:buChar char="●"/>
            </a:pPr>
            <a:r>
              <a:rPr b="1" lang="en" sz="18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Feature Extraction</a:t>
            </a:r>
            <a:endParaRPr b="1" sz="18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492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aleway"/>
              <a:buChar char="●"/>
            </a:pPr>
            <a:r>
              <a:rPr b="1" lang="en" sz="18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Model Selection</a:t>
            </a:r>
            <a:endParaRPr b="1" sz="18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492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aleway"/>
              <a:buChar char="●"/>
            </a:pPr>
            <a:r>
              <a:rPr b="1" lang="en" sz="18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Model Training</a:t>
            </a:r>
            <a:endParaRPr b="1" sz="18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492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aleway"/>
              <a:buChar char="●"/>
            </a:pPr>
            <a:r>
              <a:rPr b="1" lang="en" sz="18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Model Evaluation</a:t>
            </a:r>
            <a:endParaRPr b="1" sz="18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492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aleway"/>
              <a:buChar char="●"/>
            </a:pPr>
            <a:r>
              <a:rPr b="1" lang="en" sz="18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Model Testing</a:t>
            </a:r>
            <a:endParaRPr b="1" sz="18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492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aleway"/>
              <a:buChar char="●"/>
            </a:pPr>
            <a:r>
              <a:rPr b="1" lang="en" sz="18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Fine-Tuning and Optimization</a:t>
            </a:r>
            <a:endParaRPr b="1" sz="18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39" name="Google Shape;839;p46"/>
          <p:cNvSpPr txBox="1"/>
          <p:nvPr/>
        </p:nvSpPr>
        <p:spPr>
          <a:xfrm>
            <a:off x="272075" y="45800"/>
            <a:ext cx="31830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rPr>
              <a:t>Training</a:t>
            </a:r>
            <a:r>
              <a:rPr lang="en" sz="46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rPr>
              <a:t>:</a:t>
            </a:r>
            <a:r>
              <a:rPr lang="en" sz="6200">
                <a:solidFill>
                  <a:schemeClr val="accent4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endParaRPr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47"/>
          <p:cNvSpPr txBox="1"/>
          <p:nvPr>
            <p:ph idx="2" type="title"/>
          </p:nvPr>
        </p:nvSpPr>
        <p:spPr>
          <a:xfrm>
            <a:off x="152400" y="381000"/>
            <a:ext cx="5432400" cy="115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300"/>
              <a:t>WE USED:</a:t>
            </a:r>
            <a:endParaRPr sz="6300"/>
          </a:p>
        </p:txBody>
      </p:sp>
      <p:sp>
        <p:nvSpPr>
          <p:cNvPr id="845" name="Google Shape;845;p47"/>
          <p:cNvSpPr txBox="1"/>
          <p:nvPr/>
        </p:nvSpPr>
        <p:spPr>
          <a:xfrm>
            <a:off x="715100" y="1446150"/>
            <a:ext cx="6799200" cy="35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Some of the </a:t>
            </a:r>
            <a:r>
              <a:rPr b="1" lang="en" sz="22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most</a:t>
            </a:r>
            <a:r>
              <a:rPr b="1" lang="en" sz="22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 important python libraries were used, such as:</a:t>
            </a:r>
            <a:endParaRPr b="1" sz="22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Raleway"/>
              <a:buChar char="●"/>
            </a:pPr>
            <a:r>
              <a:rPr b="1" lang="en" sz="23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Os</a:t>
            </a:r>
            <a:endParaRPr b="1" sz="23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Raleway"/>
              <a:buChar char="●"/>
            </a:pPr>
            <a:r>
              <a:rPr b="1" lang="en" sz="23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Requests</a:t>
            </a:r>
            <a:endParaRPr b="1" sz="23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Raleway"/>
              <a:buChar char="●"/>
            </a:pPr>
            <a:r>
              <a:rPr b="1" lang="en" sz="23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Flask</a:t>
            </a:r>
            <a:endParaRPr b="1" sz="23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46" name="Google Shape;846;p47"/>
          <p:cNvSpPr txBox="1"/>
          <p:nvPr/>
        </p:nvSpPr>
        <p:spPr>
          <a:xfrm>
            <a:off x="2799450" y="2488793"/>
            <a:ext cx="3545100" cy="14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Raleway"/>
              <a:buChar char="●"/>
            </a:pPr>
            <a:r>
              <a:rPr b="1" lang="en" sz="22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PIL </a:t>
            </a:r>
            <a:endParaRPr b="1" sz="22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Raleway"/>
              <a:buChar char="●"/>
            </a:pPr>
            <a:r>
              <a:rPr b="1" lang="en" sz="22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TF </a:t>
            </a:r>
            <a:endParaRPr b="1" sz="22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Raleway"/>
              <a:buChar char="●"/>
            </a:pPr>
            <a:r>
              <a:rPr b="1" lang="en" sz="22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Pytorch </a:t>
            </a:r>
            <a:endParaRPr b="1" sz="22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47" name="Google Shape;847;p47"/>
          <p:cNvSpPr/>
          <p:nvPr/>
        </p:nvSpPr>
        <p:spPr>
          <a:xfrm>
            <a:off x="11931325" y="1739575"/>
            <a:ext cx="1443900" cy="144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grpSp>
        <p:nvGrpSpPr>
          <p:cNvPr id="848" name="Google Shape;848;p47"/>
          <p:cNvGrpSpPr/>
          <p:nvPr/>
        </p:nvGrpSpPr>
        <p:grpSpPr>
          <a:xfrm>
            <a:off x="292560" y="4324085"/>
            <a:ext cx="519812" cy="568830"/>
            <a:chOff x="277185" y="4387060"/>
            <a:chExt cx="519812" cy="568830"/>
          </a:xfrm>
        </p:grpSpPr>
        <p:grpSp>
          <p:nvGrpSpPr>
            <p:cNvPr id="849" name="Google Shape;849;p47"/>
            <p:cNvGrpSpPr/>
            <p:nvPr/>
          </p:nvGrpSpPr>
          <p:grpSpPr>
            <a:xfrm>
              <a:off x="277185" y="4387060"/>
              <a:ext cx="519812" cy="442886"/>
              <a:chOff x="523060" y="2768285"/>
              <a:chExt cx="519812" cy="442886"/>
            </a:xfrm>
          </p:grpSpPr>
          <p:grpSp>
            <p:nvGrpSpPr>
              <p:cNvPr id="850" name="Google Shape;850;p47"/>
              <p:cNvGrpSpPr/>
              <p:nvPr/>
            </p:nvGrpSpPr>
            <p:grpSpPr>
              <a:xfrm rot="-2562586">
                <a:off x="576654" y="2883813"/>
                <a:ext cx="159752" cy="220488"/>
                <a:chOff x="2916600" y="-617325"/>
                <a:chExt cx="184250" cy="254300"/>
              </a:xfrm>
            </p:grpSpPr>
            <p:sp>
              <p:nvSpPr>
                <p:cNvPr id="851" name="Google Shape;851;p47"/>
                <p:cNvSpPr/>
                <p:nvPr/>
              </p:nvSpPr>
              <p:spPr>
                <a:xfrm>
                  <a:off x="2916600" y="-617325"/>
                  <a:ext cx="184250" cy="254300"/>
                </a:xfrm>
                <a:custGeom>
                  <a:rect b="b" l="l" r="r" t="t"/>
                  <a:pathLst>
                    <a:path extrusionOk="0" h="10172" w="7370">
                      <a:moveTo>
                        <a:pt x="3449" y="1"/>
                      </a:moveTo>
                      <a:cubicBezTo>
                        <a:pt x="1" y="1"/>
                        <a:pt x="1027" y="10171"/>
                        <a:pt x="1490" y="10171"/>
                      </a:cubicBezTo>
                      <a:cubicBezTo>
                        <a:pt x="1502" y="10171"/>
                        <a:pt x="1514" y="10165"/>
                        <a:pt x="1525" y="10150"/>
                      </a:cubicBezTo>
                      <a:cubicBezTo>
                        <a:pt x="2090" y="9433"/>
                        <a:pt x="7370" y="362"/>
                        <a:pt x="3622" y="9"/>
                      </a:cubicBezTo>
                      <a:cubicBezTo>
                        <a:pt x="3563" y="3"/>
                        <a:pt x="3505" y="1"/>
                        <a:pt x="3449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2" name="Google Shape;852;p47"/>
                <p:cNvSpPr/>
                <p:nvPr/>
              </p:nvSpPr>
              <p:spPr>
                <a:xfrm>
                  <a:off x="2965150" y="-602650"/>
                  <a:ext cx="62000" cy="205775"/>
                </a:xfrm>
                <a:custGeom>
                  <a:rect b="b" l="l" r="r" t="t"/>
                  <a:pathLst>
                    <a:path extrusionOk="0" h="8231" w="2480">
                      <a:moveTo>
                        <a:pt x="2233" y="1"/>
                      </a:moveTo>
                      <a:cubicBezTo>
                        <a:pt x="2233" y="1"/>
                        <a:pt x="2223" y="134"/>
                        <a:pt x="2208" y="369"/>
                      </a:cubicBezTo>
                      <a:cubicBezTo>
                        <a:pt x="2185" y="601"/>
                        <a:pt x="2196" y="945"/>
                        <a:pt x="2131" y="1334"/>
                      </a:cubicBezTo>
                      <a:cubicBezTo>
                        <a:pt x="2105" y="1530"/>
                        <a:pt x="2077" y="1742"/>
                        <a:pt x="2047" y="1965"/>
                      </a:cubicBezTo>
                      <a:cubicBezTo>
                        <a:pt x="2020" y="2190"/>
                        <a:pt x="1954" y="2424"/>
                        <a:pt x="1914" y="2669"/>
                      </a:cubicBezTo>
                      <a:cubicBezTo>
                        <a:pt x="1865" y="2912"/>
                        <a:pt x="1826" y="3166"/>
                        <a:pt x="1752" y="3416"/>
                      </a:cubicBezTo>
                      <a:cubicBezTo>
                        <a:pt x="1685" y="3669"/>
                        <a:pt x="1617" y="3926"/>
                        <a:pt x="1550" y="4182"/>
                      </a:cubicBezTo>
                      <a:cubicBezTo>
                        <a:pt x="1389" y="4687"/>
                        <a:pt x="1251" y="5202"/>
                        <a:pt x="1061" y="5663"/>
                      </a:cubicBezTo>
                      <a:cubicBezTo>
                        <a:pt x="974" y="5896"/>
                        <a:pt x="890" y="6121"/>
                        <a:pt x="811" y="6336"/>
                      </a:cubicBezTo>
                      <a:cubicBezTo>
                        <a:pt x="721" y="6546"/>
                        <a:pt x="636" y="6745"/>
                        <a:pt x="557" y="6928"/>
                      </a:cubicBezTo>
                      <a:cubicBezTo>
                        <a:pt x="409" y="7299"/>
                        <a:pt x="253" y="7594"/>
                        <a:pt x="156" y="7806"/>
                      </a:cubicBezTo>
                      <a:cubicBezTo>
                        <a:pt x="56" y="8018"/>
                        <a:pt x="0" y="8138"/>
                        <a:pt x="0" y="8138"/>
                      </a:cubicBezTo>
                      <a:lnTo>
                        <a:pt x="159" y="8230"/>
                      </a:lnTo>
                      <a:cubicBezTo>
                        <a:pt x="159" y="8230"/>
                        <a:pt x="230" y="8115"/>
                        <a:pt x="351" y="7912"/>
                      </a:cubicBezTo>
                      <a:cubicBezTo>
                        <a:pt x="466" y="7705"/>
                        <a:pt x="659" y="7424"/>
                        <a:pt x="828" y="7056"/>
                      </a:cubicBezTo>
                      <a:cubicBezTo>
                        <a:pt x="1009" y="6692"/>
                        <a:pt x="1219" y="6267"/>
                        <a:pt x="1399" y="5792"/>
                      </a:cubicBezTo>
                      <a:cubicBezTo>
                        <a:pt x="1601" y="5325"/>
                        <a:pt x="1750" y="4803"/>
                        <a:pt x="1923" y="4290"/>
                      </a:cubicBezTo>
                      <a:cubicBezTo>
                        <a:pt x="2050" y="3762"/>
                        <a:pt x="2199" y="3239"/>
                        <a:pt x="2270" y="2735"/>
                      </a:cubicBezTo>
                      <a:cubicBezTo>
                        <a:pt x="2311" y="2483"/>
                        <a:pt x="2364" y="2244"/>
                        <a:pt x="2379" y="2008"/>
                      </a:cubicBezTo>
                      <a:cubicBezTo>
                        <a:pt x="2397" y="1774"/>
                        <a:pt x="2414" y="1552"/>
                        <a:pt x="2430" y="1348"/>
                      </a:cubicBezTo>
                      <a:cubicBezTo>
                        <a:pt x="2479" y="938"/>
                        <a:pt x="2426" y="608"/>
                        <a:pt x="2431" y="372"/>
                      </a:cubicBezTo>
                      <a:cubicBezTo>
                        <a:pt x="2421" y="137"/>
                        <a:pt x="2416" y="3"/>
                        <a:pt x="2416" y="3"/>
                      </a:cubicBezTo>
                      <a:lnTo>
                        <a:pt x="2233" y="1"/>
                      </a:lnTo>
                      <a:close/>
                    </a:path>
                  </a:pathLst>
                </a:custGeom>
                <a:solidFill>
                  <a:srgbClr val="3C354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53" name="Google Shape;853;p47"/>
              <p:cNvGrpSpPr/>
              <p:nvPr/>
            </p:nvGrpSpPr>
            <p:grpSpPr>
              <a:xfrm rot="-834866">
                <a:off x="701010" y="2774338"/>
                <a:ext cx="88547" cy="313067"/>
                <a:chOff x="1825350" y="-685725"/>
                <a:chExt cx="102125" cy="361075"/>
              </a:xfrm>
            </p:grpSpPr>
            <p:sp>
              <p:nvSpPr>
                <p:cNvPr id="854" name="Google Shape;854;p47"/>
                <p:cNvSpPr/>
                <p:nvPr/>
              </p:nvSpPr>
              <p:spPr>
                <a:xfrm>
                  <a:off x="1825350" y="-685725"/>
                  <a:ext cx="102125" cy="361075"/>
                </a:xfrm>
                <a:custGeom>
                  <a:rect b="b" l="l" r="r" t="t"/>
                  <a:pathLst>
                    <a:path extrusionOk="0" h="14443" w="4085">
                      <a:moveTo>
                        <a:pt x="352" y="0"/>
                      </a:moveTo>
                      <a:cubicBezTo>
                        <a:pt x="350" y="0"/>
                        <a:pt x="348" y="0"/>
                        <a:pt x="346" y="1"/>
                      </a:cubicBezTo>
                      <a:cubicBezTo>
                        <a:pt x="1" y="49"/>
                        <a:pt x="1684" y="4346"/>
                        <a:pt x="1967" y="7674"/>
                      </a:cubicBezTo>
                      <a:cubicBezTo>
                        <a:pt x="2250" y="10993"/>
                        <a:pt x="556" y="14442"/>
                        <a:pt x="826" y="14442"/>
                      </a:cubicBezTo>
                      <a:cubicBezTo>
                        <a:pt x="826" y="14442"/>
                        <a:pt x="827" y="14442"/>
                        <a:pt x="828" y="14442"/>
                      </a:cubicBezTo>
                      <a:cubicBezTo>
                        <a:pt x="1106" y="14426"/>
                        <a:pt x="4013" y="10965"/>
                        <a:pt x="4049" y="7421"/>
                      </a:cubicBezTo>
                      <a:cubicBezTo>
                        <a:pt x="4084" y="3898"/>
                        <a:pt x="715" y="0"/>
                        <a:pt x="35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5" name="Google Shape;855;p47"/>
                <p:cNvSpPr/>
                <p:nvPr/>
              </p:nvSpPr>
              <p:spPr>
                <a:xfrm>
                  <a:off x="1875075" y="-548750"/>
                  <a:ext cx="11550" cy="112475"/>
                </a:xfrm>
                <a:custGeom>
                  <a:rect b="b" l="l" r="r" t="t"/>
                  <a:pathLst>
                    <a:path extrusionOk="0" h="4499" w="462">
                      <a:moveTo>
                        <a:pt x="101" y="1"/>
                      </a:moveTo>
                      <a:lnTo>
                        <a:pt x="1" y="24"/>
                      </a:lnTo>
                      <a:cubicBezTo>
                        <a:pt x="1" y="24"/>
                        <a:pt x="13" y="94"/>
                        <a:pt x="35" y="215"/>
                      </a:cubicBezTo>
                      <a:cubicBezTo>
                        <a:pt x="55" y="337"/>
                        <a:pt x="99" y="510"/>
                        <a:pt x="122" y="717"/>
                      </a:cubicBezTo>
                      <a:cubicBezTo>
                        <a:pt x="136" y="820"/>
                        <a:pt x="151" y="932"/>
                        <a:pt x="168" y="1051"/>
                      </a:cubicBezTo>
                      <a:cubicBezTo>
                        <a:pt x="186" y="1168"/>
                        <a:pt x="187" y="1296"/>
                        <a:pt x="202" y="1426"/>
                      </a:cubicBezTo>
                      <a:cubicBezTo>
                        <a:pt x="233" y="1686"/>
                        <a:pt x="232" y="1966"/>
                        <a:pt x="244" y="2244"/>
                      </a:cubicBezTo>
                      <a:cubicBezTo>
                        <a:pt x="243" y="2524"/>
                        <a:pt x="250" y="2804"/>
                        <a:pt x="233" y="3066"/>
                      </a:cubicBezTo>
                      <a:cubicBezTo>
                        <a:pt x="225" y="3328"/>
                        <a:pt x="210" y="3573"/>
                        <a:pt x="195" y="3784"/>
                      </a:cubicBezTo>
                      <a:cubicBezTo>
                        <a:pt x="165" y="4205"/>
                        <a:pt x="145" y="4485"/>
                        <a:pt x="145" y="4485"/>
                      </a:cubicBezTo>
                      <a:lnTo>
                        <a:pt x="246" y="4499"/>
                      </a:lnTo>
                      <a:cubicBezTo>
                        <a:pt x="246" y="4499"/>
                        <a:pt x="259" y="4429"/>
                        <a:pt x="281" y="4308"/>
                      </a:cubicBezTo>
                      <a:cubicBezTo>
                        <a:pt x="299" y="4185"/>
                        <a:pt x="340" y="4012"/>
                        <a:pt x="362" y="3800"/>
                      </a:cubicBezTo>
                      <a:cubicBezTo>
                        <a:pt x="386" y="3589"/>
                        <a:pt x="422" y="3343"/>
                        <a:pt x="435" y="3077"/>
                      </a:cubicBezTo>
                      <a:cubicBezTo>
                        <a:pt x="457" y="2811"/>
                        <a:pt x="455" y="2526"/>
                        <a:pt x="462" y="2241"/>
                      </a:cubicBezTo>
                      <a:cubicBezTo>
                        <a:pt x="446" y="1956"/>
                        <a:pt x="440" y="1672"/>
                        <a:pt x="404" y="1406"/>
                      </a:cubicBezTo>
                      <a:cubicBezTo>
                        <a:pt x="388" y="1274"/>
                        <a:pt x="379" y="1145"/>
                        <a:pt x="353" y="1024"/>
                      </a:cubicBezTo>
                      <a:cubicBezTo>
                        <a:pt x="329" y="902"/>
                        <a:pt x="307" y="789"/>
                        <a:pt x="286" y="682"/>
                      </a:cubicBezTo>
                      <a:cubicBezTo>
                        <a:pt x="251" y="470"/>
                        <a:pt x="186" y="307"/>
                        <a:pt x="157" y="187"/>
                      </a:cubicBezTo>
                      <a:cubicBezTo>
                        <a:pt x="121" y="68"/>
                        <a:pt x="101" y="1"/>
                        <a:pt x="10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56" name="Google Shape;856;p47"/>
              <p:cNvGrpSpPr/>
              <p:nvPr/>
            </p:nvGrpSpPr>
            <p:grpSpPr>
              <a:xfrm rot="2700000">
                <a:off x="816600" y="2909445"/>
                <a:ext cx="156593" cy="261946"/>
                <a:chOff x="2258725" y="-1293450"/>
                <a:chExt cx="211475" cy="353750"/>
              </a:xfrm>
            </p:grpSpPr>
            <p:sp>
              <p:nvSpPr>
                <p:cNvPr id="857" name="Google Shape;857;p47"/>
                <p:cNvSpPr/>
                <p:nvPr/>
              </p:nvSpPr>
              <p:spPr>
                <a:xfrm>
                  <a:off x="2258725" y="-1293450"/>
                  <a:ext cx="211475" cy="353750"/>
                </a:xfrm>
                <a:custGeom>
                  <a:rect b="b" l="l" r="r" t="t"/>
                  <a:pathLst>
                    <a:path extrusionOk="0" h="14150" w="8459">
                      <a:moveTo>
                        <a:pt x="4028" y="1"/>
                      </a:moveTo>
                      <a:cubicBezTo>
                        <a:pt x="3369" y="1"/>
                        <a:pt x="109" y="1940"/>
                        <a:pt x="57" y="2371"/>
                      </a:cubicBezTo>
                      <a:cubicBezTo>
                        <a:pt x="1" y="2830"/>
                        <a:pt x="3632" y="6667"/>
                        <a:pt x="3604" y="6896"/>
                      </a:cubicBezTo>
                      <a:cubicBezTo>
                        <a:pt x="3596" y="6965"/>
                        <a:pt x="3334" y="6978"/>
                        <a:pt x="2972" y="6978"/>
                      </a:cubicBezTo>
                      <a:cubicBezTo>
                        <a:pt x="2752" y="6978"/>
                        <a:pt x="2495" y="6974"/>
                        <a:pt x="2236" y="6974"/>
                      </a:cubicBezTo>
                      <a:cubicBezTo>
                        <a:pt x="1514" y="6974"/>
                        <a:pt x="776" y="7011"/>
                        <a:pt x="767" y="7297"/>
                      </a:cubicBezTo>
                      <a:cubicBezTo>
                        <a:pt x="749" y="7841"/>
                        <a:pt x="5577" y="14150"/>
                        <a:pt x="6158" y="14150"/>
                      </a:cubicBezTo>
                      <a:cubicBezTo>
                        <a:pt x="6171" y="14150"/>
                        <a:pt x="6182" y="14147"/>
                        <a:pt x="6191" y="14140"/>
                      </a:cubicBezTo>
                      <a:cubicBezTo>
                        <a:pt x="6570" y="13857"/>
                        <a:pt x="4923" y="9848"/>
                        <a:pt x="5036" y="9675"/>
                      </a:cubicBezTo>
                      <a:cubicBezTo>
                        <a:pt x="5151" y="9502"/>
                        <a:pt x="8024" y="8827"/>
                        <a:pt x="8241" y="8574"/>
                      </a:cubicBezTo>
                      <a:cubicBezTo>
                        <a:pt x="8458" y="8321"/>
                        <a:pt x="4450" y="297"/>
                        <a:pt x="4120" y="24"/>
                      </a:cubicBezTo>
                      <a:cubicBezTo>
                        <a:pt x="4100" y="8"/>
                        <a:pt x="4069" y="1"/>
                        <a:pt x="4028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8" name="Google Shape;858;p47"/>
                <p:cNvSpPr/>
                <p:nvPr/>
              </p:nvSpPr>
              <p:spPr>
                <a:xfrm>
                  <a:off x="2372450" y="-1049725"/>
                  <a:ext cx="28650" cy="83150"/>
                </a:xfrm>
                <a:custGeom>
                  <a:rect b="b" l="l" r="r" t="t"/>
                  <a:pathLst>
                    <a:path extrusionOk="0" h="3326" w="1146">
                      <a:moveTo>
                        <a:pt x="115" y="0"/>
                      </a:moveTo>
                      <a:lnTo>
                        <a:pt x="0" y="39"/>
                      </a:lnTo>
                      <a:cubicBezTo>
                        <a:pt x="0" y="39"/>
                        <a:pt x="49" y="251"/>
                        <a:pt x="136" y="561"/>
                      </a:cubicBezTo>
                      <a:cubicBezTo>
                        <a:pt x="183" y="715"/>
                        <a:pt x="231" y="897"/>
                        <a:pt x="293" y="1088"/>
                      </a:cubicBezTo>
                      <a:cubicBezTo>
                        <a:pt x="355" y="1279"/>
                        <a:pt x="421" y="1484"/>
                        <a:pt x="486" y="1687"/>
                      </a:cubicBezTo>
                      <a:cubicBezTo>
                        <a:pt x="610" y="2101"/>
                        <a:pt x="734" y="2513"/>
                        <a:pt x="843" y="2819"/>
                      </a:cubicBezTo>
                      <a:cubicBezTo>
                        <a:pt x="947" y="3124"/>
                        <a:pt x="1029" y="3325"/>
                        <a:pt x="1029" y="3325"/>
                      </a:cubicBezTo>
                      <a:lnTo>
                        <a:pt x="1146" y="3293"/>
                      </a:lnTo>
                      <a:cubicBezTo>
                        <a:pt x="1146" y="3293"/>
                        <a:pt x="1107" y="3080"/>
                        <a:pt x="1034" y="2765"/>
                      </a:cubicBezTo>
                      <a:cubicBezTo>
                        <a:pt x="963" y="2448"/>
                        <a:pt x="850" y="2033"/>
                        <a:pt x="734" y="1617"/>
                      </a:cubicBezTo>
                      <a:cubicBezTo>
                        <a:pt x="663" y="1413"/>
                        <a:pt x="590" y="1209"/>
                        <a:pt x="522" y="1017"/>
                      </a:cubicBezTo>
                      <a:cubicBezTo>
                        <a:pt x="455" y="826"/>
                        <a:pt x="383" y="651"/>
                        <a:pt x="325" y="500"/>
                      </a:cubicBezTo>
                      <a:cubicBezTo>
                        <a:pt x="205" y="198"/>
                        <a:pt x="115" y="0"/>
                        <a:pt x="115" y="0"/>
                      </a:cubicBezTo>
                      <a:close/>
                    </a:path>
                  </a:pathLst>
                </a:custGeom>
                <a:solidFill>
                  <a:srgbClr val="3C354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9" name="Google Shape;859;p47"/>
                <p:cNvSpPr/>
                <p:nvPr/>
              </p:nvSpPr>
              <p:spPr>
                <a:xfrm>
                  <a:off x="2383825" y="-1076500"/>
                  <a:ext cx="46450" cy="19125"/>
                </a:xfrm>
                <a:custGeom>
                  <a:rect b="b" l="l" r="r" t="t"/>
                  <a:pathLst>
                    <a:path extrusionOk="0" h="765" w="1858">
                      <a:moveTo>
                        <a:pt x="1816" y="1"/>
                      </a:moveTo>
                      <a:cubicBezTo>
                        <a:pt x="1816" y="1"/>
                        <a:pt x="1696" y="21"/>
                        <a:pt x="1519" y="66"/>
                      </a:cubicBezTo>
                      <a:cubicBezTo>
                        <a:pt x="1343" y="109"/>
                        <a:pt x="1114" y="184"/>
                        <a:pt x="885" y="261"/>
                      </a:cubicBezTo>
                      <a:cubicBezTo>
                        <a:pt x="773" y="305"/>
                        <a:pt x="661" y="348"/>
                        <a:pt x="555" y="389"/>
                      </a:cubicBezTo>
                      <a:cubicBezTo>
                        <a:pt x="450" y="429"/>
                        <a:pt x="354" y="477"/>
                        <a:pt x="272" y="512"/>
                      </a:cubicBezTo>
                      <a:cubicBezTo>
                        <a:pt x="107" y="589"/>
                        <a:pt x="1" y="650"/>
                        <a:pt x="1" y="650"/>
                      </a:cubicBezTo>
                      <a:lnTo>
                        <a:pt x="41" y="765"/>
                      </a:lnTo>
                      <a:cubicBezTo>
                        <a:pt x="41" y="765"/>
                        <a:pt x="162" y="745"/>
                        <a:pt x="338" y="699"/>
                      </a:cubicBezTo>
                      <a:cubicBezTo>
                        <a:pt x="425" y="674"/>
                        <a:pt x="528" y="650"/>
                        <a:pt x="636" y="615"/>
                      </a:cubicBezTo>
                      <a:cubicBezTo>
                        <a:pt x="743" y="580"/>
                        <a:pt x="858" y="542"/>
                        <a:pt x="973" y="505"/>
                      </a:cubicBezTo>
                      <a:cubicBezTo>
                        <a:pt x="1198" y="419"/>
                        <a:pt x="1422" y="332"/>
                        <a:pt x="1586" y="254"/>
                      </a:cubicBezTo>
                      <a:cubicBezTo>
                        <a:pt x="1752" y="177"/>
                        <a:pt x="1857" y="116"/>
                        <a:pt x="1857" y="116"/>
                      </a:cubicBezTo>
                      <a:lnTo>
                        <a:pt x="1816" y="1"/>
                      </a:lnTo>
                      <a:close/>
                    </a:path>
                  </a:pathLst>
                </a:custGeom>
                <a:solidFill>
                  <a:srgbClr val="3C354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860" name="Google Shape;860;p47"/>
              <p:cNvSpPr/>
              <p:nvPr/>
            </p:nvSpPr>
            <p:spPr>
              <a:xfrm>
                <a:off x="562407" y="3129238"/>
                <a:ext cx="69748" cy="42951"/>
              </a:xfrm>
              <a:custGeom>
                <a:rect b="b" l="l" r="r" t="t"/>
                <a:pathLst>
                  <a:path extrusionOk="0" h="1699" w="2759">
                    <a:moveTo>
                      <a:pt x="1306" y="0"/>
                    </a:moveTo>
                    <a:cubicBezTo>
                      <a:pt x="1110" y="0"/>
                      <a:pt x="909" y="62"/>
                      <a:pt x="723" y="209"/>
                    </a:cubicBezTo>
                    <a:cubicBezTo>
                      <a:pt x="1" y="777"/>
                      <a:pt x="995" y="1699"/>
                      <a:pt x="1751" y="1699"/>
                    </a:cubicBezTo>
                    <a:cubicBezTo>
                      <a:pt x="1946" y="1699"/>
                      <a:pt x="2125" y="1638"/>
                      <a:pt x="2255" y="1493"/>
                    </a:cubicBezTo>
                    <a:cubicBezTo>
                      <a:pt x="2758" y="933"/>
                      <a:pt x="2067" y="0"/>
                      <a:pt x="130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1" name="Google Shape;861;p47"/>
              <p:cNvSpPr/>
              <p:nvPr/>
            </p:nvSpPr>
            <p:spPr>
              <a:xfrm>
                <a:off x="854556" y="3159877"/>
                <a:ext cx="50434" cy="51293"/>
              </a:xfrm>
              <a:custGeom>
                <a:rect b="b" l="l" r="r" t="t"/>
                <a:pathLst>
                  <a:path extrusionOk="0" h="2029" w="1995">
                    <a:moveTo>
                      <a:pt x="926" y="0"/>
                    </a:moveTo>
                    <a:cubicBezTo>
                      <a:pt x="860" y="0"/>
                      <a:pt x="790" y="11"/>
                      <a:pt x="716" y="34"/>
                    </a:cubicBezTo>
                    <a:cubicBezTo>
                      <a:pt x="0" y="255"/>
                      <a:pt x="108" y="2029"/>
                      <a:pt x="948" y="2029"/>
                    </a:cubicBezTo>
                    <a:cubicBezTo>
                      <a:pt x="994" y="2029"/>
                      <a:pt x="1042" y="2024"/>
                      <a:pt x="1093" y="2012"/>
                    </a:cubicBezTo>
                    <a:cubicBezTo>
                      <a:pt x="1994" y="1812"/>
                      <a:pt x="1791" y="0"/>
                      <a:pt x="92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2" name="Google Shape;862;p47"/>
              <p:cNvSpPr/>
              <p:nvPr/>
            </p:nvSpPr>
            <p:spPr>
              <a:xfrm rot="2945411">
                <a:off x="825805" y="2869074"/>
                <a:ext cx="50433" cy="51296"/>
              </a:xfrm>
              <a:custGeom>
                <a:rect b="b" l="l" r="r" t="t"/>
                <a:pathLst>
                  <a:path extrusionOk="0" h="2029" w="1995">
                    <a:moveTo>
                      <a:pt x="926" y="0"/>
                    </a:moveTo>
                    <a:cubicBezTo>
                      <a:pt x="860" y="0"/>
                      <a:pt x="790" y="11"/>
                      <a:pt x="716" y="34"/>
                    </a:cubicBezTo>
                    <a:cubicBezTo>
                      <a:pt x="0" y="255"/>
                      <a:pt x="108" y="2029"/>
                      <a:pt x="948" y="2029"/>
                    </a:cubicBezTo>
                    <a:cubicBezTo>
                      <a:pt x="994" y="2029"/>
                      <a:pt x="1042" y="2024"/>
                      <a:pt x="1093" y="2012"/>
                    </a:cubicBezTo>
                    <a:cubicBezTo>
                      <a:pt x="1994" y="1812"/>
                      <a:pt x="1791" y="0"/>
                      <a:pt x="92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63" name="Google Shape;863;p47"/>
            <p:cNvSpPr/>
            <p:nvPr/>
          </p:nvSpPr>
          <p:spPr>
            <a:xfrm rot="4916648">
              <a:off x="379910" y="4776145"/>
              <a:ext cx="173478" cy="164667"/>
            </a:xfrm>
            <a:custGeom>
              <a:rect b="b" l="l" r="r" t="t"/>
              <a:pathLst>
                <a:path extrusionOk="0" h="9430" w="9933">
                  <a:moveTo>
                    <a:pt x="8342" y="4852"/>
                  </a:moveTo>
                  <a:lnTo>
                    <a:pt x="8342" y="4853"/>
                  </a:lnTo>
                  <a:lnTo>
                    <a:pt x="8342" y="4853"/>
                  </a:lnTo>
                  <a:lnTo>
                    <a:pt x="8342" y="4853"/>
                  </a:lnTo>
                  <a:cubicBezTo>
                    <a:pt x="8342" y="4853"/>
                    <a:pt x="8342" y="4852"/>
                    <a:pt x="8342" y="4852"/>
                  </a:cubicBezTo>
                  <a:close/>
                  <a:moveTo>
                    <a:pt x="2797" y="6438"/>
                  </a:moveTo>
                  <a:cubicBezTo>
                    <a:pt x="2797" y="6441"/>
                    <a:pt x="2797" y="6443"/>
                    <a:pt x="2797" y="6443"/>
                  </a:cubicBezTo>
                  <a:cubicBezTo>
                    <a:pt x="2797" y="6443"/>
                    <a:pt x="2797" y="6443"/>
                    <a:pt x="2797" y="6442"/>
                  </a:cubicBezTo>
                  <a:lnTo>
                    <a:pt x="2797" y="6438"/>
                  </a:lnTo>
                  <a:close/>
                  <a:moveTo>
                    <a:pt x="4291" y="0"/>
                  </a:moveTo>
                  <a:cubicBezTo>
                    <a:pt x="2927" y="0"/>
                    <a:pt x="1798" y="452"/>
                    <a:pt x="1122" y="954"/>
                  </a:cubicBezTo>
                  <a:cubicBezTo>
                    <a:pt x="730" y="1225"/>
                    <a:pt x="478" y="1536"/>
                    <a:pt x="308" y="1742"/>
                  </a:cubicBezTo>
                  <a:cubicBezTo>
                    <a:pt x="178" y="1931"/>
                    <a:pt x="108" y="2032"/>
                    <a:pt x="108" y="2032"/>
                  </a:cubicBezTo>
                  <a:cubicBezTo>
                    <a:pt x="1" y="2188"/>
                    <a:pt x="22" y="2403"/>
                    <a:pt x="166" y="2532"/>
                  </a:cubicBezTo>
                  <a:cubicBezTo>
                    <a:pt x="239" y="2598"/>
                    <a:pt x="331" y="2630"/>
                    <a:pt x="422" y="2630"/>
                  </a:cubicBezTo>
                  <a:cubicBezTo>
                    <a:pt x="526" y="2630"/>
                    <a:pt x="630" y="2588"/>
                    <a:pt x="705" y="2505"/>
                  </a:cubicBezTo>
                  <a:cubicBezTo>
                    <a:pt x="705" y="2505"/>
                    <a:pt x="788" y="2414"/>
                    <a:pt x="942" y="2243"/>
                  </a:cubicBezTo>
                  <a:cubicBezTo>
                    <a:pt x="1085" y="2114"/>
                    <a:pt x="1296" y="1921"/>
                    <a:pt x="1632" y="1730"/>
                  </a:cubicBezTo>
                  <a:cubicBezTo>
                    <a:pt x="1958" y="1541"/>
                    <a:pt x="2392" y="1366"/>
                    <a:pt x="2919" y="1272"/>
                  </a:cubicBezTo>
                  <a:cubicBezTo>
                    <a:pt x="3189" y="1226"/>
                    <a:pt x="3483" y="1201"/>
                    <a:pt x="3793" y="1201"/>
                  </a:cubicBezTo>
                  <a:cubicBezTo>
                    <a:pt x="4089" y="1201"/>
                    <a:pt x="4399" y="1224"/>
                    <a:pt x="4719" y="1272"/>
                  </a:cubicBezTo>
                  <a:cubicBezTo>
                    <a:pt x="5373" y="1379"/>
                    <a:pt x="6071" y="1601"/>
                    <a:pt x="6706" y="1974"/>
                  </a:cubicBezTo>
                  <a:cubicBezTo>
                    <a:pt x="7340" y="2343"/>
                    <a:pt x="7902" y="2884"/>
                    <a:pt x="8179" y="3532"/>
                  </a:cubicBezTo>
                  <a:cubicBezTo>
                    <a:pt x="8317" y="3855"/>
                    <a:pt x="8382" y="4205"/>
                    <a:pt x="8366" y="4567"/>
                  </a:cubicBezTo>
                  <a:cubicBezTo>
                    <a:pt x="8364" y="4657"/>
                    <a:pt x="8346" y="4750"/>
                    <a:pt x="8339" y="4840"/>
                  </a:cubicBezTo>
                  <a:lnTo>
                    <a:pt x="8335" y="4875"/>
                  </a:lnTo>
                  <a:lnTo>
                    <a:pt x="8335" y="4880"/>
                  </a:lnTo>
                  <a:lnTo>
                    <a:pt x="8321" y="4940"/>
                  </a:lnTo>
                  <a:lnTo>
                    <a:pt x="8280" y="5115"/>
                  </a:lnTo>
                  <a:lnTo>
                    <a:pt x="8199" y="5466"/>
                  </a:lnTo>
                  <a:cubicBezTo>
                    <a:pt x="8172" y="5582"/>
                    <a:pt x="8149" y="5710"/>
                    <a:pt x="8106" y="5778"/>
                  </a:cubicBezTo>
                  <a:cubicBezTo>
                    <a:pt x="8023" y="5942"/>
                    <a:pt x="7976" y="6113"/>
                    <a:pt x="7884" y="6278"/>
                  </a:cubicBezTo>
                  <a:cubicBezTo>
                    <a:pt x="7771" y="6436"/>
                    <a:pt x="7686" y="6617"/>
                    <a:pt x="7560" y="6761"/>
                  </a:cubicBezTo>
                  <a:cubicBezTo>
                    <a:pt x="7308" y="7048"/>
                    <a:pt x="7025" y="7307"/>
                    <a:pt x="6680" y="7473"/>
                  </a:cubicBezTo>
                  <a:cubicBezTo>
                    <a:pt x="6240" y="7707"/>
                    <a:pt x="5721" y="7835"/>
                    <a:pt x="5204" y="7835"/>
                  </a:cubicBezTo>
                  <a:cubicBezTo>
                    <a:pt x="4937" y="7835"/>
                    <a:pt x="4670" y="7800"/>
                    <a:pt x="4414" y="7729"/>
                  </a:cubicBezTo>
                  <a:lnTo>
                    <a:pt x="4137" y="7651"/>
                  </a:lnTo>
                  <a:cubicBezTo>
                    <a:pt x="4046" y="7621"/>
                    <a:pt x="3966" y="7573"/>
                    <a:pt x="3880" y="7539"/>
                  </a:cubicBezTo>
                  <a:cubicBezTo>
                    <a:pt x="3697" y="7477"/>
                    <a:pt x="3564" y="7361"/>
                    <a:pt x="3410" y="7269"/>
                  </a:cubicBezTo>
                  <a:cubicBezTo>
                    <a:pt x="3154" y="7048"/>
                    <a:pt x="2913" y="6809"/>
                    <a:pt x="2842" y="6522"/>
                  </a:cubicBezTo>
                  <a:lnTo>
                    <a:pt x="2797" y="6420"/>
                  </a:lnTo>
                  <a:lnTo>
                    <a:pt x="2792" y="6408"/>
                  </a:lnTo>
                  <a:cubicBezTo>
                    <a:pt x="2790" y="6400"/>
                    <a:pt x="2790" y="6397"/>
                    <a:pt x="2789" y="6397"/>
                  </a:cubicBezTo>
                  <a:lnTo>
                    <a:pt x="2789" y="6397"/>
                  </a:lnTo>
                  <a:cubicBezTo>
                    <a:pt x="2789" y="6397"/>
                    <a:pt x="2790" y="6399"/>
                    <a:pt x="2790" y="6403"/>
                  </a:cubicBezTo>
                  <a:lnTo>
                    <a:pt x="2790" y="6403"/>
                  </a:lnTo>
                  <a:lnTo>
                    <a:pt x="2788" y="6388"/>
                  </a:lnTo>
                  <a:lnTo>
                    <a:pt x="2772" y="6305"/>
                  </a:lnTo>
                  <a:cubicBezTo>
                    <a:pt x="2755" y="6201"/>
                    <a:pt x="2720" y="6063"/>
                    <a:pt x="2719" y="5988"/>
                  </a:cubicBezTo>
                  <a:cubicBezTo>
                    <a:pt x="2717" y="5914"/>
                    <a:pt x="2712" y="5843"/>
                    <a:pt x="2704" y="5769"/>
                  </a:cubicBezTo>
                  <a:lnTo>
                    <a:pt x="2716" y="5531"/>
                  </a:lnTo>
                  <a:cubicBezTo>
                    <a:pt x="2752" y="5225"/>
                    <a:pt x="2862" y="4963"/>
                    <a:pt x="3049" y="4756"/>
                  </a:cubicBezTo>
                  <a:cubicBezTo>
                    <a:pt x="3403" y="4362"/>
                    <a:pt x="4010" y="4158"/>
                    <a:pt x="4570" y="4158"/>
                  </a:cubicBezTo>
                  <a:cubicBezTo>
                    <a:pt x="4606" y="4158"/>
                    <a:pt x="4642" y="4158"/>
                    <a:pt x="4677" y="4160"/>
                  </a:cubicBezTo>
                  <a:lnTo>
                    <a:pt x="4894" y="4179"/>
                  </a:lnTo>
                  <a:lnTo>
                    <a:pt x="4922" y="4181"/>
                  </a:lnTo>
                  <a:lnTo>
                    <a:pt x="4927" y="4181"/>
                  </a:lnTo>
                  <a:lnTo>
                    <a:pt x="4957" y="4189"/>
                  </a:lnTo>
                  <a:lnTo>
                    <a:pt x="5086" y="4221"/>
                  </a:lnTo>
                  <a:lnTo>
                    <a:pt x="5214" y="4254"/>
                  </a:lnTo>
                  <a:lnTo>
                    <a:pt x="5258" y="4283"/>
                  </a:lnTo>
                  <a:cubicBezTo>
                    <a:pt x="5285" y="4306"/>
                    <a:pt x="5321" y="4294"/>
                    <a:pt x="5355" y="4332"/>
                  </a:cubicBezTo>
                  <a:cubicBezTo>
                    <a:pt x="5510" y="4426"/>
                    <a:pt x="5603" y="4568"/>
                    <a:pt x="5632" y="4737"/>
                  </a:cubicBezTo>
                  <a:cubicBezTo>
                    <a:pt x="5663" y="4905"/>
                    <a:pt x="5630" y="5079"/>
                    <a:pt x="5563" y="5214"/>
                  </a:cubicBezTo>
                  <a:cubicBezTo>
                    <a:pt x="5496" y="5353"/>
                    <a:pt x="5385" y="5428"/>
                    <a:pt x="5281" y="5494"/>
                  </a:cubicBezTo>
                  <a:cubicBezTo>
                    <a:pt x="5180" y="5547"/>
                    <a:pt x="5068" y="5564"/>
                    <a:pt x="4960" y="5564"/>
                  </a:cubicBezTo>
                  <a:cubicBezTo>
                    <a:pt x="4829" y="5564"/>
                    <a:pt x="4703" y="5538"/>
                    <a:pt x="4607" y="5517"/>
                  </a:cubicBezTo>
                  <a:cubicBezTo>
                    <a:pt x="4426" y="5454"/>
                    <a:pt x="4329" y="5421"/>
                    <a:pt x="4329" y="5421"/>
                  </a:cubicBezTo>
                  <a:lnTo>
                    <a:pt x="4261" y="5398"/>
                  </a:lnTo>
                  <a:cubicBezTo>
                    <a:pt x="4221" y="5384"/>
                    <a:pt x="4180" y="5378"/>
                    <a:pt x="4139" y="5378"/>
                  </a:cubicBezTo>
                  <a:cubicBezTo>
                    <a:pt x="4001" y="5378"/>
                    <a:pt x="3868" y="5454"/>
                    <a:pt x="3801" y="5585"/>
                  </a:cubicBezTo>
                  <a:cubicBezTo>
                    <a:pt x="3707" y="5771"/>
                    <a:pt x="3783" y="5998"/>
                    <a:pt x="3969" y="6092"/>
                  </a:cubicBezTo>
                  <a:cubicBezTo>
                    <a:pt x="3969" y="6092"/>
                    <a:pt x="4097" y="6157"/>
                    <a:pt x="4336" y="6278"/>
                  </a:cubicBezTo>
                  <a:cubicBezTo>
                    <a:pt x="4508" y="6334"/>
                    <a:pt x="4761" y="6445"/>
                    <a:pt x="5097" y="6445"/>
                  </a:cubicBezTo>
                  <a:cubicBezTo>
                    <a:pt x="5252" y="6445"/>
                    <a:pt x="5423" y="6422"/>
                    <a:pt x="5612" y="6359"/>
                  </a:cubicBezTo>
                  <a:cubicBezTo>
                    <a:pt x="5896" y="6249"/>
                    <a:pt x="6201" y="6056"/>
                    <a:pt x="6404" y="5745"/>
                  </a:cubicBezTo>
                  <a:cubicBezTo>
                    <a:pt x="6605" y="5439"/>
                    <a:pt x="6730" y="5050"/>
                    <a:pt x="6701" y="4620"/>
                  </a:cubicBezTo>
                  <a:cubicBezTo>
                    <a:pt x="6681" y="4195"/>
                    <a:pt x="6459" y="3719"/>
                    <a:pt x="6072" y="3412"/>
                  </a:cubicBezTo>
                  <a:cubicBezTo>
                    <a:pt x="5990" y="3325"/>
                    <a:pt x="5857" y="3262"/>
                    <a:pt x="5739" y="3194"/>
                  </a:cubicBezTo>
                  <a:lnTo>
                    <a:pt x="5553" y="3103"/>
                  </a:lnTo>
                  <a:lnTo>
                    <a:pt x="5428" y="3062"/>
                  </a:lnTo>
                  <a:lnTo>
                    <a:pt x="5302" y="3021"/>
                  </a:lnTo>
                  <a:lnTo>
                    <a:pt x="5238" y="3000"/>
                  </a:lnTo>
                  <a:lnTo>
                    <a:pt x="5222" y="2994"/>
                  </a:lnTo>
                  <a:lnTo>
                    <a:pt x="5143" y="2976"/>
                  </a:lnTo>
                  <a:lnTo>
                    <a:pt x="5103" y="2969"/>
                  </a:lnTo>
                  <a:cubicBezTo>
                    <a:pt x="4997" y="2952"/>
                    <a:pt x="4889" y="2935"/>
                    <a:pt x="4780" y="2918"/>
                  </a:cubicBezTo>
                  <a:cubicBezTo>
                    <a:pt x="4642" y="2903"/>
                    <a:pt x="4499" y="2895"/>
                    <a:pt x="4353" y="2895"/>
                  </a:cubicBezTo>
                  <a:cubicBezTo>
                    <a:pt x="3589" y="2895"/>
                    <a:pt x="2737" y="3118"/>
                    <a:pt x="2045" y="3791"/>
                  </a:cubicBezTo>
                  <a:cubicBezTo>
                    <a:pt x="1640" y="4186"/>
                    <a:pt x="1366" y="4749"/>
                    <a:pt x="1274" y="5317"/>
                  </a:cubicBezTo>
                  <a:lnTo>
                    <a:pt x="1229" y="5744"/>
                  </a:lnTo>
                  <a:cubicBezTo>
                    <a:pt x="1231" y="5894"/>
                    <a:pt x="1237" y="6047"/>
                    <a:pt x="1246" y="6199"/>
                  </a:cubicBezTo>
                  <a:cubicBezTo>
                    <a:pt x="1256" y="6350"/>
                    <a:pt x="1279" y="6434"/>
                    <a:pt x="1294" y="6555"/>
                  </a:cubicBezTo>
                  <a:lnTo>
                    <a:pt x="1308" y="6640"/>
                  </a:lnTo>
                  <a:lnTo>
                    <a:pt x="1315" y="6682"/>
                  </a:lnTo>
                  <a:lnTo>
                    <a:pt x="1316" y="6692"/>
                  </a:lnTo>
                  <a:cubicBezTo>
                    <a:pt x="1316" y="6692"/>
                    <a:pt x="1316" y="6692"/>
                    <a:pt x="1316" y="6692"/>
                  </a:cubicBezTo>
                  <a:lnTo>
                    <a:pt x="1316" y="6692"/>
                  </a:lnTo>
                  <a:cubicBezTo>
                    <a:pt x="1316" y="6692"/>
                    <a:pt x="1328" y="6754"/>
                    <a:pt x="1329" y="6754"/>
                  </a:cubicBezTo>
                  <a:cubicBezTo>
                    <a:pt x="1329" y="6754"/>
                    <a:pt x="1329" y="6752"/>
                    <a:pt x="1328" y="6747"/>
                  </a:cubicBezTo>
                  <a:lnTo>
                    <a:pt x="1328" y="6747"/>
                  </a:lnTo>
                  <a:lnTo>
                    <a:pt x="1336" y="6775"/>
                  </a:lnTo>
                  <a:lnTo>
                    <a:pt x="1410" y="6996"/>
                  </a:lnTo>
                  <a:cubicBezTo>
                    <a:pt x="1577" y="7613"/>
                    <a:pt x="2003" y="8096"/>
                    <a:pt x="2450" y="8487"/>
                  </a:cubicBezTo>
                  <a:cubicBezTo>
                    <a:pt x="2691" y="8657"/>
                    <a:pt x="2930" y="8845"/>
                    <a:pt x="3198" y="8956"/>
                  </a:cubicBezTo>
                  <a:cubicBezTo>
                    <a:pt x="3458" y="9098"/>
                    <a:pt x="3734" y="9184"/>
                    <a:pt x="4013" y="9261"/>
                  </a:cubicBezTo>
                  <a:cubicBezTo>
                    <a:pt x="4414" y="9373"/>
                    <a:pt x="4830" y="9429"/>
                    <a:pt x="5248" y="9429"/>
                  </a:cubicBezTo>
                  <a:cubicBezTo>
                    <a:pt x="5994" y="9429"/>
                    <a:pt x="6748" y="9252"/>
                    <a:pt x="7432" y="8900"/>
                  </a:cubicBezTo>
                  <a:cubicBezTo>
                    <a:pt x="7971" y="8634"/>
                    <a:pt x="8426" y="8219"/>
                    <a:pt x="8808" y="7765"/>
                  </a:cubicBezTo>
                  <a:cubicBezTo>
                    <a:pt x="8996" y="7537"/>
                    <a:pt x="9131" y="7276"/>
                    <a:pt x="9289" y="7030"/>
                  </a:cubicBezTo>
                  <a:cubicBezTo>
                    <a:pt x="9429" y="6771"/>
                    <a:pt x="9526" y="6473"/>
                    <a:pt x="9636" y="6195"/>
                  </a:cubicBezTo>
                  <a:cubicBezTo>
                    <a:pt x="9699" y="6043"/>
                    <a:pt x="9716" y="5933"/>
                    <a:pt x="9742" y="5815"/>
                  </a:cubicBezTo>
                  <a:lnTo>
                    <a:pt x="9819" y="5463"/>
                  </a:lnTo>
                  <a:lnTo>
                    <a:pt x="9856" y="5288"/>
                  </a:lnTo>
                  <a:lnTo>
                    <a:pt x="9875" y="5200"/>
                  </a:lnTo>
                  <a:lnTo>
                    <a:pt x="9877" y="5190"/>
                  </a:lnTo>
                  <a:lnTo>
                    <a:pt x="9890" y="5116"/>
                  </a:lnTo>
                  <a:lnTo>
                    <a:pt x="9892" y="5089"/>
                  </a:lnTo>
                  <a:lnTo>
                    <a:pt x="9897" y="5035"/>
                  </a:lnTo>
                  <a:cubicBezTo>
                    <a:pt x="9906" y="4889"/>
                    <a:pt x="9925" y="4745"/>
                    <a:pt x="9924" y="4599"/>
                  </a:cubicBezTo>
                  <a:cubicBezTo>
                    <a:pt x="9932" y="4015"/>
                    <a:pt x="9802" y="3425"/>
                    <a:pt x="9560" y="2911"/>
                  </a:cubicBezTo>
                  <a:cubicBezTo>
                    <a:pt x="9075" y="1866"/>
                    <a:pt x="8218" y="1179"/>
                    <a:pt x="7383" y="747"/>
                  </a:cubicBezTo>
                  <a:cubicBezTo>
                    <a:pt x="6539" y="304"/>
                    <a:pt x="5671" y="97"/>
                    <a:pt x="4866" y="27"/>
                  </a:cubicBezTo>
                  <a:cubicBezTo>
                    <a:pt x="4671" y="9"/>
                    <a:pt x="4479" y="0"/>
                    <a:pt x="42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4" name="Google Shape;864;p47"/>
          <p:cNvSpPr txBox="1"/>
          <p:nvPr/>
        </p:nvSpPr>
        <p:spPr>
          <a:xfrm>
            <a:off x="4591200" y="1924050"/>
            <a:ext cx="31035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">
                <a:solidFill>
                  <a:srgbClr val="434343"/>
                </a:solidFill>
              </a:rPr>
              <a:t>·</a:t>
            </a:r>
            <a:r>
              <a:rPr b="1" lang="en" sz="100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endParaRPr b="1" sz="23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Raleway"/>
              <a:buChar char="●"/>
            </a:pPr>
            <a:r>
              <a:rPr b="1" lang="en" sz="22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Pandas</a:t>
            </a:r>
            <a:endParaRPr b="1" sz="22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Raleway"/>
              <a:buChar char="●"/>
            </a:pPr>
            <a:r>
              <a:rPr b="1" lang="en" sz="22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Scipy</a:t>
            </a:r>
            <a:endParaRPr b="1" sz="22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Raleway"/>
              <a:buChar char="●"/>
            </a:pPr>
            <a:r>
              <a:rPr b="1" lang="en" sz="22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Matplotlib</a:t>
            </a:r>
            <a:endParaRPr b="1" sz="22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65" name="Google Shape;865;p47"/>
          <p:cNvSpPr txBox="1"/>
          <p:nvPr/>
        </p:nvSpPr>
        <p:spPr>
          <a:xfrm>
            <a:off x="6576175" y="2488800"/>
            <a:ext cx="30000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b="1" lang="en" sz="22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Numpy</a:t>
            </a:r>
            <a:endParaRPr b="1" sz="22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b="1" lang="en" sz="22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Werkzeug libraries</a:t>
            </a:r>
            <a:endParaRPr b="1" sz="22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48"/>
          <p:cNvSpPr txBox="1"/>
          <p:nvPr>
            <p:ph type="title"/>
          </p:nvPr>
        </p:nvSpPr>
        <p:spPr>
          <a:xfrm>
            <a:off x="720000" y="140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RESNET-50</a:t>
            </a:r>
            <a:r>
              <a:rPr lang="en"/>
              <a:t> MODEL</a:t>
            </a:r>
            <a:endParaRPr>
              <a:solidFill>
                <a:schemeClr val="accent4"/>
              </a:solidFill>
            </a:endParaRPr>
          </a:p>
        </p:txBody>
      </p:sp>
      <p:pic>
        <p:nvPicPr>
          <p:cNvPr id="871" name="Google Shape;87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6750" y="870250"/>
            <a:ext cx="5732925" cy="4090225"/>
          </a:xfrm>
          <a:prstGeom prst="rect">
            <a:avLst/>
          </a:prstGeom>
          <a:noFill/>
          <a:ln>
            <a:noFill/>
          </a:ln>
        </p:spPr>
      </p:pic>
      <p:sp>
        <p:nvSpPr>
          <p:cNvPr id="872" name="Google Shape;872;p48"/>
          <p:cNvSpPr txBox="1"/>
          <p:nvPr/>
        </p:nvSpPr>
        <p:spPr>
          <a:xfrm>
            <a:off x="292550" y="992350"/>
            <a:ext cx="2483100" cy="11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Heatmap of Confusion Matrix:</a:t>
            </a:r>
            <a:endParaRPr b="1" sz="25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873" name="Google Shape;873;p48"/>
          <p:cNvGrpSpPr/>
          <p:nvPr/>
        </p:nvGrpSpPr>
        <p:grpSpPr>
          <a:xfrm>
            <a:off x="292560" y="4324085"/>
            <a:ext cx="519812" cy="568830"/>
            <a:chOff x="277185" y="4387060"/>
            <a:chExt cx="519812" cy="568830"/>
          </a:xfrm>
        </p:grpSpPr>
        <p:grpSp>
          <p:nvGrpSpPr>
            <p:cNvPr id="874" name="Google Shape;874;p48"/>
            <p:cNvGrpSpPr/>
            <p:nvPr/>
          </p:nvGrpSpPr>
          <p:grpSpPr>
            <a:xfrm>
              <a:off x="277185" y="4387060"/>
              <a:ext cx="519812" cy="442886"/>
              <a:chOff x="523060" y="2768285"/>
              <a:chExt cx="519812" cy="442886"/>
            </a:xfrm>
          </p:grpSpPr>
          <p:grpSp>
            <p:nvGrpSpPr>
              <p:cNvPr id="875" name="Google Shape;875;p48"/>
              <p:cNvGrpSpPr/>
              <p:nvPr/>
            </p:nvGrpSpPr>
            <p:grpSpPr>
              <a:xfrm rot="-2562586">
                <a:off x="576654" y="2883813"/>
                <a:ext cx="159752" cy="220488"/>
                <a:chOff x="2916600" y="-617325"/>
                <a:chExt cx="184250" cy="254300"/>
              </a:xfrm>
            </p:grpSpPr>
            <p:sp>
              <p:nvSpPr>
                <p:cNvPr id="876" name="Google Shape;876;p48"/>
                <p:cNvSpPr/>
                <p:nvPr/>
              </p:nvSpPr>
              <p:spPr>
                <a:xfrm>
                  <a:off x="2916600" y="-617325"/>
                  <a:ext cx="184250" cy="254300"/>
                </a:xfrm>
                <a:custGeom>
                  <a:rect b="b" l="l" r="r" t="t"/>
                  <a:pathLst>
                    <a:path extrusionOk="0" h="10172" w="7370">
                      <a:moveTo>
                        <a:pt x="3449" y="1"/>
                      </a:moveTo>
                      <a:cubicBezTo>
                        <a:pt x="1" y="1"/>
                        <a:pt x="1027" y="10171"/>
                        <a:pt x="1490" y="10171"/>
                      </a:cubicBezTo>
                      <a:cubicBezTo>
                        <a:pt x="1502" y="10171"/>
                        <a:pt x="1514" y="10165"/>
                        <a:pt x="1525" y="10150"/>
                      </a:cubicBezTo>
                      <a:cubicBezTo>
                        <a:pt x="2090" y="9433"/>
                        <a:pt x="7370" y="362"/>
                        <a:pt x="3622" y="9"/>
                      </a:cubicBezTo>
                      <a:cubicBezTo>
                        <a:pt x="3563" y="3"/>
                        <a:pt x="3505" y="1"/>
                        <a:pt x="3449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7" name="Google Shape;877;p48"/>
                <p:cNvSpPr/>
                <p:nvPr/>
              </p:nvSpPr>
              <p:spPr>
                <a:xfrm>
                  <a:off x="2965150" y="-602650"/>
                  <a:ext cx="62000" cy="205775"/>
                </a:xfrm>
                <a:custGeom>
                  <a:rect b="b" l="l" r="r" t="t"/>
                  <a:pathLst>
                    <a:path extrusionOk="0" h="8231" w="2480">
                      <a:moveTo>
                        <a:pt x="2233" y="1"/>
                      </a:moveTo>
                      <a:cubicBezTo>
                        <a:pt x="2233" y="1"/>
                        <a:pt x="2223" y="134"/>
                        <a:pt x="2208" y="369"/>
                      </a:cubicBezTo>
                      <a:cubicBezTo>
                        <a:pt x="2185" y="601"/>
                        <a:pt x="2196" y="945"/>
                        <a:pt x="2131" y="1334"/>
                      </a:cubicBezTo>
                      <a:cubicBezTo>
                        <a:pt x="2105" y="1530"/>
                        <a:pt x="2077" y="1742"/>
                        <a:pt x="2047" y="1965"/>
                      </a:cubicBezTo>
                      <a:cubicBezTo>
                        <a:pt x="2020" y="2190"/>
                        <a:pt x="1954" y="2424"/>
                        <a:pt x="1914" y="2669"/>
                      </a:cubicBezTo>
                      <a:cubicBezTo>
                        <a:pt x="1865" y="2912"/>
                        <a:pt x="1826" y="3166"/>
                        <a:pt x="1752" y="3416"/>
                      </a:cubicBezTo>
                      <a:cubicBezTo>
                        <a:pt x="1685" y="3669"/>
                        <a:pt x="1617" y="3926"/>
                        <a:pt x="1550" y="4182"/>
                      </a:cubicBezTo>
                      <a:cubicBezTo>
                        <a:pt x="1389" y="4687"/>
                        <a:pt x="1251" y="5202"/>
                        <a:pt x="1061" y="5663"/>
                      </a:cubicBezTo>
                      <a:cubicBezTo>
                        <a:pt x="974" y="5896"/>
                        <a:pt x="890" y="6121"/>
                        <a:pt x="811" y="6336"/>
                      </a:cubicBezTo>
                      <a:cubicBezTo>
                        <a:pt x="721" y="6546"/>
                        <a:pt x="636" y="6745"/>
                        <a:pt x="557" y="6928"/>
                      </a:cubicBezTo>
                      <a:cubicBezTo>
                        <a:pt x="409" y="7299"/>
                        <a:pt x="253" y="7594"/>
                        <a:pt x="156" y="7806"/>
                      </a:cubicBezTo>
                      <a:cubicBezTo>
                        <a:pt x="56" y="8018"/>
                        <a:pt x="0" y="8138"/>
                        <a:pt x="0" y="8138"/>
                      </a:cubicBezTo>
                      <a:lnTo>
                        <a:pt x="159" y="8230"/>
                      </a:lnTo>
                      <a:cubicBezTo>
                        <a:pt x="159" y="8230"/>
                        <a:pt x="230" y="8115"/>
                        <a:pt x="351" y="7912"/>
                      </a:cubicBezTo>
                      <a:cubicBezTo>
                        <a:pt x="466" y="7705"/>
                        <a:pt x="659" y="7424"/>
                        <a:pt x="828" y="7056"/>
                      </a:cubicBezTo>
                      <a:cubicBezTo>
                        <a:pt x="1009" y="6692"/>
                        <a:pt x="1219" y="6267"/>
                        <a:pt x="1399" y="5792"/>
                      </a:cubicBezTo>
                      <a:cubicBezTo>
                        <a:pt x="1601" y="5325"/>
                        <a:pt x="1750" y="4803"/>
                        <a:pt x="1923" y="4290"/>
                      </a:cubicBezTo>
                      <a:cubicBezTo>
                        <a:pt x="2050" y="3762"/>
                        <a:pt x="2199" y="3239"/>
                        <a:pt x="2270" y="2735"/>
                      </a:cubicBezTo>
                      <a:cubicBezTo>
                        <a:pt x="2311" y="2483"/>
                        <a:pt x="2364" y="2244"/>
                        <a:pt x="2379" y="2008"/>
                      </a:cubicBezTo>
                      <a:cubicBezTo>
                        <a:pt x="2397" y="1774"/>
                        <a:pt x="2414" y="1552"/>
                        <a:pt x="2430" y="1348"/>
                      </a:cubicBezTo>
                      <a:cubicBezTo>
                        <a:pt x="2479" y="938"/>
                        <a:pt x="2426" y="608"/>
                        <a:pt x="2431" y="372"/>
                      </a:cubicBezTo>
                      <a:cubicBezTo>
                        <a:pt x="2421" y="137"/>
                        <a:pt x="2416" y="3"/>
                        <a:pt x="2416" y="3"/>
                      </a:cubicBezTo>
                      <a:lnTo>
                        <a:pt x="2233" y="1"/>
                      </a:lnTo>
                      <a:close/>
                    </a:path>
                  </a:pathLst>
                </a:custGeom>
                <a:solidFill>
                  <a:srgbClr val="3C354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78" name="Google Shape;878;p48"/>
              <p:cNvGrpSpPr/>
              <p:nvPr/>
            </p:nvGrpSpPr>
            <p:grpSpPr>
              <a:xfrm rot="-834866">
                <a:off x="701010" y="2774338"/>
                <a:ext cx="88547" cy="313067"/>
                <a:chOff x="1825350" y="-685725"/>
                <a:chExt cx="102125" cy="361075"/>
              </a:xfrm>
            </p:grpSpPr>
            <p:sp>
              <p:nvSpPr>
                <p:cNvPr id="879" name="Google Shape;879;p48"/>
                <p:cNvSpPr/>
                <p:nvPr/>
              </p:nvSpPr>
              <p:spPr>
                <a:xfrm>
                  <a:off x="1825350" y="-685725"/>
                  <a:ext cx="102125" cy="361075"/>
                </a:xfrm>
                <a:custGeom>
                  <a:rect b="b" l="l" r="r" t="t"/>
                  <a:pathLst>
                    <a:path extrusionOk="0" h="14443" w="4085">
                      <a:moveTo>
                        <a:pt x="352" y="0"/>
                      </a:moveTo>
                      <a:cubicBezTo>
                        <a:pt x="350" y="0"/>
                        <a:pt x="348" y="0"/>
                        <a:pt x="346" y="1"/>
                      </a:cubicBezTo>
                      <a:cubicBezTo>
                        <a:pt x="1" y="49"/>
                        <a:pt x="1684" y="4346"/>
                        <a:pt x="1967" y="7674"/>
                      </a:cubicBezTo>
                      <a:cubicBezTo>
                        <a:pt x="2250" y="10993"/>
                        <a:pt x="556" y="14442"/>
                        <a:pt x="826" y="14442"/>
                      </a:cubicBezTo>
                      <a:cubicBezTo>
                        <a:pt x="826" y="14442"/>
                        <a:pt x="827" y="14442"/>
                        <a:pt x="828" y="14442"/>
                      </a:cubicBezTo>
                      <a:cubicBezTo>
                        <a:pt x="1106" y="14426"/>
                        <a:pt x="4013" y="10965"/>
                        <a:pt x="4049" y="7421"/>
                      </a:cubicBezTo>
                      <a:cubicBezTo>
                        <a:pt x="4084" y="3898"/>
                        <a:pt x="715" y="0"/>
                        <a:pt x="35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0" name="Google Shape;880;p48"/>
                <p:cNvSpPr/>
                <p:nvPr/>
              </p:nvSpPr>
              <p:spPr>
                <a:xfrm>
                  <a:off x="1875075" y="-548750"/>
                  <a:ext cx="11550" cy="112475"/>
                </a:xfrm>
                <a:custGeom>
                  <a:rect b="b" l="l" r="r" t="t"/>
                  <a:pathLst>
                    <a:path extrusionOk="0" h="4499" w="462">
                      <a:moveTo>
                        <a:pt x="101" y="1"/>
                      </a:moveTo>
                      <a:lnTo>
                        <a:pt x="1" y="24"/>
                      </a:lnTo>
                      <a:cubicBezTo>
                        <a:pt x="1" y="24"/>
                        <a:pt x="13" y="94"/>
                        <a:pt x="35" y="215"/>
                      </a:cubicBezTo>
                      <a:cubicBezTo>
                        <a:pt x="55" y="337"/>
                        <a:pt x="99" y="510"/>
                        <a:pt x="122" y="717"/>
                      </a:cubicBezTo>
                      <a:cubicBezTo>
                        <a:pt x="136" y="820"/>
                        <a:pt x="151" y="932"/>
                        <a:pt x="168" y="1051"/>
                      </a:cubicBezTo>
                      <a:cubicBezTo>
                        <a:pt x="186" y="1168"/>
                        <a:pt x="187" y="1296"/>
                        <a:pt x="202" y="1426"/>
                      </a:cubicBezTo>
                      <a:cubicBezTo>
                        <a:pt x="233" y="1686"/>
                        <a:pt x="232" y="1966"/>
                        <a:pt x="244" y="2244"/>
                      </a:cubicBezTo>
                      <a:cubicBezTo>
                        <a:pt x="243" y="2524"/>
                        <a:pt x="250" y="2804"/>
                        <a:pt x="233" y="3066"/>
                      </a:cubicBezTo>
                      <a:cubicBezTo>
                        <a:pt x="225" y="3328"/>
                        <a:pt x="210" y="3573"/>
                        <a:pt x="195" y="3784"/>
                      </a:cubicBezTo>
                      <a:cubicBezTo>
                        <a:pt x="165" y="4205"/>
                        <a:pt x="145" y="4485"/>
                        <a:pt x="145" y="4485"/>
                      </a:cubicBezTo>
                      <a:lnTo>
                        <a:pt x="246" y="4499"/>
                      </a:lnTo>
                      <a:cubicBezTo>
                        <a:pt x="246" y="4499"/>
                        <a:pt x="259" y="4429"/>
                        <a:pt x="281" y="4308"/>
                      </a:cubicBezTo>
                      <a:cubicBezTo>
                        <a:pt x="299" y="4185"/>
                        <a:pt x="340" y="4012"/>
                        <a:pt x="362" y="3800"/>
                      </a:cubicBezTo>
                      <a:cubicBezTo>
                        <a:pt x="386" y="3589"/>
                        <a:pt x="422" y="3343"/>
                        <a:pt x="435" y="3077"/>
                      </a:cubicBezTo>
                      <a:cubicBezTo>
                        <a:pt x="457" y="2811"/>
                        <a:pt x="455" y="2526"/>
                        <a:pt x="462" y="2241"/>
                      </a:cubicBezTo>
                      <a:cubicBezTo>
                        <a:pt x="446" y="1956"/>
                        <a:pt x="440" y="1672"/>
                        <a:pt x="404" y="1406"/>
                      </a:cubicBezTo>
                      <a:cubicBezTo>
                        <a:pt x="388" y="1274"/>
                        <a:pt x="379" y="1145"/>
                        <a:pt x="353" y="1024"/>
                      </a:cubicBezTo>
                      <a:cubicBezTo>
                        <a:pt x="329" y="902"/>
                        <a:pt x="307" y="789"/>
                        <a:pt x="286" y="682"/>
                      </a:cubicBezTo>
                      <a:cubicBezTo>
                        <a:pt x="251" y="470"/>
                        <a:pt x="186" y="307"/>
                        <a:pt x="157" y="187"/>
                      </a:cubicBezTo>
                      <a:cubicBezTo>
                        <a:pt x="121" y="68"/>
                        <a:pt x="101" y="1"/>
                        <a:pt x="10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81" name="Google Shape;881;p48"/>
              <p:cNvGrpSpPr/>
              <p:nvPr/>
            </p:nvGrpSpPr>
            <p:grpSpPr>
              <a:xfrm rot="2700000">
                <a:off x="816600" y="2909445"/>
                <a:ext cx="156593" cy="261946"/>
                <a:chOff x="2258725" y="-1293450"/>
                <a:chExt cx="211475" cy="353750"/>
              </a:xfrm>
            </p:grpSpPr>
            <p:sp>
              <p:nvSpPr>
                <p:cNvPr id="882" name="Google Shape;882;p48"/>
                <p:cNvSpPr/>
                <p:nvPr/>
              </p:nvSpPr>
              <p:spPr>
                <a:xfrm>
                  <a:off x="2258725" y="-1293450"/>
                  <a:ext cx="211475" cy="353750"/>
                </a:xfrm>
                <a:custGeom>
                  <a:rect b="b" l="l" r="r" t="t"/>
                  <a:pathLst>
                    <a:path extrusionOk="0" h="14150" w="8459">
                      <a:moveTo>
                        <a:pt x="4028" y="1"/>
                      </a:moveTo>
                      <a:cubicBezTo>
                        <a:pt x="3369" y="1"/>
                        <a:pt x="109" y="1940"/>
                        <a:pt x="57" y="2371"/>
                      </a:cubicBezTo>
                      <a:cubicBezTo>
                        <a:pt x="1" y="2830"/>
                        <a:pt x="3632" y="6667"/>
                        <a:pt x="3604" y="6896"/>
                      </a:cubicBezTo>
                      <a:cubicBezTo>
                        <a:pt x="3596" y="6965"/>
                        <a:pt x="3334" y="6978"/>
                        <a:pt x="2972" y="6978"/>
                      </a:cubicBezTo>
                      <a:cubicBezTo>
                        <a:pt x="2752" y="6978"/>
                        <a:pt x="2495" y="6974"/>
                        <a:pt x="2236" y="6974"/>
                      </a:cubicBezTo>
                      <a:cubicBezTo>
                        <a:pt x="1514" y="6974"/>
                        <a:pt x="776" y="7011"/>
                        <a:pt x="767" y="7297"/>
                      </a:cubicBezTo>
                      <a:cubicBezTo>
                        <a:pt x="749" y="7841"/>
                        <a:pt x="5577" y="14150"/>
                        <a:pt x="6158" y="14150"/>
                      </a:cubicBezTo>
                      <a:cubicBezTo>
                        <a:pt x="6171" y="14150"/>
                        <a:pt x="6182" y="14147"/>
                        <a:pt x="6191" y="14140"/>
                      </a:cubicBezTo>
                      <a:cubicBezTo>
                        <a:pt x="6570" y="13857"/>
                        <a:pt x="4923" y="9848"/>
                        <a:pt x="5036" y="9675"/>
                      </a:cubicBezTo>
                      <a:cubicBezTo>
                        <a:pt x="5151" y="9502"/>
                        <a:pt x="8024" y="8827"/>
                        <a:pt x="8241" y="8574"/>
                      </a:cubicBezTo>
                      <a:cubicBezTo>
                        <a:pt x="8458" y="8321"/>
                        <a:pt x="4450" y="297"/>
                        <a:pt x="4120" y="24"/>
                      </a:cubicBezTo>
                      <a:cubicBezTo>
                        <a:pt x="4100" y="8"/>
                        <a:pt x="4069" y="1"/>
                        <a:pt x="4028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3" name="Google Shape;883;p48"/>
                <p:cNvSpPr/>
                <p:nvPr/>
              </p:nvSpPr>
              <p:spPr>
                <a:xfrm>
                  <a:off x="2372450" y="-1049725"/>
                  <a:ext cx="28650" cy="83150"/>
                </a:xfrm>
                <a:custGeom>
                  <a:rect b="b" l="l" r="r" t="t"/>
                  <a:pathLst>
                    <a:path extrusionOk="0" h="3326" w="1146">
                      <a:moveTo>
                        <a:pt x="115" y="0"/>
                      </a:moveTo>
                      <a:lnTo>
                        <a:pt x="0" y="39"/>
                      </a:lnTo>
                      <a:cubicBezTo>
                        <a:pt x="0" y="39"/>
                        <a:pt x="49" y="251"/>
                        <a:pt x="136" y="561"/>
                      </a:cubicBezTo>
                      <a:cubicBezTo>
                        <a:pt x="183" y="715"/>
                        <a:pt x="231" y="897"/>
                        <a:pt x="293" y="1088"/>
                      </a:cubicBezTo>
                      <a:cubicBezTo>
                        <a:pt x="355" y="1279"/>
                        <a:pt x="421" y="1484"/>
                        <a:pt x="486" y="1687"/>
                      </a:cubicBezTo>
                      <a:cubicBezTo>
                        <a:pt x="610" y="2101"/>
                        <a:pt x="734" y="2513"/>
                        <a:pt x="843" y="2819"/>
                      </a:cubicBezTo>
                      <a:cubicBezTo>
                        <a:pt x="947" y="3124"/>
                        <a:pt x="1029" y="3325"/>
                        <a:pt x="1029" y="3325"/>
                      </a:cubicBezTo>
                      <a:lnTo>
                        <a:pt x="1146" y="3293"/>
                      </a:lnTo>
                      <a:cubicBezTo>
                        <a:pt x="1146" y="3293"/>
                        <a:pt x="1107" y="3080"/>
                        <a:pt x="1034" y="2765"/>
                      </a:cubicBezTo>
                      <a:cubicBezTo>
                        <a:pt x="963" y="2448"/>
                        <a:pt x="850" y="2033"/>
                        <a:pt x="734" y="1617"/>
                      </a:cubicBezTo>
                      <a:cubicBezTo>
                        <a:pt x="663" y="1413"/>
                        <a:pt x="590" y="1209"/>
                        <a:pt x="522" y="1017"/>
                      </a:cubicBezTo>
                      <a:cubicBezTo>
                        <a:pt x="455" y="826"/>
                        <a:pt x="383" y="651"/>
                        <a:pt x="325" y="500"/>
                      </a:cubicBezTo>
                      <a:cubicBezTo>
                        <a:pt x="205" y="198"/>
                        <a:pt x="115" y="0"/>
                        <a:pt x="115" y="0"/>
                      </a:cubicBezTo>
                      <a:close/>
                    </a:path>
                  </a:pathLst>
                </a:custGeom>
                <a:solidFill>
                  <a:srgbClr val="3C354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4" name="Google Shape;884;p48"/>
                <p:cNvSpPr/>
                <p:nvPr/>
              </p:nvSpPr>
              <p:spPr>
                <a:xfrm>
                  <a:off x="2383825" y="-1076500"/>
                  <a:ext cx="46450" cy="19125"/>
                </a:xfrm>
                <a:custGeom>
                  <a:rect b="b" l="l" r="r" t="t"/>
                  <a:pathLst>
                    <a:path extrusionOk="0" h="765" w="1858">
                      <a:moveTo>
                        <a:pt x="1816" y="1"/>
                      </a:moveTo>
                      <a:cubicBezTo>
                        <a:pt x="1816" y="1"/>
                        <a:pt x="1696" y="21"/>
                        <a:pt x="1519" y="66"/>
                      </a:cubicBezTo>
                      <a:cubicBezTo>
                        <a:pt x="1343" y="109"/>
                        <a:pt x="1114" y="184"/>
                        <a:pt x="885" y="261"/>
                      </a:cubicBezTo>
                      <a:cubicBezTo>
                        <a:pt x="773" y="305"/>
                        <a:pt x="661" y="348"/>
                        <a:pt x="555" y="389"/>
                      </a:cubicBezTo>
                      <a:cubicBezTo>
                        <a:pt x="450" y="429"/>
                        <a:pt x="354" y="477"/>
                        <a:pt x="272" y="512"/>
                      </a:cubicBezTo>
                      <a:cubicBezTo>
                        <a:pt x="107" y="589"/>
                        <a:pt x="1" y="650"/>
                        <a:pt x="1" y="650"/>
                      </a:cubicBezTo>
                      <a:lnTo>
                        <a:pt x="41" y="765"/>
                      </a:lnTo>
                      <a:cubicBezTo>
                        <a:pt x="41" y="765"/>
                        <a:pt x="162" y="745"/>
                        <a:pt x="338" y="699"/>
                      </a:cubicBezTo>
                      <a:cubicBezTo>
                        <a:pt x="425" y="674"/>
                        <a:pt x="528" y="650"/>
                        <a:pt x="636" y="615"/>
                      </a:cubicBezTo>
                      <a:cubicBezTo>
                        <a:pt x="743" y="580"/>
                        <a:pt x="858" y="542"/>
                        <a:pt x="973" y="505"/>
                      </a:cubicBezTo>
                      <a:cubicBezTo>
                        <a:pt x="1198" y="419"/>
                        <a:pt x="1422" y="332"/>
                        <a:pt x="1586" y="254"/>
                      </a:cubicBezTo>
                      <a:cubicBezTo>
                        <a:pt x="1752" y="177"/>
                        <a:pt x="1857" y="116"/>
                        <a:pt x="1857" y="116"/>
                      </a:cubicBezTo>
                      <a:lnTo>
                        <a:pt x="1816" y="1"/>
                      </a:lnTo>
                      <a:close/>
                    </a:path>
                  </a:pathLst>
                </a:custGeom>
                <a:solidFill>
                  <a:srgbClr val="3C354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885" name="Google Shape;885;p48"/>
              <p:cNvSpPr/>
              <p:nvPr/>
            </p:nvSpPr>
            <p:spPr>
              <a:xfrm>
                <a:off x="562407" y="3129238"/>
                <a:ext cx="69748" cy="42951"/>
              </a:xfrm>
              <a:custGeom>
                <a:rect b="b" l="l" r="r" t="t"/>
                <a:pathLst>
                  <a:path extrusionOk="0" h="1699" w="2759">
                    <a:moveTo>
                      <a:pt x="1306" y="0"/>
                    </a:moveTo>
                    <a:cubicBezTo>
                      <a:pt x="1110" y="0"/>
                      <a:pt x="909" y="62"/>
                      <a:pt x="723" y="209"/>
                    </a:cubicBezTo>
                    <a:cubicBezTo>
                      <a:pt x="1" y="777"/>
                      <a:pt x="995" y="1699"/>
                      <a:pt x="1751" y="1699"/>
                    </a:cubicBezTo>
                    <a:cubicBezTo>
                      <a:pt x="1946" y="1699"/>
                      <a:pt x="2125" y="1638"/>
                      <a:pt x="2255" y="1493"/>
                    </a:cubicBezTo>
                    <a:cubicBezTo>
                      <a:pt x="2758" y="933"/>
                      <a:pt x="2067" y="0"/>
                      <a:pt x="130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" name="Google Shape;886;p48"/>
              <p:cNvSpPr/>
              <p:nvPr/>
            </p:nvSpPr>
            <p:spPr>
              <a:xfrm>
                <a:off x="854556" y="3159877"/>
                <a:ext cx="50434" cy="51293"/>
              </a:xfrm>
              <a:custGeom>
                <a:rect b="b" l="l" r="r" t="t"/>
                <a:pathLst>
                  <a:path extrusionOk="0" h="2029" w="1995">
                    <a:moveTo>
                      <a:pt x="926" y="0"/>
                    </a:moveTo>
                    <a:cubicBezTo>
                      <a:pt x="860" y="0"/>
                      <a:pt x="790" y="11"/>
                      <a:pt x="716" y="34"/>
                    </a:cubicBezTo>
                    <a:cubicBezTo>
                      <a:pt x="0" y="255"/>
                      <a:pt x="108" y="2029"/>
                      <a:pt x="948" y="2029"/>
                    </a:cubicBezTo>
                    <a:cubicBezTo>
                      <a:pt x="994" y="2029"/>
                      <a:pt x="1042" y="2024"/>
                      <a:pt x="1093" y="2012"/>
                    </a:cubicBezTo>
                    <a:cubicBezTo>
                      <a:pt x="1994" y="1812"/>
                      <a:pt x="1791" y="0"/>
                      <a:pt x="92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" name="Google Shape;887;p48"/>
              <p:cNvSpPr/>
              <p:nvPr/>
            </p:nvSpPr>
            <p:spPr>
              <a:xfrm rot="2945411">
                <a:off x="825805" y="2869074"/>
                <a:ext cx="50433" cy="51296"/>
              </a:xfrm>
              <a:custGeom>
                <a:rect b="b" l="l" r="r" t="t"/>
                <a:pathLst>
                  <a:path extrusionOk="0" h="2029" w="1995">
                    <a:moveTo>
                      <a:pt x="926" y="0"/>
                    </a:moveTo>
                    <a:cubicBezTo>
                      <a:pt x="860" y="0"/>
                      <a:pt x="790" y="11"/>
                      <a:pt x="716" y="34"/>
                    </a:cubicBezTo>
                    <a:cubicBezTo>
                      <a:pt x="0" y="255"/>
                      <a:pt x="108" y="2029"/>
                      <a:pt x="948" y="2029"/>
                    </a:cubicBezTo>
                    <a:cubicBezTo>
                      <a:pt x="994" y="2029"/>
                      <a:pt x="1042" y="2024"/>
                      <a:pt x="1093" y="2012"/>
                    </a:cubicBezTo>
                    <a:cubicBezTo>
                      <a:pt x="1994" y="1812"/>
                      <a:pt x="1791" y="0"/>
                      <a:pt x="92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88" name="Google Shape;888;p48"/>
            <p:cNvSpPr/>
            <p:nvPr/>
          </p:nvSpPr>
          <p:spPr>
            <a:xfrm rot="4916648">
              <a:off x="379910" y="4776145"/>
              <a:ext cx="173478" cy="164667"/>
            </a:xfrm>
            <a:custGeom>
              <a:rect b="b" l="l" r="r" t="t"/>
              <a:pathLst>
                <a:path extrusionOk="0" h="9430" w="9933">
                  <a:moveTo>
                    <a:pt x="8342" y="4852"/>
                  </a:moveTo>
                  <a:lnTo>
                    <a:pt x="8342" y="4853"/>
                  </a:lnTo>
                  <a:lnTo>
                    <a:pt x="8342" y="4853"/>
                  </a:lnTo>
                  <a:lnTo>
                    <a:pt x="8342" y="4853"/>
                  </a:lnTo>
                  <a:cubicBezTo>
                    <a:pt x="8342" y="4853"/>
                    <a:pt x="8342" y="4852"/>
                    <a:pt x="8342" y="4852"/>
                  </a:cubicBezTo>
                  <a:close/>
                  <a:moveTo>
                    <a:pt x="2797" y="6438"/>
                  </a:moveTo>
                  <a:cubicBezTo>
                    <a:pt x="2797" y="6441"/>
                    <a:pt x="2797" y="6443"/>
                    <a:pt x="2797" y="6443"/>
                  </a:cubicBezTo>
                  <a:cubicBezTo>
                    <a:pt x="2797" y="6443"/>
                    <a:pt x="2797" y="6443"/>
                    <a:pt x="2797" y="6442"/>
                  </a:cubicBezTo>
                  <a:lnTo>
                    <a:pt x="2797" y="6438"/>
                  </a:lnTo>
                  <a:close/>
                  <a:moveTo>
                    <a:pt x="4291" y="0"/>
                  </a:moveTo>
                  <a:cubicBezTo>
                    <a:pt x="2927" y="0"/>
                    <a:pt x="1798" y="452"/>
                    <a:pt x="1122" y="954"/>
                  </a:cubicBezTo>
                  <a:cubicBezTo>
                    <a:pt x="730" y="1225"/>
                    <a:pt x="478" y="1536"/>
                    <a:pt x="308" y="1742"/>
                  </a:cubicBezTo>
                  <a:cubicBezTo>
                    <a:pt x="178" y="1931"/>
                    <a:pt x="108" y="2032"/>
                    <a:pt x="108" y="2032"/>
                  </a:cubicBezTo>
                  <a:cubicBezTo>
                    <a:pt x="1" y="2188"/>
                    <a:pt x="22" y="2403"/>
                    <a:pt x="166" y="2532"/>
                  </a:cubicBezTo>
                  <a:cubicBezTo>
                    <a:pt x="239" y="2598"/>
                    <a:pt x="331" y="2630"/>
                    <a:pt x="422" y="2630"/>
                  </a:cubicBezTo>
                  <a:cubicBezTo>
                    <a:pt x="526" y="2630"/>
                    <a:pt x="630" y="2588"/>
                    <a:pt x="705" y="2505"/>
                  </a:cubicBezTo>
                  <a:cubicBezTo>
                    <a:pt x="705" y="2505"/>
                    <a:pt x="788" y="2414"/>
                    <a:pt x="942" y="2243"/>
                  </a:cubicBezTo>
                  <a:cubicBezTo>
                    <a:pt x="1085" y="2114"/>
                    <a:pt x="1296" y="1921"/>
                    <a:pt x="1632" y="1730"/>
                  </a:cubicBezTo>
                  <a:cubicBezTo>
                    <a:pt x="1958" y="1541"/>
                    <a:pt x="2392" y="1366"/>
                    <a:pt x="2919" y="1272"/>
                  </a:cubicBezTo>
                  <a:cubicBezTo>
                    <a:pt x="3189" y="1226"/>
                    <a:pt x="3483" y="1201"/>
                    <a:pt x="3793" y="1201"/>
                  </a:cubicBezTo>
                  <a:cubicBezTo>
                    <a:pt x="4089" y="1201"/>
                    <a:pt x="4399" y="1224"/>
                    <a:pt x="4719" y="1272"/>
                  </a:cubicBezTo>
                  <a:cubicBezTo>
                    <a:pt x="5373" y="1379"/>
                    <a:pt x="6071" y="1601"/>
                    <a:pt x="6706" y="1974"/>
                  </a:cubicBezTo>
                  <a:cubicBezTo>
                    <a:pt x="7340" y="2343"/>
                    <a:pt x="7902" y="2884"/>
                    <a:pt x="8179" y="3532"/>
                  </a:cubicBezTo>
                  <a:cubicBezTo>
                    <a:pt x="8317" y="3855"/>
                    <a:pt x="8382" y="4205"/>
                    <a:pt x="8366" y="4567"/>
                  </a:cubicBezTo>
                  <a:cubicBezTo>
                    <a:pt x="8364" y="4657"/>
                    <a:pt x="8346" y="4750"/>
                    <a:pt x="8339" y="4840"/>
                  </a:cubicBezTo>
                  <a:lnTo>
                    <a:pt x="8335" y="4875"/>
                  </a:lnTo>
                  <a:lnTo>
                    <a:pt x="8335" y="4880"/>
                  </a:lnTo>
                  <a:lnTo>
                    <a:pt x="8321" y="4940"/>
                  </a:lnTo>
                  <a:lnTo>
                    <a:pt x="8280" y="5115"/>
                  </a:lnTo>
                  <a:lnTo>
                    <a:pt x="8199" y="5466"/>
                  </a:lnTo>
                  <a:cubicBezTo>
                    <a:pt x="8172" y="5582"/>
                    <a:pt x="8149" y="5710"/>
                    <a:pt x="8106" y="5778"/>
                  </a:cubicBezTo>
                  <a:cubicBezTo>
                    <a:pt x="8023" y="5942"/>
                    <a:pt x="7976" y="6113"/>
                    <a:pt x="7884" y="6278"/>
                  </a:cubicBezTo>
                  <a:cubicBezTo>
                    <a:pt x="7771" y="6436"/>
                    <a:pt x="7686" y="6617"/>
                    <a:pt x="7560" y="6761"/>
                  </a:cubicBezTo>
                  <a:cubicBezTo>
                    <a:pt x="7308" y="7048"/>
                    <a:pt x="7025" y="7307"/>
                    <a:pt x="6680" y="7473"/>
                  </a:cubicBezTo>
                  <a:cubicBezTo>
                    <a:pt x="6240" y="7707"/>
                    <a:pt x="5721" y="7835"/>
                    <a:pt x="5204" y="7835"/>
                  </a:cubicBezTo>
                  <a:cubicBezTo>
                    <a:pt x="4937" y="7835"/>
                    <a:pt x="4670" y="7800"/>
                    <a:pt x="4414" y="7729"/>
                  </a:cubicBezTo>
                  <a:lnTo>
                    <a:pt x="4137" y="7651"/>
                  </a:lnTo>
                  <a:cubicBezTo>
                    <a:pt x="4046" y="7621"/>
                    <a:pt x="3966" y="7573"/>
                    <a:pt x="3880" y="7539"/>
                  </a:cubicBezTo>
                  <a:cubicBezTo>
                    <a:pt x="3697" y="7477"/>
                    <a:pt x="3564" y="7361"/>
                    <a:pt x="3410" y="7269"/>
                  </a:cubicBezTo>
                  <a:cubicBezTo>
                    <a:pt x="3154" y="7048"/>
                    <a:pt x="2913" y="6809"/>
                    <a:pt x="2842" y="6522"/>
                  </a:cubicBezTo>
                  <a:lnTo>
                    <a:pt x="2797" y="6420"/>
                  </a:lnTo>
                  <a:lnTo>
                    <a:pt x="2792" y="6408"/>
                  </a:lnTo>
                  <a:cubicBezTo>
                    <a:pt x="2790" y="6400"/>
                    <a:pt x="2790" y="6397"/>
                    <a:pt x="2789" y="6397"/>
                  </a:cubicBezTo>
                  <a:lnTo>
                    <a:pt x="2789" y="6397"/>
                  </a:lnTo>
                  <a:cubicBezTo>
                    <a:pt x="2789" y="6397"/>
                    <a:pt x="2790" y="6399"/>
                    <a:pt x="2790" y="6403"/>
                  </a:cubicBezTo>
                  <a:lnTo>
                    <a:pt x="2790" y="6403"/>
                  </a:lnTo>
                  <a:lnTo>
                    <a:pt x="2788" y="6388"/>
                  </a:lnTo>
                  <a:lnTo>
                    <a:pt x="2772" y="6305"/>
                  </a:lnTo>
                  <a:cubicBezTo>
                    <a:pt x="2755" y="6201"/>
                    <a:pt x="2720" y="6063"/>
                    <a:pt x="2719" y="5988"/>
                  </a:cubicBezTo>
                  <a:cubicBezTo>
                    <a:pt x="2717" y="5914"/>
                    <a:pt x="2712" y="5843"/>
                    <a:pt x="2704" y="5769"/>
                  </a:cubicBezTo>
                  <a:lnTo>
                    <a:pt x="2716" y="5531"/>
                  </a:lnTo>
                  <a:cubicBezTo>
                    <a:pt x="2752" y="5225"/>
                    <a:pt x="2862" y="4963"/>
                    <a:pt x="3049" y="4756"/>
                  </a:cubicBezTo>
                  <a:cubicBezTo>
                    <a:pt x="3403" y="4362"/>
                    <a:pt x="4010" y="4158"/>
                    <a:pt x="4570" y="4158"/>
                  </a:cubicBezTo>
                  <a:cubicBezTo>
                    <a:pt x="4606" y="4158"/>
                    <a:pt x="4642" y="4158"/>
                    <a:pt x="4677" y="4160"/>
                  </a:cubicBezTo>
                  <a:lnTo>
                    <a:pt x="4894" y="4179"/>
                  </a:lnTo>
                  <a:lnTo>
                    <a:pt x="4922" y="4181"/>
                  </a:lnTo>
                  <a:lnTo>
                    <a:pt x="4927" y="4181"/>
                  </a:lnTo>
                  <a:lnTo>
                    <a:pt x="4957" y="4189"/>
                  </a:lnTo>
                  <a:lnTo>
                    <a:pt x="5086" y="4221"/>
                  </a:lnTo>
                  <a:lnTo>
                    <a:pt x="5214" y="4254"/>
                  </a:lnTo>
                  <a:lnTo>
                    <a:pt x="5258" y="4283"/>
                  </a:lnTo>
                  <a:cubicBezTo>
                    <a:pt x="5285" y="4306"/>
                    <a:pt x="5321" y="4294"/>
                    <a:pt x="5355" y="4332"/>
                  </a:cubicBezTo>
                  <a:cubicBezTo>
                    <a:pt x="5510" y="4426"/>
                    <a:pt x="5603" y="4568"/>
                    <a:pt x="5632" y="4737"/>
                  </a:cubicBezTo>
                  <a:cubicBezTo>
                    <a:pt x="5663" y="4905"/>
                    <a:pt x="5630" y="5079"/>
                    <a:pt x="5563" y="5214"/>
                  </a:cubicBezTo>
                  <a:cubicBezTo>
                    <a:pt x="5496" y="5353"/>
                    <a:pt x="5385" y="5428"/>
                    <a:pt x="5281" y="5494"/>
                  </a:cubicBezTo>
                  <a:cubicBezTo>
                    <a:pt x="5180" y="5547"/>
                    <a:pt x="5068" y="5564"/>
                    <a:pt x="4960" y="5564"/>
                  </a:cubicBezTo>
                  <a:cubicBezTo>
                    <a:pt x="4829" y="5564"/>
                    <a:pt x="4703" y="5538"/>
                    <a:pt x="4607" y="5517"/>
                  </a:cubicBezTo>
                  <a:cubicBezTo>
                    <a:pt x="4426" y="5454"/>
                    <a:pt x="4329" y="5421"/>
                    <a:pt x="4329" y="5421"/>
                  </a:cubicBezTo>
                  <a:lnTo>
                    <a:pt x="4261" y="5398"/>
                  </a:lnTo>
                  <a:cubicBezTo>
                    <a:pt x="4221" y="5384"/>
                    <a:pt x="4180" y="5378"/>
                    <a:pt x="4139" y="5378"/>
                  </a:cubicBezTo>
                  <a:cubicBezTo>
                    <a:pt x="4001" y="5378"/>
                    <a:pt x="3868" y="5454"/>
                    <a:pt x="3801" y="5585"/>
                  </a:cubicBezTo>
                  <a:cubicBezTo>
                    <a:pt x="3707" y="5771"/>
                    <a:pt x="3783" y="5998"/>
                    <a:pt x="3969" y="6092"/>
                  </a:cubicBezTo>
                  <a:cubicBezTo>
                    <a:pt x="3969" y="6092"/>
                    <a:pt x="4097" y="6157"/>
                    <a:pt x="4336" y="6278"/>
                  </a:cubicBezTo>
                  <a:cubicBezTo>
                    <a:pt x="4508" y="6334"/>
                    <a:pt x="4761" y="6445"/>
                    <a:pt x="5097" y="6445"/>
                  </a:cubicBezTo>
                  <a:cubicBezTo>
                    <a:pt x="5252" y="6445"/>
                    <a:pt x="5423" y="6422"/>
                    <a:pt x="5612" y="6359"/>
                  </a:cubicBezTo>
                  <a:cubicBezTo>
                    <a:pt x="5896" y="6249"/>
                    <a:pt x="6201" y="6056"/>
                    <a:pt x="6404" y="5745"/>
                  </a:cubicBezTo>
                  <a:cubicBezTo>
                    <a:pt x="6605" y="5439"/>
                    <a:pt x="6730" y="5050"/>
                    <a:pt x="6701" y="4620"/>
                  </a:cubicBezTo>
                  <a:cubicBezTo>
                    <a:pt x="6681" y="4195"/>
                    <a:pt x="6459" y="3719"/>
                    <a:pt x="6072" y="3412"/>
                  </a:cubicBezTo>
                  <a:cubicBezTo>
                    <a:pt x="5990" y="3325"/>
                    <a:pt x="5857" y="3262"/>
                    <a:pt x="5739" y="3194"/>
                  </a:cubicBezTo>
                  <a:lnTo>
                    <a:pt x="5553" y="3103"/>
                  </a:lnTo>
                  <a:lnTo>
                    <a:pt x="5428" y="3062"/>
                  </a:lnTo>
                  <a:lnTo>
                    <a:pt x="5302" y="3021"/>
                  </a:lnTo>
                  <a:lnTo>
                    <a:pt x="5238" y="3000"/>
                  </a:lnTo>
                  <a:lnTo>
                    <a:pt x="5222" y="2994"/>
                  </a:lnTo>
                  <a:lnTo>
                    <a:pt x="5143" y="2976"/>
                  </a:lnTo>
                  <a:lnTo>
                    <a:pt x="5103" y="2969"/>
                  </a:lnTo>
                  <a:cubicBezTo>
                    <a:pt x="4997" y="2952"/>
                    <a:pt x="4889" y="2935"/>
                    <a:pt x="4780" y="2918"/>
                  </a:cubicBezTo>
                  <a:cubicBezTo>
                    <a:pt x="4642" y="2903"/>
                    <a:pt x="4499" y="2895"/>
                    <a:pt x="4353" y="2895"/>
                  </a:cubicBezTo>
                  <a:cubicBezTo>
                    <a:pt x="3589" y="2895"/>
                    <a:pt x="2737" y="3118"/>
                    <a:pt x="2045" y="3791"/>
                  </a:cubicBezTo>
                  <a:cubicBezTo>
                    <a:pt x="1640" y="4186"/>
                    <a:pt x="1366" y="4749"/>
                    <a:pt x="1274" y="5317"/>
                  </a:cubicBezTo>
                  <a:lnTo>
                    <a:pt x="1229" y="5744"/>
                  </a:lnTo>
                  <a:cubicBezTo>
                    <a:pt x="1231" y="5894"/>
                    <a:pt x="1237" y="6047"/>
                    <a:pt x="1246" y="6199"/>
                  </a:cubicBezTo>
                  <a:cubicBezTo>
                    <a:pt x="1256" y="6350"/>
                    <a:pt x="1279" y="6434"/>
                    <a:pt x="1294" y="6555"/>
                  </a:cubicBezTo>
                  <a:lnTo>
                    <a:pt x="1308" y="6640"/>
                  </a:lnTo>
                  <a:lnTo>
                    <a:pt x="1315" y="6682"/>
                  </a:lnTo>
                  <a:lnTo>
                    <a:pt x="1316" y="6692"/>
                  </a:lnTo>
                  <a:cubicBezTo>
                    <a:pt x="1316" y="6692"/>
                    <a:pt x="1316" y="6692"/>
                    <a:pt x="1316" y="6692"/>
                  </a:cubicBezTo>
                  <a:lnTo>
                    <a:pt x="1316" y="6692"/>
                  </a:lnTo>
                  <a:cubicBezTo>
                    <a:pt x="1316" y="6692"/>
                    <a:pt x="1328" y="6754"/>
                    <a:pt x="1329" y="6754"/>
                  </a:cubicBezTo>
                  <a:cubicBezTo>
                    <a:pt x="1329" y="6754"/>
                    <a:pt x="1329" y="6752"/>
                    <a:pt x="1328" y="6747"/>
                  </a:cubicBezTo>
                  <a:lnTo>
                    <a:pt x="1328" y="6747"/>
                  </a:lnTo>
                  <a:lnTo>
                    <a:pt x="1336" y="6775"/>
                  </a:lnTo>
                  <a:lnTo>
                    <a:pt x="1410" y="6996"/>
                  </a:lnTo>
                  <a:cubicBezTo>
                    <a:pt x="1577" y="7613"/>
                    <a:pt x="2003" y="8096"/>
                    <a:pt x="2450" y="8487"/>
                  </a:cubicBezTo>
                  <a:cubicBezTo>
                    <a:pt x="2691" y="8657"/>
                    <a:pt x="2930" y="8845"/>
                    <a:pt x="3198" y="8956"/>
                  </a:cubicBezTo>
                  <a:cubicBezTo>
                    <a:pt x="3458" y="9098"/>
                    <a:pt x="3734" y="9184"/>
                    <a:pt x="4013" y="9261"/>
                  </a:cubicBezTo>
                  <a:cubicBezTo>
                    <a:pt x="4414" y="9373"/>
                    <a:pt x="4830" y="9429"/>
                    <a:pt x="5248" y="9429"/>
                  </a:cubicBezTo>
                  <a:cubicBezTo>
                    <a:pt x="5994" y="9429"/>
                    <a:pt x="6748" y="9252"/>
                    <a:pt x="7432" y="8900"/>
                  </a:cubicBezTo>
                  <a:cubicBezTo>
                    <a:pt x="7971" y="8634"/>
                    <a:pt x="8426" y="8219"/>
                    <a:pt x="8808" y="7765"/>
                  </a:cubicBezTo>
                  <a:cubicBezTo>
                    <a:pt x="8996" y="7537"/>
                    <a:pt x="9131" y="7276"/>
                    <a:pt x="9289" y="7030"/>
                  </a:cubicBezTo>
                  <a:cubicBezTo>
                    <a:pt x="9429" y="6771"/>
                    <a:pt x="9526" y="6473"/>
                    <a:pt x="9636" y="6195"/>
                  </a:cubicBezTo>
                  <a:cubicBezTo>
                    <a:pt x="9699" y="6043"/>
                    <a:pt x="9716" y="5933"/>
                    <a:pt x="9742" y="5815"/>
                  </a:cubicBezTo>
                  <a:lnTo>
                    <a:pt x="9819" y="5463"/>
                  </a:lnTo>
                  <a:lnTo>
                    <a:pt x="9856" y="5288"/>
                  </a:lnTo>
                  <a:lnTo>
                    <a:pt x="9875" y="5200"/>
                  </a:lnTo>
                  <a:lnTo>
                    <a:pt x="9877" y="5190"/>
                  </a:lnTo>
                  <a:lnTo>
                    <a:pt x="9890" y="5116"/>
                  </a:lnTo>
                  <a:lnTo>
                    <a:pt x="9892" y="5089"/>
                  </a:lnTo>
                  <a:lnTo>
                    <a:pt x="9897" y="5035"/>
                  </a:lnTo>
                  <a:cubicBezTo>
                    <a:pt x="9906" y="4889"/>
                    <a:pt x="9925" y="4745"/>
                    <a:pt x="9924" y="4599"/>
                  </a:cubicBezTo>
                  <a:cubicBezTo>
                    <a:pt x="9932" y="4015"/>
                    <a:pt x="9802" y="3425"/>
                    <a:pt x="9560" y="2911"/>
                  </a:cubicBezTo>
                  <a:cubicBezTo>
                    <a:pt x="9075" y="1866"/>
                    <a:pt x="8218" y="1179"/>
                    <a:pt x="7383" y="747"/>
                  </a:cubicBezTo>
                  <a:cubicBezTo>
                    <a:pt x="6539" y="304"/>
                    <a:pt x="5671" y="97"/>
                    <a:pt x="4866" y="27"/>
                  </a:cubicBezTo>
                  <a:cubicBezTo>
                    <a:pt x="4671" y="9"/>
                    <a:pt x="4479" y="0"/>
                    <a:pt x="42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49"/>
          <p:cNvSpPr txBox="1"/>
          <p:nvPr>
            <p:ph type="title"/>
          </p:nvPr>
        </p:nvSpPr>
        <p:spPr>
          <a:xfrm>
            <a:off x="720000" y="2926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TENSORFLOW</a:t>
            </a:r>
            <a:r>
              <a:rPr lang="en"/>
              <a:t> MODEL</a:t>
            </a:r>
            <a:endParaRPr>
              <a:solidFill>
                <a:schemeClr val="accent4"/>
              </a:solidFill>
            </a:endParaRPr>
          </a:p>
        </p:txBody>
      </p:sp>
      <p:graphicFrame>
        <p:nvGraphicFramePr>
          <p:cNvPr id="894" name="Google Shape;894;p49"/>
          <p:cNvGraphicFramePr/>
          <p:nvPr/>
        </p:nvGraphicFramePr>
        <p:xfrm>
          <a:off x="2311900" y="12539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{4EA3C5F1-3153-4BCC-9E6F-2AA2678B242B}</a:tableStyleId>
              </a:tblPr>
              <a:tblGrid>
                <a:gridCol w="2359350"/>
                <a:gridCol w="987550"/>
                <a:gridCol w="987550"/>
                <a:gridCol w="987550"/>
                <a:gridCol w="10341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4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precision</a:t>
                      </a:r>
                      <a:endParaRPr>
                        <a:solidFill>
                          <a:schemeClr val="accent4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recall</a:t>
                      </a:r>
                      <a:endParaRPr>
                        <a:solidFill>
                          <a:schemeClr val="accent4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f1-score</a:t>
                      </a:r>
                      <a:endParaRPr>
                        <a:solidFill>
                          <a:schemeClr val="accent4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support</a:t>
                      </a:r>
                      <a:endParaRPr>
                        <a:solidFill>
                          <a:schemeClr val="accent4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meningioma_tumor</a:t>
                      </a:r>
                      <a:endParaRPr>
                        <a:solidFill>
                          <a:schemeClr val="accent4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0.98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96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97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93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no_tumor</a:t>
                      </a:r>
                      <a:endParaRPr>
                        <a:solidFill>
                          <a:schemeClr val="accent4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96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0.98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51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pituitary_tumor</a:t>
                      </a:r>
                      <a:endParaRPr>
                        <a:solidFill>
                          <a:schemeClr val="accent4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98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98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98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96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glioma</a:t>
                      </a:r>
                      <a:endParaRPr>
                        <a:solidFill>
                          <a:schemeClr val="accent4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87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4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accuracy</a:t>
                      </a:r>
                      <a:endParaRPr>
                        <a:solidFill>
                          <a:schemeClr val="accent4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98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327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Macro avg</a:t>
                      </a:r>
                      <a:endParaRPr>
                        <a:solidFill>
                          <a:schemeClr val="accent4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98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98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98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327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Weighted avg</a:t>
                      </a:r>
                      <a:endParaRPr>
                        <a:solidFill>
                          <a:schemeClr val="accent4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98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98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98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327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895" name="Google Shape;895;p49"/>
          <p:cNvGrpSpPr/>
          <p:nvPr/>
        </p:nvGrpSpPr>
        <p:grpSpPr>
          <a:xfrm>
            <a:off x="313397" y="309745"/>
            <a:ext cx="607758" cy="707972"/>
            <a:chOff x="313397" y="282695"/>
            <a:chExt cx="607758" cy="707972"/>
          </a:xfrm>
        </p:grpSpPr>
        <p:sp>
          <p:nvSpPr>
            <p:cNvPr id="896" name="Google Shape;896;p49"/>
            <p:cNvSpPr/>
            <p:nvPr/>
          </p:nvSpPr>
          <p:spPr>
            <a:xfrm rot="-7589376">
              <a:off x="336564" y="591675"/>
              <a:ext cx="129450" cy="122894"/>
            </a:xfrm>
            <a:custGeom>
              <a:rect b="b" l="l" r="r" t="t"/>
              <a:pathLst>
                <a:path extrusionOk="0" h="9430" w="9933">
                  <a:moveTo>
                    <a:pt x="8342" y="4852"/>
                  </a:moveTo>
                  <a:lnTo>
                    <a:pt x="8342" y="4853"/>
                  </a:lnTo>
                  <a:lnTo>
                    <a:pt x="8342" y="4853"/>
                  </a:lnTo>
                  <a:lnTo>
                    <a:pt x="8342" y="4853"/>
                  </a:lnTo>
                  <a:cubicBezTo>
                    <a:pt x="8342" y="4853"/>
                    <a:pt x="8342" y="4852"/>
                    <a:pt x="8342" y="4852"/>
                  </a:cubicBezTo>
                  <a:close/>
                  <a:moveTo>
                    <a:pt x="2797" y="6438"/>
                  </a:moveTo>
                  <a:cubicBezTo>
                    <a:pt x="2797" y="6441"/>
                    <a:pt x="2797" y="6443"/>
                    <a:pt x="2797" y="6443"/>
                  </a:cubicBezTo>
                  <a:cubicBezTo>
                    <a:pt x="2797" y="6443"/>
                    <a:pt x="2797" y="6443"/>
                    <a:pt x="2797" y="6442"/>
                  </a:cubicBezTo>
                  <a:lnTo>
                    <a:pt x="2797" y="6438"/>
                  </a:lnTo>
                  <a:close/>
                  <a:moveTo>
                    <a:pt x="4291" y="0"/>
                  </a:moveTo>
                  <a:cubicBezTo>
                    <a:pt x="2927" y="0"/>
                    <a:pt x="1798" y="452"/>
                    <a:pt x="1122" y="954"/>
                  </a:cubicBezTo>
                  <a:cubicBezTo>
                    <a:pt x="730" y="1225"/>
                    <a:pt x="478" y="1536"/>
                    <a:pt x="308" y="1742"/>
                  </a:cubicBezTo>
                  <a:cubicBezTo>
                    <a:pt x="178" y="1931"/>
                    <a:pt x="108" y="2032"/>
                    <a:pt x="108" y="2032"/>
                  </a:cubicBezTo>
                  <a:cubicBezTo>
                    <a:pt x="1" y="2188"/>
                    <a:pt x="22" y="2403"/>
                    <a:pt x="166" y="2532"/>
                  </a:cubicBezTo>
                  <a:cubicBezTo>
                    <a:pt x="239" y="2598"/>
                    <a:pt x="331" y="2630"/>
                    <a:pt x="422" y="2630"/>
                  </a:cubicBezTo>
                  <a:cubicBezTo>
                    <a:pt x="526" y="2630"/>
                    <a:pt x="630" y="2588"/>
                    <a:pt x="705" y="2505"/>
                  </a:cubicBezTo>
                  <a:cubicBezTo>
                    <a:pt x="705" y="2505"/>
                    <a:pt x="788" y="2414"/>
                    <a:pt x="942" y="2243"/>
                  </a:cubicBezTo>
                  <a:cubicBezTo>
                    <a:pt x="1085" y="2114"/>
                    <a:pt x="1296" y="1921"/>
                    <a:pt x="1632" y="1730"/>
                  </a:cubicBezTo>
                  <a:cubicBezTo>
                    <a:pt x="1958" y="1541"/>
                    <a:pt x="2392" y="1366"/>
                    <a:pt x="2919" y="1272"/>
                  </a:cubicBezTo>
                  <a:cubicBezTo>
                    <a:pt x="3189" y="1226"/>
                    <a:pt x="3483" y="1201"/>
                    <a:pt x="3793" y="1201"/>
                  </a:cubicBezTo>
                  <a:cubicBezTo>
                    <a:pt x="4089" y="1201"/>
                    <a:pt x="4399" y="1224"/>
                    <a:pt x="4719" y="1272"/>
                  </a:cubicBezTo>
                  <a:cubicBezTo>
                    <a:pt x="5373" y="1379"/>
                    <a:pt x="6071" y="1601"/>
                    <a:pt x="6706" y="1974"/>
                  </a:cubicBezTo>
                  <a:cubicBezTo>
                    <a:pt x="7340" y="2343"/>
                    <a:pt x="7902" y="2884"/>
                    <a:pt x="8179" y="3532"/>
                  </a:cubicBezTo>
                  <a:cubicBezTo>
                    <a:pt x="8317" y="3855"/>
                    <a:pt x="8382" y="4205"/>
                    <a:pt x="8366" y="4567"/>
                  </a:cubicBezTo>
                  <a:cubicBezTo>
                    <a:pt x="8364" y="4657"/>
                    <a:pt x="8346" y="4750"/>
                    <a:pt x="8339" y="4840"/>
                  </a:cubicBezTo>
                  <a:lnTo>
                    <a:pt x="8335" y="4875"/>
                  </a:lnTo>
                  <a:lnTo>
                    <a:pt x="8335" y="4880"/>
                  </a:lnTo>
                  <a:lnTo>
                    <a:pt x="8321" y="4940"/>
                  </a:lnTo>
                  <a:lnTo>
                    <a:pt x="8280" y="5115"/>
                  </a:lnTo>
                  <a:lnTo>
                    <a:pt x="8199" y="5466"/>
                  </a:lnTo>
                  <a:cubicBezTo>
                    <a:pt x="8172" y="5582"/>
                    <a:pt x="8149" y="5710"/>
                    <a:pt x="8106" y="5778"/>
                  </a:cubicBezTo>
                  <a:cubicBezTo>
                    <a:pt x="8023" y="5942"/>
                    <a:pt x="7976" y="6113"/>
                    <a:pt x="7884" y="6278"/>
                  </a:cubicBezTo>
                  <a:cubicBezTo>
                    <a:pt x="7771" y="6436"/>
                    <a:pt x="7686" y="6617"/>
                    <a:pt x="7560" y="6761"/>
                  </a:cubicBezTo>
                  <a:cubicBezTo>
                    <a:pt x="7308" y="7048"/>
                    <a:pt x="7025" y="7307"/>
                    <a:pt x="6680" y="7473"/>
                  </a:cubicBezTo>
                  <a:cubicBezTo>
                    <a:pt x="6240" y="7707"/>
                    <a:pt x="5721" y="7835"/>
                    <a:pt x="5204" y="7835"/>
                  </a:cubicBezTo>
                  <a:cubicBezTo>
                    <a:pt x="4937" y="7835"/>
                    <a:pt x="4670" y="7800"/>
                    <a:pt x="4414" y="7729"/>
                  </a:cubicBezTo>
                  <a:lnTo>
                    <a:pt x="4137" y="7651"/>
                  </a:lnTo>
                  <a:cubicBezTo>
                    <a:pt x="4046" y="7621"/>
                    <a:pt x="3966" y="7573"/>
                    <a:pt x="3880" y="7539"/>
                  </a:cubicBezTo>
                  <a:cubicBezTo>
                    <a:pt x="3697" y="7477"/>
                    <a:pt x="3564" y="7361"/>
                    <a:pt x="3410" y="7269"/>
                  </a:cubicBezTo>
                  <a:cubicBezTo>
                    <a:pt x="3154" y="7048"/>
                    <a:pt x="2913" y="6809"/>
                    <a:pt x="2842" y="6522"/>
                  </a:cubicBezTo>
                  <a:lnTo>
                    <a:pt x="2797" y="6420"/>
                  </a:lnTo>
                  <a:lnTo>
                    <a:pt x="2792" y="6408"/>
                  </a:lnTo>
                  <a:cubicBezTo>
                    <a:pt x="2790" y="6400"/>
                    <a:pt x="2790" y="6397"/>
                    <a:pt x="2789" y="6397"/>
                  </a:cubicBezTo>
                  <a:lnTo>
                    <a:pt x="2789" y="6397"/>
                  </a:lnTo>
                  <a:cubicBezTo>
                    <a:pt x="2789" y="6397"/>
                    <a:pt x="2790" y="6399"/>
                    <a:pt x="2790" y="6403"/>
                  </a:cubicBezTo>
                  <a:lnTo>
                    <a:pt x="2790" y="6403"/>
                  </a:lnTo>
                  <a:lnTo>
                    <a:pt x="2788" y="6388"/>
                  </a:lnTo>
                  <a:lnTo>
                    <a:pt x="2772" y="6305"/>
                  </a:lnTo>
                  <a:cubicBezTo>
                    <a:pt x="2755" y="6201"/>
                    <a:pt x="2720" y="6063"/>
                    <a:pt x="2719" y="5988"/>
                  </a:cubicBezTo>
                  <a:cubicBezTo>
                    <a:pt x="2717" y="5914"/>
                    <a:pt x="2712" y="5843"/>
                    <a:pt x="2704" y="5769"/>
                  </a:cubicBezTo>
                  <a:lnTo>
                    <a:pt x="2716" y="5531"/>
                  </a:lnTo>
                  <a:cubicBezTo>
                    <a:pt x="2752" y="5225"/>
                    <a:pt x="2862" y="4963"/>
                    <a:pt x="3049" y="4756"/>
                  </a:cubicBezTo>
                  <a:cubicBezTo>
                    <a:pt x="3403" y="4362"/>
                    <a:pt x="4010" y="4158"/>
                    <a:pt x="4570" y="4158"/>
                  </a:cubicBezTo>
                  <a:cubicBezTo>
                    <a:pt x="4606" y="4158"/>
                    <a:pt x="4642" y="4158"/>
                    <a:pt x="4677" y="4160"/>
                  </a:cubicBezTo>
                  <a:lnTo>
                    <a:pt x="4894" y="4179"/>
                  </a:lnTo>
                  <a:lnTo>
                    <a:pt x="4922" y="4181"/>
                  </a:lnTo>
                  <a:lnTo>
                    <a:pt x="4927" y="4181"/>
                  </a:lnTo>
                  <a:lnTo>
                    <a:pt x="4957" y="4189"/>
                  </a:lnTo>
                  <a:lnTo>
                    <a:pt x="5086" y="4221"/>
                  </a:lnTo>
                  <a:lnTo>
                    <a:pt x="5214" y="4254"/>
                  </a:lnTo>
                  <a:lnTo>
                    <a:pt x="5258" y="4283"/>
                  </a:lnTo>
                  <a:cubicBezTo>
                    <a:pt x="5285" y="4306"/>
                    <a:pt x="5321" y="4294"/>
                    <a:pt x="5355" y="4332"/>
                  </a:cubicBezTo>
                  <a:cubicBezTo>
                    <a:pt x="5510" y="4426"/>
                    <a:pt x="5603" y="4568"/>
                    <a:pt x="5632" y="4737"/>
                  </a:cubicBezTo>
                  <a:cubicBezTo>
                    <a:pt x="5663" y="4905"/>
                    <a:pt x="5630" y="5079"/>
                    <a:pt x="5563" y="5214"/>
                  </a:cubicBezTo>
                  <a:cubicBezTo>
                    <a:pt x="5496" y="5353"/>
                    <a:pt x="5385" y="5428"/>
                    <a:pt x="5281" y="5494"/>
                  </a:cubicBezTo>
                  <a:cubicBezTo>
                    <a:pt x="5180" y="5547"/>
                    <a:pt x="5068" y="5564"/>
                    <a:pt x="4960" y="5564"/>
                  </a:cubicBezTo>
                  <a:cubicBezTo>
                    <a:pt x="4829" y="5564"/>
                    <a:pt x="4703" y="5538"/>
                    <a:pt x="4607" y="5517"/>
                  </a:cubicBezTo>
                  <a:cubicBezTo>
                    <a:pt x="4426" y="5454"/>
                    <a:pt x="4329" y="5421"/>
                    <a:pt x="4329" y="5421"/>
                  </a:cubicBezTo>
                  <a:lnTo>
                    <a:pt x="4261" y="5398"/>
                  </a:lnTo>
                  <a:cubicBezTo>
                    <a:pt x="4221" y="5384"/>
                    <a:pt x="4180" y="5378"/>
                    <a:pt x="4139" y="5378"/>
                  </a:cubicBezTo>
                  <a:cubicBezTo>
                    <a:pt x="4001" y="5378"/>
                    <a:pt x="3868" y="5454"/>
                    <a:pt x="3801" y="5585"/>
                  </a:cubicBezTo>
                  <a:cubicBezTo>
                    <a:pt x="3707" y="5771"/>
                    <a:pt x="3783" y="5998"/>
                    <a:pt x="3969" y="6092"/>
                  </a:cubicBezTo>
                  <a:cubicBezTo>
                    <a:pt x="3969" y="6092"/>
                    <a:pt x="4097" y="6157"/>
                    <a:pt x="4336" y="6278"/>
                  </a:cubicBezTo>
                  <a:cubicBezTo>
                    <a:pt x="4508" y="6334"/>
                    <a:pt x="4761" y="6445"/>
                    <a:pt x="5097" y="6445"/>
                  </a:cubicBezTo>
                  <a:cubicBezTo>
                    <a:pt x="5252" y="6445"/>
                    <a:pt x="5423" y="6422"/>
                    <a:pt x="5612" y="6359"/>
                  </a:cubicBezTo>
                  <a:cubicBezTo>
                    <a:pt x="5896" y="6249"/>
                    <a:pt x="6201" y="6056"/>
                    <a:pt x="6404" y="5745"/>
                  </a:cubicBezTo>
                  <a:cubicBezTo>
                    <a:pt x="6605" y="5439"/>
                    <a:pt x="6730" y="5050"/>
                    <a:pt x="6701" y="4620"/>
                  </a:cubicBezTo>
                  <a:cubicBezTo>
                    <a:pt x="6681" y="4195"/>
                    <a:pt x="6459" y="3719"/>
                    <a:pt x="6072" y="3412"/>
                  </a:cubicBezTo>
                  <a:cubicBezTo>
                    <a:pt x="5990" y="3325"/>
                    <a:pt x="5857" y="3262"/>
                    <a:pt x="5739" y="3194"/>
                  </a:cubicBezTo>
                  <a:lnTo>
                    <a:pt x="5553" y="3103"/>
                  </a:lnTo>
                  <a:lnTo>
                    <a:pt x="5428" y="3062"/>
                  </a:lnTo>
                  <a:lnTo>
                    <a:pt x="5302" y="3021"/>
                  </a:lnTo>
                  <a:lnTo>
                    <a:pt x="5238" y="3000"/>
                  </a:lnTo>
                  <a:lnTo>
                    <a:pt x="5222" y="2994"/>
                  </a:lnTo>
                  <a:lnTo>
                    <a:pt x="5143" y="2976"/>
                  </a:lnTo>
                  <a:lnTo>
                    <a:pt x="5103" y="2969"/>
                  </a:lnTo>
                  <a:cubicBezTo>
                    <a:pt x="4997" y="2952"/>
                    <a:pt x="4889" y="2935"/>
                    <a:pt x="4780" y="2918"/>
                  </a:cubicBezTo>
                  <a:cubicBezTo>
                    <a:pt x="4642" y="2903"/>
                    <a:pt x="4499" y="2895"/>
                    <a:pt x="4353" y="2895"/>
                  </a:cubicBezTo>
                  <a:cubicBezTo>
                    <a:pt x="3589" y="2895"/>
                    <a:pt x="2737" y="3118"/>
                    <a:pt x="2045" y="3791"/>
                  </a:cubicBezTo>
                  <a:cubicBezTo>
                    <a:pt x="1640" y="4186"/>
                    <a:pt x="1366" y="4749"/>
                    <a:pt x="1274" y="5317"/>
                  </a:cubicBezTo>
                  <a:lnTo>
                    <a:pt x="1229" y="5744"/>
                  </a:lnTo>
                  <a:cubicBezTo>
                    <a:pt x="1231" y="5894"/>
                    <a:pt x="1237" y="6047"/>
                    <a:pt x="1246" y="6199"/>
                  </a:cubicBezTo>
                  <a:cubicBezTo>
                    <a:pt x="1256" y="6350"/>
                    <a:pt x="1279" y="6434"/>
                    <a:pt x="1294" y="6555"/>
                  </a:cubicBezTo>
                  <a:lnTo>
                    <a:pt x="1308" y="6640"/>
                  </a:lnTo>
                  <a:lnTo>
                    <a:pt x="1315" y="6682"/>
                  </a:lnTo>
                  <a:lnTo>
                    <a:pt x="1316" y="6692"/>
                  </a:lnTo>
                  <a:cubicBezTo>
                    <a:pt x="1316" y="6692"/>
                    <a:pt x="1316" y="6692"/>
                    <a:pt x="1316" y="6692"/>
                  </a:cubicBezTo>
                  <a:lnTo>
                    <a:pt x="1316" y="6692"/>
                  </a:lnTo>
                  <a:cubicBezTo>
                    <a:pt x="1316" y="6692"/>
                    <a:pt x="1328" y="6754"/>
                    <a:pt x="1329" y="6754"/>
                  </a:cubicBezTo>
                  <a:cubicBezTo>
                    <a:pt x="1329" y="6754"/>
                    <a:pt x="1329" y="6752"/>
                    <a:pt x="1328" y="6747"/>
                  </a:cubicBezTo>
                  <a:lnTo>
                    <a:pt x="1328" y="6747"/>
                  </a:lnTo>
                  <a:lnTo>
                    <a:pt x="1336" y="6775"/>
                  </a:lnTo>
                  <a:lnTo>
                    <a:pt x="1410" y="6996"/>
                  </a:lnTo>
                  <a:cubicBezTo>
                    <a:pt x="1577" y="7613"/>
                    <a:pt x="2003" y="8096"/>
                    <a:pt x="2450" y="8487"/>
                  </a:cubicBezTo>
                  <a:cubicBezTo>
                    <a:pt x="2691" y="8657"/>
                    <a:pt x="2930" y="8845"/>
                    <a:pt x="3198" y="8956"/>
                  </a:cubicBezTo>
                  <a:cubicBezTo>
                    <a:pt x="3458" y="9098"/>
                    <a:pt x="3734" y="9184"/>
                    <a:pt x="4013" y="9261"/>
                  </a:cubicBezTo>
                  <a:cubicBezTo>
                    <a:pt x="4414" y="9373"/>
                    <a:pt x="4830" y="9429"/>
                    <a:pt x="5248" y="9429"/>
                  </a:cubicBezTo>
                  <a:cubicBezTo>
                    <a:pt x="5994" y="9429"/>
                    <a:pt x="6748" y="9252"/>
                    <a:pt x="7432" y="8900"/>
                  </a:cubicBezTo>
                  <a:cubicBezTo>
                    <a:pt x="7971" y="8634"/>
                    <a:pt x="8426" y="8219"/>
                    <a:pt x="8808" y="7765"/>
                  </a:cubicBezTo>
                  <a:cubicBezTo>
                    <a:pt x="8996" y="7537"/>
                    <a:pt x="9131" y="7276"/>
                    <a:pt x="9289" y="7030"/>
                  </a:cubicBezTo>
                  <a:cubicBezTo>
                    <a:pt x="9429" y="6771"/>
                    <a:pt x="9526" y="6473"/>
                    <a:pt x="9636" y="6195"/>
                  </a:cubicBezTo>
                  <a:cubicBezTo>
                    <a:pt x="9699" y="6043"/>
                    <a:pt x="9716" y="5933"/>
                    <a:pt x="9742" y="5815"/>
                  </a:cubicBezTo>
                  <a:lnTo>
                    <a:pt x="9819" y="5463"/>
                  </a:lnTo>
                  <a:lnTo>
                    <a:pt x="9856" y="5288"/>
                  </a:lnTo>
                  <a:lnTo>
                    <a:pt x="9875" y="5200"/>
                  </a:lnTo>
                  <a:lnTo>
                    <a:pt x="9877" y="5190"/>
                  </a:lnTo>
                  <a:lnTo>
                    <a:pt x="9890" y="5116"/>
                  </a:lnTo>
                  <a:lnTo>
                    <a:pt x="9892" y="5089"/>
                  </a:lnTo>
                  <a:lnTo>
                    <a:pt x="9897" y="5035"/>
                  </a:lnTo>
                  <a:cubicBezTo>
                    <a:pt x="9906" y="4889"/>
                    <a:pt x="9925" y="4745"/>
                    <a:pt x="9924" y="4599"/>
                  </a:cubicBezTo>
                  <a:cubicBezTo>
                    <a:pt x="9932" y="4015"/>
                    <a:pt x="9802" y="3425"/>
                    <a:pt x="9560" y="2911"/>
                  </a:cubicBezTo>
                  <a:cubicBezTo>
                    <a:pt x="9075" y="1866"/>
                    <a:pt x="8218" y="1179"/>
                    <a:pt x="7383" y="747"/>
                  </a:cubicBezTo>
                  <a:cubicBezTo>
                    <a:pt x="6539" y="304"/>
                    <a:pt x="5671" y="97"/>
                    <a:pt x="4866" y="27"/>
                  </a:cubicBezTo>
                  <a:cubicBezTo>
                    <a:pt x="4671" y="9"/>
                    <a:pt x="4479" y="0"/>
                    <a:pt x="429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97" name="Google Shape;897;p49"/>
            <p:cNvGrpSpPr/>
            <p:nvPr/>
          </p:nvGrpSpPr>
          <p:grpSpPr>
            <a:xfrm>
              <a:off x="318147" y="307775"/>
              <a:ext cx="215307" cy="202145"/>
              <a:chOff x="1833125" y="-1256125"/>
              <a:chExt cx="283150" cy="265875"/>
            </a:xfrm>
          </p:grpSpPr>
          <p:sp>
            <p:nvSpPr>
              <p:cNvPr id="898" name="Google Shape;898;p49"/>
              <p:cNvSpPr/>
              <p:nvPr/>
            </p:nvSpPr>
            <p:spPr>
              <a:xfrm>
                <a:off x="1833125" y="-1256125"/>
                <a:ext cx="283150" cy="265875"/>
              </a:xfrm>
              <a:custGeom>
                <a:rect b="b" l="l" r="r" t="t"/>
                <a:pathLst>
                  <a:path extrusionOk="0" h="10635" w="11326">
                    <a:moveTo>
                      <a:pt x="4274" y="1"/>
                    </a:moveTo>
                    <a:cubicBezTo>
                      <a:pt x="4225" y="1"/>
                      <a:pt x="4179" y="10"/>
                      <a:pt x="4137" y="29"/>
                    </a:cubicBezTo>
                    <a:cubicBezTo>
                      <a:pt x="3416" y="349"/>
                      <a:pt x="3871" y="3263"/>
                      <a:pt x="3687" y="3430"/>
                    </a:cubicBezTo>
                    <a:cubicBezTo>
                      <a:pt x="3504" y="3598"/>
                      <a:pt x="1" y="3518"/>
                      <a:pt x="1" y="4388"/>
                    </a:cubicBezTo>
                    <a:cubicBezTo>
                      <a:pt x="2" y="4908"/>
                      <a:pt x="3404" y="6362"/>
                      <a:pt x="3422" y="6664"/>
                    </a:cubicBezTo>
                    <a:cubicBezTo>
                      <a:pt x="3438" y="6966"/>
                      <a:pt x="3258" y="10635"/>
                      <a:pt x="4044" y="10635"/>
                    </a:cubicBezTo>
                    <a:cubicBezTo>
                      <a:pt x="4044" y="10635"/>
                      <a:pt x="4044" y="10635"/>
                      <a:pt x="4044" y="10635"/>
                    </a:cubicBezTo>
                    <a:cubicBezTo>
                      <a:pt x="4697" y="10634"/>
                      <a:pt x="6170" y="7986"/>
                      <a:pt x="6421" y="7936"/>
                    </a:cubicBezTo>
                    <a:cubicBezTo>
                      <a:pt x="6425" y="7935"/>
                      <a:pt x="6430" y="7934"/>
                      <a:pt x="6436" y="7934"/>
                    </a:cubicBezTo>
                    <a:cubicBezTo>
                      <a:pt x="6734" y="7934"/>
                      <a:pt x="9058" y="9063"/>
                      <a:pt x="9794" y="9063"/>
                    </a:cubicBezTo>
                    <a:cubicBezTo>
                      <a:pt x="9887" y="9063"/>
                      <a:pt x="9955" y="9045"/>
                      <a:pt x="9990" y="9004"/>
                    </a:cubicBezTo>
                    <a:cubicBezTo>
                      <a:pt x="10308" y="8635"/>
                      <a:pt x="8597" y="5756"/>
                      <a:pt x="8831" y="5405"/>
                    </a:cubicBezTo>
                    <a:cubicBezTo>
                      <a:pt x="9065" y="5051"/>
                      <a:pt x="11325" y="2420"/>
                      <a:pt x="11107" y="1984"/>
                    </a:cubicBezTo>
                    <a:cubicBezTo>
                      <a:pt x="11064" y="1899"/>
                      <a:pt x="10881" y="1865"/>
                      <a:pt x="10613" y="1865"/>
                    </a:cubicBezTo>
                    <a:cubicBezTo>
                      <a:pt x="9595" y="1865"/>
                      <a:pt x="7345" y="2350"/>
                      <a:pt x="6826" y="2350"/>
                    </a:cubicBezTo>
                    <a:cubicBezTo>
                      <a:pt x="6784" y="2350"/>
                      <a:pt x="6753" y="2347"/>
                      <a:pt x="6735" y="2340"/>
                    </a:cubicBezTo>
                    <a:cubicBezTo>
                      <a:pt x="6467" y="2230"/>
                      <a:pt x="5042" y="1"/>
                      <a:pt x="427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9" name="Google Shape;899;p49"/>
              <p:cNvSpPr/>
              <p:nvPr/>
            </p:nvSpPr>
            <p:spPr>
              <a:xfrm>
                <a:off x="1926950" y="-1092125"/>
                <a:ext cx="9850" cy="43675"/>
              </a:xfrm>
              <a:custGeom>
                <a:rect b="b" l="l" r="r" t="t"/>
                <a:pathLst>
                  <a:path extrusionOk="0" h="1747" w="394">
                    <a:moveTo>
                      <a:pt x="227" y="1"/>
                    </a:moveTo>
                    <a:cubicBezTo>
                      <a:pt x="227" y="1"/>
                      <a:pt x="183" y="103"/>
                      <a:pt x="135" y="267"/>
                    </a:cubicBezTo>
                    <a:cubicBezTo>
                      <a:pt x="84" y="429"/>
                      <a:pt x="41" y="654"/>
                      <a:pt x="0" y="878"/>
                    </a:cubicBezTo>
                    <a:cubicBezTo>
                      <a:pt x="6" y="1095"/>
                      <a:pt x="16" y="1313"/>
                      <a:pt x="41" y="1475"/>
                    </a:cubicBezTo>
                    <a:cubicBezTo>
                      <a:pt x="63" y="1639"/>
                      <a:pt x="92" y="1747"/>
                      <a:pt x="92" y="1747"/>
                    </a:cubicBezTo>
                    <a:lnTo>
                      <a:pt x="252" y="1746"/>
                    </a:lnTo>
                    <a:cubicBezTo>
                      <a:pt x="252" y="1746"/>
                      <a:pt x="281" y="1637"/>
                      <a:pt x="302" y="1474"/>
                    </a:cubicBezTo>
                    <a:cubicBezTo>
                      <a:pt x="325" y="1311"/>
                      <a:pt x="333" y="1093"/>
                      <a:pt x="338" y="876"/>
                    </a:cubicBezTo>
                    <a:cubicBezTo>
                      <a:pt x="366" y="672"/>
                      <a:pt x="390" y="468"/>
                      <a:pt x="391" y="308"/>
                    </a:cubicBezTo>
                    <a:cubicBezTo>
                      <a:pt x="393" y="151"/>
                      <a:pt x="382" y="38"/>
                      <a:pt x="382" y="38"/>
                    </a:cubicBezTo>
                    <a:lnTo>
                      <a:pt x="2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0" name="Google Shape;900;p49"/>
              <p:cNvSpPr/>
              <p:nvPr/>
            </p:nvSpPr>
            <p:spPr>
              <a:xfrm>
                <a:off x="1994950" y="-1081800"/>
                <a:ext cx="52675" cy="25025"/>
              </a:xfrm>
              <a:custGeom>
                <a:rect b="b" l="l" r="r" t="t"/>
                <a:pathLst>
                  <a:path extrusionOk="0" h="1001" w="2107">
                    <a:moveTo>
                      <a:pt x="62" y="1"/>
                    </a:moveTo>
                    <a:lnTo>
                      <a:pt x="0" y="148"/>
                    </a:lnTo>
                    <a:cubicBezTo>
                      <a:pt x="0" y="148"/>
                      <a:pt x="117" y="228"/>
                      <a:pt x="301" y="327"/>
                    </a:cubicBezTo>
                    <a:cubicBezTo>
                      <a:pt x="483" y="429"/>
                      <a:pt x="735" y="545"/>
                      <a:pt x="989" y="656"/>
                    </a:cubicBezTo>
                    <a:cubicBezTo>
                      <a:pt x="1246" y="758"/>
                      <a:pt x="1505" y="856"/>
                      <a:pt x="1706" y="914"/>
                    </a:cubicBezTo>
                    <a:cubicBezTo>
                      <a:pt x="1906" y="974"/>
                      <a:pt x="2045" y="1000"/>
                      <a:pt x="2045" y="1000"/>
                    </a:cubicBezTo>
                    <a:lnTo>
                      <a:pt x="2106" y="853"/>
                    </a:lnTo>
                    <a:cubicBezTo>
                      <a:pt x="2106" y="853"/>
                      <a:pt x="1990" y="773"/>
                      <a:pt x="1806" y="673"/>
                    </a:cubicBezTo>
                    <a:cubicBezTo>
                      <a:pt x="1624" y="571"/>
                      <a:pt x="1372" y="456"/>
                      <a:pt x="1119" y="345"/>
                    </a:cubicBezTo>
                    <a:cubicBezTo>
                      <a:pt x="860" y="243"/>
                      <a:pt x="602" y="145"/>
                      <a:pt x="401" y="88"/>
                    </a:cubicBezTo>
                    <a:cubicBezTo>
                      <a:pt x="200" y="28"/>
                      <a:pt x="62" y="1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01" name="Google Shape;901;p49"/>
            <p:cNvGrpSpPr/>
            <p:nvPr/>
          </p:nvGrpSpPr>
          <p:grpSpPr>
            <a:xfrm>
              <a:off x="533439" y="402076"/>
              <a:ext cx="260764" cy="189589"/>
              <a:chOff x="1875439" y="-474637"/>
              <a:chExt cx="260764" cy="189589"/>
            </a:xfrm>
          </p:grpSpPr>
          <p:sp>
            <p:nvSpPr>
              <p:cNvPr id="902" name="Google Shape;902;p49"/>
              <p:cNvSpPr/>
              <p:nvPr/>
            </p:nvSpPr>
            <p:spPr>
              <a:xfrm>
                <a:off x="1893557" y="-474637"/>
                <a:ext cx="69748" cy="42951"/>
              </a:xfrm>
              <a:custGeom>
                <a:rect b="b" l="l" r="r" t="t"/>
                <a:pathLst>
                  <a:path extrusionOk="0" h="1699" w="2759">
                    <a:moveTo>
                      <a:pt x="1306" y="0"/>
                    </a:moveTo>
                    <a:cubicBezTo>
                      <a:pt x="1110" y="0"/>
                      <a:pt x="909" y="62"/>
                      <a:pt x="723" y="209"/>
                    </a:cubicBezTo>
                    <a:cubicBezTo>
                      <a:pt x="1" y="777"/>
                      <a:pt x="995" y="1699"/>
                      <a:pt x="1751" y="1699"/>
                    </a:cubicBezTo>
                    <a:cubicBezTo>
                      <a:pt x="1946" y="1699"/>
                      <a:pt x="2125" y="1638"/>
                      <a:pt x="2255" y="1493"/>
                    </a:cubicBezTo>
                    <a:cubicBezTo>
                      <a:pt x="2758" y="933"/>
                      <a:pt x="2067" y="0"/>
                      <a:pt x="130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3" name="Google Shape;903;p49"/>
              <p:cNvSpPr/>
              <p:nvPr/>
            </p:nvSpPr>
            <p:spPr>
              <a:xfrm>
                <a:off x="2085769" y="-367360"/>
                <a:ext cx="50434" cy="51293"/>
              </a:xfrm>
              <a:custGeom>
                <a:rect b="b" l="l" r="r" t="t"/>
                <a:pathLst>
                  <a:path extrusionOk="0" h="2029" w="1995">
                    <a:moveTo>
                      <a:pt x="926" y="0"/>
                    </a:moveTo>
                    <a:cubicBezTo>
                      <a:pt x="860" y="0"/>
                      <a:pt x="790" y="11"/>
                      <a:pt x="716" y="34"/>
                    </a:cubicBezTo>
                    <a:cubicBezTo>
                      <a:pt x="0" y="255"/>
                      <a:pt x="108" y="2029"/>
                      <a:pt x="948" y="2029"/>
                    </a:cubicBezTo>
                    <a:cubicBezTo>
                      <a:pt x="994" y="2029"/>
                      <a:pt x="1042" y="2024"/>
                      <a:pt x="1093" y="2012"/>
                    </a:cubicBezTo>
                    <a:cubicBezTo>
                      <a:pt x="1994" y="1812"/>
                      <a:pt x="1791" y="0"/>
                      <a:pt x="92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4" name="Google Shape;904;p49"/>
              <p:cNvSpPr/>
              <p:nvPr/>
            </p:nvSpPr>
            <p:spPr>
              <a:xfrm rot="2945411">
                <a:off x="1886118" y="-346551"/>
                <a:ext cx="50433" cy="51296"/>
              </a:xfrm>
              <a:custGeom>
                <a:rect b="b" l="l" r="r" t="t"/>
                <a:pathLst>
                  <a:path extrusionOk="0" h="2029" w="1995">
                    <a:moveTo>
                      <a:pt x="926" y="0"/>
                    </a:moveTo>
                    <a:cubicBezTo>
                      <a:pt x="860" y="0"/>
                      <a:pt x="790" y="11"/>
                      <a:pt x="716" y="34"/>
                    </a:cubicBezTo>
                    <a:cubicBezTo>
                      <a:pt x="0" y="255"/>
                      <a:pt x="108" y="2029"/>
                      <a:pt x="948" y="2029"/>
                    </a:cubicBezTo>
                    <a:cubicBezTo>
                      <a:pt x="994" y="2029"/>
                      <a:pt x="1042" y="2024"/>
                      <a:pt x="1093" y="2012"/>
                    </a:cubicBezTo>
                    <a:cubicBezTo>
                      <a:pt x="1994" y="1812"/>
                      <a:pt x="1791" y="0"/>
                      <a:pt x="92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05" name="Google Shape;905;p49"/>
            <p:cNvGrpSpPr/>
            <p:nvPr/>
          </p:nvGrpSpPr>
          <p:grpSpPr>
            <a:xfrm rot="-1259399">
              <a:off x="558828" y="609463"/>
              <a:ext cx="312436" cy="336409"/>
              <a:chOff x="5937634" y="3212099"/>
              <a:chExt cx="281975" cy="303637"/>
            </a:xfrm>
          </p:grpSpPr>
          <p:sp>
            <p:nvSpPr>
              <p:cNvPr id="906" name="Google Shape;906;p49"/>
              <p:cNvSpPr/>
              <p:nvPr/>
            </p:nvSpPr>
            <p:spPr>
              <a:xfrm>
                <a:off x="5937634" y="3212099"/>
                <a:ext cx="281975" cy="303637"/>
              </a:xfrm>
              <a:custGeom>
                <a:rect b="b" l="l" r="r" t="t"/>
                <a:pathLst>
                  <a:path extrusionOk="0" h="7261" w="6743">
                    <a:moveTo>
                      <a:pt x="3951" y="0"/>
                    </a:moveTo>
                    <a:cubicBezTo>
                      <a:pt x="3856" y="0"/>
                      <a:pt x="3789" y="10"/>
                      <a:pt x="3762" y="27"/>
                    </a:cubicBezTo>
                    <a:cubicBezTo>
                      <a:pt x="3549" y="150"/>
                      <a:pt x="3421" y="1002"/>
                      <a:pt x="3421" y="1002"/>
                    </a:cubicBezTo>
                    <a:cubicBezTo>
                      <a:pt x="3421" y="1002"/>
                      <a:pt x="3282" y="27"/>
                      <a:pt x="2892" y="27"/>
                    </a:cubicBezTo>
                    <a:cubicBezTo>
                      <a:pt x="2502" y="27"/>
                      <a:pt x="426" y="80"/>
                      <a:pt x="213" y="3202"/>
                    </a:cubicBezTo>
                    <a:cubicBezTo>
                      <a:pt x="0" y="6324"/>
                      <a:pt x="1952" y="7123"/>
                      <a:pt x="2449" y="7212"/>
                    </a:cubicBezTo>
                    <a:cubicBezTo>
                      <a:pt x="2562" y="7232"/>
                      <a:pt x="2672" y="7242"/>
                      <a:pt x="2776" y="7242"/>
                    </a:cubicBezTo>
                    <a:cubicBezTo>
                      <a:pt x="3126" y="7242"/>
                      <a:pt x="3397" y="7125"/>
                      <a:pt x="3425" y="6893"/>
                    </a:cubicBezTo>
                    <a:cubicBezTo>
                      <a:pt x="3460" y="6591"/>
                      <a:pt x="3495" y="5810"/>
                      <a:pt x="3549" y="5810"/>
                    </a:cubicBezTo>
                    <a:cubicBezTo>
                      <a:pt x="3602" y="5810"/>
                      <a:pt x="3564" y="6813"/>
                      <a:pt x="3619" y="6964"/>
                    </a:cubicBezTo>
                    <a:cubicBezTo>
                      <a:pt x="3686" y="7142"/>
                      <a:pt x="3993" y="7260"/>
                      <a:pt x="4402" y="7260"/>
                    </a:cubicBezTo>
                    <a:cubicBezTo>
                      <a:pt x="4652" y="7260"/>
                      <a:pt x="4939" y="7216"/>
                      <a:pt x="5232" y="7114"/>
                    </a:cubicBezTo>
                    <a:cubicBezTo>
                      <a:pt x="6031" y="6835"/>
                      <a:pt x="6743" y="5650"/>
                      <a:pt x="6636" y="2883"/>
                    </a:cubicBezTo>
                    <a:cubicBezTo>
                      <a:pt x="6543" y="472"/>
                      <a:pt x="4594" y="0"/>
                      <a:pt x="395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7" name="Google Shape;907;p49"/>
              <p:cNvSpPr/>
              <p:nvPr/>
            </p:nvSpPr>
            <p:spPr>
              <a:xfrm>
                <a:off x="6078057" y="3277251"/>
                <a:ext cx="12796" cy="153010"/>
              </a:xfrm>
              <a:custGeom>
                <a:rect b="b" l="l" r="r" t="t"/>
                <a:pathLst>
                  <a:path extrusionOk="0" h="3659" w="306">
                    <a:moveTo>
                      <a:pt x="30" y="1"/>
                    </a:moveTo>
                    <a:cubicBezTo>
                      <a:pt x="30" y="1"/>
                      <a:pt x="29" y="1"/>
                      <a:pt x="28" y="1"/>
                    </a:cubicBezTo>
                    <a:cubicBezTo>
                      <a:pt x="12" y="3"/>
                      <a:pt x="0" y="17"/>
                      <a:pt x="1" y="33"/>
                    </a:cubicBezTo>
                    <a:cubicBezTo>
                      <a:pt x="109" y="1214"/>
                      <a:pt x="235" y="2446"/>
                      <a:pt x="161" y="3628"/>
                    </a:cubicBezTo>
                    <a:cubicBezTo>
                      <a:pt x="160" y="3648"/>
                      <a:pt x="175" y="3659"/>
                      <a:pt x="191" y="3659"/>
                    </a:cubicBezTo>
                    <a:cubicBezTo>
                      <a:pt x="205" y="3659"/>
                      <a:pt x="218" y="3651"/>
                      <a:pt x="220" y="3635"/>
                    </a:cubicBezTo>
                    <a:cubicBezTo>
                      <a:pt x="266" y="3335"/>
                      <a:pt x="286" y="3032"/>
                      <a:pt x="293" y="2730"/>
                    </a:cubicBezTo>
                    <a:cubicBezTo>
                      <a:pt x="306" y="2125"/>
                      <a:pt x="263" y="1521"/>
                      <a:pt x="192" y="921"/>
                    </a:cubicBezTo>
                    <a:cubicBezTo>
                      <a:pt x="157" y="622"/>
                      <a:pt x="111" y="323"/>
                      <a:pt x="61" y="26"/>
                    </a:cubicBezTo>
                    <a:cubicBezTo>
                      <a:pt x="58" y="11"/>
                      <a:pt x="45" y="1"/>
                      <a:pt x="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8" name="Google Shape;908;p49"/>
              <p:cNvSpPr/>
              <p:nvPr/>
            </p:nvSpPr>
            <p:spPr>
              <a:xfrm>
                <a:off x="5989571" y="3235810"/>
                <a:ext cx="82255" cy="37259"/>
              </a:xfrm>
              <a:custGeom>
                <a:rect b="b" l="l" r="r" t="t"/>
                <a:pathLst>
                  <a:path extrusionOk="0" h="891" w="1967">
                    <a:moveTo>
                      <a:pt x="634" y="0"/>
                    </a:moveTo>
                    <a:cubicBezTo>
                      <a:pt x="296" y="0"/>
                      <a:pt x="1" y="487"/>
                      <a:pt x="250" y="766"/>
                    </a:cubicBezTo>
                    <a:cubicBezTo>
                      <a:pt x="342" y="855"/>
                      <a:pt x="434" y="890"/>
                      <a:pt x="526" y="890"/>
                    </a:cubicBezTo>
                    <a:cubicBezTo>
                      <a:pt x="883" y="890"/>
                      <a:pt x="1230" y="351"/>
                      <a:pt x="1524" y="351"/>
                    </a:cubicBezTo>
                    <a:cubicBezTo>
                      <a:pt x="1664" y="351"/>
                      <a:pt x="1793" y="473"/>
                      <a:pt x="1905" y="833"/>
                    </a:cubicBezTo>
                    <a:cubicBezTo>
                      <a:pt x="1910" y="846"/>
                      <a:pt x="1921" y="854"/>
                      <a:pt x="1933" y="854"/>
                    </a:cubicBezTo>
                    <a:cubicBezTo>
                      <a:pt x="1936" y="854"/>
                      <a:pt x="1938" y="854"/>
                      <a:pt x="1940" y="853"/>
                    </a:cubicBezTo>
                    <a:cubicBezTo>
                      <a:pt x="1957" y="850"/>
                      <a:pt x="1966" y="834"/>
                      <a:pt x="1963" y="818"/>
                    </a:cubicBezTo>
                    <a:cubicBezTo>
                      <a:pt x="1930" y="678"/>
                      <a:pt x="1889" y="537"/>
                      <a:pt x="1802" y="409"/>
                    </a:cubicBezTo>
                    <a:cubicBezTo>
                      <a:pt x="1725" y="292"/>
                      <a:pt x="1627" y="248"/>
                      <a:pt x="1524" y="248"/>
                    </a:cubicBezTo>
                    <a:cubicBezTo>
                      <a:pt x="1339" y="248"/>
                      <a:pt x="1135" y="389"/>
                      <a:pt x="995" y="504"/>
                    </a:cubicBezTo>
                    <a:cubicBezTo>
                      <a:pt x="857" y="603"/>
                      <a:pt x="685" y="769"/>
                      <a:pt x="521" y="769"/>
                    </a:cubicBezTo>
                    <a:cubicBezTo>
                      <a:pt x="458" y="769"/>
                      <a:pt x="396" y="745"/>
                      <a:pt x="338" y="685"/>
                    </a:cubicBezTo>
                    <a:cubicBezTo>
                      <a:pt x="170" y="500"/>
                      <a:pt x="358" y="153"/>
                      <a:pt x="579" y="96"/>
                    </a:cubicBezTo>
                    <a:cubicBezTo>
                      <a:pt x="603" y="88"/>
                      <a:pt x="628" y="84"/>
                      <a:pt x="653" y="84"/>
                    </a:cubicBezTo>
                    <a:cubicBezTo>
                      <a:pt x="751" y="84"/>
                      <a:pt x="847" y="141"/>
                      <a:pt x="918" y="224"/>
                    </a:cubicBezTo>
                    <a:cubicBezTo>
                      <a:pt x="923" y="230"/>
                      <a:pt x="931" y="234"/>
                      <a:pt x="940" y="234"/>
                    </a:cubicBezTo>
                    <a:cubicBezTo>
                      <a:pt x="946" y="234"/>
                      <a:pt x="952" y="232"/>
                      <a:pt x="958" y="227"/>
                    </a:cubicBezTo>
                    <a:cubicBezTo>
                      <a:pt x="971" y="217"/>
                      <a:pt x="973" y="199"/>
                      <a:pt x="964" y="186"/>
                    </a:cubicBezTo>
                    <a:cubicBezTo>
                      <a:pt x="918" y="127"/>
                      <a:pt x="863" y="72"/>
                      <a:pt x="792" y="38"/>
                    </a:cubicBezTo>
                    <a:cubicBezTo>
                      <a:pt x="739" y="12"/>
                      <a:pt x="686" y="0"/>
                      <a:pt x="6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9" name="Google Shape;909;p49"/>
              <p:cNvSpPr/>
              <p:nvPr/>
            </p:nvSpPr>
            <p:spPr>
              <a:xfrm>
                <a:off x="5959546" y="3290381"/>
                <a:ext cx="121229" cy="53317"/>
              </a:xfrm>
              <a:custGeom>
                <a:rect b="b" l="l" r="r" t="t"/>
                <a:pathLst>
                  <a:path extrusionOk="0" h="1275" w="2899">
                    <a:moveTo>
                      <a:pt x="601" y="0"/>
                    </a:moveTo>
                    <a:cubicBezTo>
                      <a:pt x="428" y="0"/>
                      <a:pt x="238" y="103"/>
                      <a:pt x="19" y="371"/>
                    </a:cubicBezTo>
                    <a:cubicBezTo>
                      <a:pt x="0" y="392"/>
                      <a:pt x="22" y="419"/>
                      <a:pt x="44" y="419"/>
                    </a:cubicBezTo>
                    <a:cubicBezTo>
                      <a:pt x="51" y="419"/>
                      <a:pt x="59" y="416"/>
                      <a:pt x="65" y="409"/>
                    </a:cubicBezTo>
                    <a:cubicBezTo>
                      <a:pt x="190" y="279"/>
                      <a:pt x="336" y="140"/>
                      <a:pt x="515" y="105"/>
                    </a:cubicBezTo>
                    <a:cubicBezTo>
                      <a:pt x="540" y="100"/>
                      <a:pt x="564" y="97"/>
                      <a:pt x="588" y="97"/>
                    </a:cubicBezTo>
                    <a:cubicBezTo>
                      <a:pt x="735" y="97"/>
                      <a:pt x="871" y="191"/>
                      <a:pt x="982" y="304"/>
                    </a:cubicBezTo>
                    <a:cubicBezTo>
                      <a:pt x="1322" y="632"/>
                      <a:pt x="1554" y="1172"/>
                      <a:pt x="2067" y="1272"/>
                    </a:cubicBezTo>
                    <a:cubicBezTo>
                      <a:pt x="2096" y="1274"/>
                      <a:pt x="2124" y="1275"/>
                      <a:pt x="2153" y="1275"/>
                    </a:cubicBezTo>
                    <a:cubicBezTo>
                      <a:pt x="2340" y="1275"/>
                      <a:pt x="2524" y="1228"/>
                      <a:pt x="2653" y="1078"/>
                    </a:cubicBezTo>
                    <a:cubicBezTo>
                      <a:pt x="2899" y="770"/>
                      <a:pt x="2393" y="246"/>
                      <a:pt x="2103" y="246"/>
                    </a:cubicBezTo>
                    <a:cubicBezTo>
                      <a:pt x="1977" y="246"/>
                      <a:pt x="1892" y="346"/>
                      <a:pt x="1929" y="607"/>
                    </a:cubicBezTo>
                    <a:cubicBezTo>
                      <a:pt x="1931" y="624"/>
                      <a:pt x="1944" y="632"/>
                      <a:pt x="1958" y="632"/>
                    </a:cubicBezTo>
                    <a:cubicBezTo>
                      <a:pt x="1974" y="632"/>
                      <a:pt x="1991" y="620"/>
                      <a:pt x="1987" y="598"/>
                    </a:cubicBezTo>
                    <a:cubicBezTo>
                      <a:pt x="1962" y="404"/>
                      <a:pt x="2017" y="329"/>
                      <a:pt x="2105" y="329"/>
                    </a:cubicBezTo>
                    <a:cubicBezTo>
                      <a:pt x="2323" y="329"/>
                      <a:pt x="2738" y="795"/>
                      <a:pt x="2560" y="1008"/>
                    </a:cubicBezTo>
                    <a:cubicBezTo>
                      <a:pt x="2419" y="1116"/>
                      <a:pt x="2291" y="1161"/>
                      <a:pt x="2171" y="1161"/>
                    </a:cubicBezTo>
                    <a:cubicBezTo>
                      <a:pt x="1562" y="1161"/>
                      <a:pt x="1180" y="0"/>
                      <a:pt x="6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0" name="Google Shape;910;p49"/>
              <p:cNvSpPr/>
              <p:nvPr/>
            </p:nvSpPr>
            <p:spPr>
              <a:xfrm>
                <a:off x="5972343" y="3360467"/>
                <a:ext cx="99902" cy="101240"/>
              </a:xfrm>
              <a:custGeom>
                <a:rect b="b" l="l" r="r" t="t"/>
                <a:pathLst>
                  <a:path extrusionOk="0" h="2421" w="2389">
                    <a:moveTo>
                      <a:pt x="1342" y="0"/>
                    </a:moveTo>
                    <a:cubicBezTo>
                      <a:pt x="1025" y="0"/>
                      <a:pt x="755" y="101"/>
                      <a:pt x="718" y="395"/>
                    </a:cubicBezTo>
                    <a:cubicBezTo>
                      <a:pt x="739" y="883"/>
                      <a:pt x="1157" y="1199"/>
                      <a:pt x="1472" y="1510"/>
                    </a:cubicBezTo>
                    <a:cubicBezTo>
                      <a:pt x="1572" y="1612"/>
                      <a:pt x="1652" y="1726"/>
                      <a:pt x="1634" y="1847"/>
                    </a:cubicBezTo>
                    <a:cubicBezTo>
                      <a:pt x="1620" y="1910"/>
                      <a:pt x="1593" y="1971"/>
                      <a:pt x="1559" y="2026"/>
                    </a:cubicBezTo>
                    <a:cubicBezTo>
                      <a:pt x="1460" y="2217"/>
                      <a:pt x="1241" y="2300"/>
                      <a:pt x="1004" y="2300"/>
                    </a:cubicBezTo>
                    <a:cubicBezTo>
                      <a:pt x="585" y="2300"/>
                      <a:pt x="108" y="2041"/>
                      <a:pt x="124" y="1662"/>
                    </a:cubicBezTo>
                    <a:cubicBezTo>
                      <a:pt x="128" y="1423"/>
                      <a:pt x="308" y="1311"/>
                      <a:pt x="479" y="1311"/>
                    </a:cubicBezTo>
                    <a:cubicBezTo>
                      <a:pt x="679" y="1311"/>
                      <a:pt x="867" y="1466"/>
                      <a:pt x="740" y="1752"/>
                    </a:cubicBezTo>
                    <a:cubicBezTo>
                      <a:pt x="731" y="1768"/>
                      <a:pt x="738" y="1789"/>
                      <a:pt x="755" y="1796"/>
                    </a:cubicBezTo>
                    <a:cubicBezTo>
                      <a:pt x="758" y="1797"/>
                      <a:pt x="761" y="1797"/>
                      <a:pt x="764" y="1797"/>
                    </a:cubicBezTo>
                    <a:cubicBezTo>
                      <a:pt x="807" y="1797"/>
                      <a:pt x="819" y="1701"/>
                      <a:pt x="835" y="1668"/>
                    </a:cubicBezTo>
                    <a:cubicBezTo>
                      <a:pt x="868" y="1550"/>
                      <a:pt x="841" y="1412"/>
                      <a:pt x="743" y="1329"/>
                    </a:cubicBezTo>
                    <a:cubicBezTo>
                      <a:pt x="660" y="1255"/>
                      <a:pt x="563" y="1222"/>
                      <a:pt x="467" y="1222"/>
                    </a:cubicBezTo>
                    <a:cubicBezTo>
                      <a:pt x="244" y="1222"/>
                      <a:pt x="29" y="1401"/>
                      <a:pt x="23" y="1655"/>
                    </a:cubicBezTo>
                    <a:cubicBezTo>
                      <a:pt x="0" y="2117"/>
                      <a:pt x="528" y="2420"/>
                      <a:pt x="1005" y="2420"/>
                    </a:cubicBezTo>
                    <a:cubicBezTo>
                      <a:pt x="1279" y="2420"/>
                      <a:pt x="1536" y="2321"/>
                      <a:pt x="1663" y="2094"/>
                    </a:cubicBezTo>
                    <a:cubicBezTo>
                      <a:pt x="2045" y="1529"/>
                      <a:pt x="1174" y="1230"/>
                      <a:pt x="965" y="784"/>
                    </a:cubicBezTo>
                    <a:cubicBezTo>
                      <a:pt x="633" y="266"/>
                      <a:pt x="962" y="98"/>
                      <a:pt x="1394" y="98"/>
                    </a:cubicBezTo>
                    <a:cubicBezTo>
                      <a:pt x="1732" y="98"/>
                      <a:pt x="2134" y="201"/>
                      <a:pt x="2331" y="319"/>
                    </a:cubicBezTo>
                    <a:cubicBezTo>
                      <a:pt x="2336" y="322"/>
                      <a:pt x="2341" y="323"/>
                      <a:pt x="2346" y="323"/>
                    </a:cubicBezTo>
                    <a:cubicBezTo>
                      <a:pt x="2372" y="323"/>
                      <a:pt x="2389" y="284"/>
                      <a:pt x="2361" y="267"/>
                    </a:cubicBezTo>
                    <a:cubicBezTo>
                      <a:pt x="2160" y="142"/>
                      <a:pt x="1718" y="0"/>
                      <a:pt x="13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1" name="Google Shape;911;p49"/>
              <p:cNvSpPr/>
              <p:nvPr/>
            </p:nvSpPr>
            <p:spPr>
              <a:xfrm>
                <a:off x="6097921" y="3235851"/>
                <a:ext cx="82046" cy="37218"/>
              </a:xfrm>
              <a:custGeom>
                <a:rect b="b" l="l" r="r" t="t"/>
                <a:pathLst>
                  <a:path extrusionOk="0" h="890" w="1962">
                    <a:moveTo>
                      <a:pt x="1314" y="0"/>
                    </a:moveTo>
                    <a:cubicBezTo>
                      <a:pt x="1202" y="0"/>
                      <a:pt x="1088" y="54"/>
                      <a:pt x="998" y="185"/>
                    </a:cubicBezTo>
                    <a:cubicBezTo>
                      <a:pt x="981" y="206"/>
                      <a:pt x="1002" y="233"/>
                      <a:pt x="1023" y="233"/>
                    </a:cubicBezTo>
                    <a:cubicBezTo>
                      <a:pt x="1031" y="233"/>
                      <a:pt x="1038" y="230"/>
                      <a:pt x="1045" y="223"/>
                    </a:cubicBezTo>
                    <a:cubicBezTo>
                      <a:pt x="1113" y="140"/>
                      <a:pt x="1210" y="83"/>
                      <a:pt x="1307" y="83"/>
                    </a:cubicBezTo>
                    <a:cubicBezTo>
                      <a:pt x="1332" y="83"/>
                      <a:pt x="1356" y="87"/>
                      <a:pt x="1381" y="95"/>
                    </a:cubicBezTo>
                    <a:cubicBezTo>
                      <a:pt x="1601" y="154"/>
                      <a:pt x="1784" y="499"/>
                      <a:pt x="1620" y="684"/>
                    </a:cubicBezTo>
                    <a:cubicBezTo>
                      <a:pt x="1562" y="744"/>
                      <a:pt x="1501" y="768"/>
                      <a:pt x="1439" y="768"/>
                    </a:cubicBezTo>
                    <a:cubicBezTo>
                      <a:pt x="1275" y="768"/>
                      <a:pt x="1104" y="602"/>
                      <a:pt x="967" y="503"/>
                    </a:cubicBezTo>
                    <a:cubicBezTo>
                      <a:pt x="768" y="335"/>
                      <a:pt x="595" y="248"/>
                      <a:pt x="451" y="248"/>
                    </a:cubicBezTo>
                    <a:cubicBezTo>
                      <a:pt x="239" y="248"/>
                      <a:pt x="88" y="434"/>
                      <a:pt x="6" y="817"/>
                    </a:cubicBezTo>
                    <a:cubicBezTo>
                      <a:pt x="1" y="839"/>
                      <a:pt x="19" y="853"/>
                      <a:pt x="36" y="853"/>
                    </a:cubicBezTo>
                    <a:cubicBezTo>
                      <a:pt x="48" y="853"/>
                      <a:pt x="59" y="846"/>
                      <a:pt x="63" y="832"/>
                    </a:cubicBezTo>
                    <a:cubicBezTo>
                      <a:pt x="175" y="472"/>
                      <a:pt x="302" y="350"/>
                      <a:pt x="441" y="350"/>
                    </a:cubicBezTo>
                    <a:cubicBezTo>
                      <a:pt x="734" y="350"/>
                      <a:pt x="1078" y="889"/>
                      <a:pt x="1433" y="889"/>
                    </a:cubicBezTo>
                    <a:cubicBezTo>
                      <a:pt x="1524" y="889"/>
                      <a:pt x="1616" y="854"/>
                      <a:pt x="1708" y="764"/>
                    </a:cubicBezTo>
                    <a:cubicBezTo>
                      <a:pt x="1962" y="447"/>
                      <a:pt x="1640" y="0"/>
                      <a:pt x="13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2" name="Google Shape;912;p49"/>
              <p:cNvSpPr/>
              <p:nvPr/>
            </p:nvSpPr>
            <p:spPr>
              <a:xfrm>
                <a:off x="6088177" y="3290716"/>
                <a:ext cx="121313" cy="53108"/>
              </a:xfrm>
              <a:custGeom>
                <a:rect b="b" l="l" r="r" t="t"/>
                <a:pathLst>
                  <a:path extrusionOk="0" h="1270" w="2901">
                    <a:moveTo>
                      <a:pt x="2318" y="0"/>
                    </a:moveTo>
                    <a:cubicBezTo>
                      <a:pt x="1657" y="0"/>
                      <a:pt x="1408" y="1147"/>
                      <a:pt x="750" y="1147"/>
                    </a:cubicBezTo>
                    <a:cubicBezTo>
                      <a:pt x="694" y="1147"/>
                      <a:pt x="634" y="1139"/>
                      <a:pt x="571" y="1120"/>
                    </a:cubicBezTo>
                    <a:cubicBezTo>
                      <a:pt x="1" y="997"/>
                      <a:pt x="548" y="321"/>
                      <a:pt x="811" y="321"/>
                    </a:cubicBezTo>
                    <a:cubicBezTo>
                      <a:pt x="899" y="321"/>
                      <a:pt x="955" y="396"/>
                      <a:pt x="928" y="590"/>
                    </a:cubicBezTo>
                    <a:cubicBezTo>
                      <a:pt x="925" y="612"/>
                      <a:pt x="942" y="624"/>
                      <a:pt x="958" y="624"/>
                    </a:cubicBezTo>
                    <a:cubicBezTo>
                      <a:pt x="972" y="624"/>
                      <a:pt x="985" y="616"/>
                      <a:pt x="987" y="599"/>
                    </a:cubicBezTo>
                    <a:cubicBezTo>
                      <a:pt x="1023" y="337"/>
                      <a:pt x="939" y="237"/>
                      <a:pt x="813" y="237"/>
                    </a:cubicBezTo>
                    <a:cubicBezTo>
                      <a:pt x="526" y="237"/>
                      <a:pt x="25" y="760"/>
                      <a:pt x="266" y="1068"/>
                    </a:cubicBezTo>
                    <a:cubicBezTo>
                      <a:pt x="385" y="1204"/>
                      <a:pt x="562" y="1269"/>
                      <a:pt x="740" y="1269"/>
                    </a:cubicBezTo>
                    <a:cubicBezTo>
                      <a:pt x="882" y="1269"/>
                      <a:pt x="1025" y="1228"/>
                      <a:pt x="1140" y="1149"/>
                    </a:cubicBezTo>
                    <a:cubicBezTo>
                      <a:pt x="1579" y="870"/>
                      <a:pt x="1883" y="92"/>
                      <a:pt x="2330" y="92"/>
                    </a:cubicBezTo>
                    <a:cubicBezTo>
                      <a:pt x="2480" y="92"/>
                      <a:pt x="2645" y="179"/>
                      <a:pt x="2837" y="401"/>
                    </a:cubicBezTo>
                    <a:cubicBezTo>
                      <a:pt x="2843" y="408"/>
                      <a:pt x="2851" y="412"/>
                      <a:pt x="2858" y="412"/>
                    </a:cubicBezTo>
                    <a:cubicBezTo>
                      <a:pt x="2880" y="412"/>
                      <a:pt x="2901" y="384"/>
                      <a:pt x="2882" y="363"/>
                    </a:cubicBezTo>
                    <a:cubicBezTo>
                      <a:pt x="2754" y="211"/>
                      <a:pt x="2611" y="60"/>
                      <a:pt x="2409" y="7"/>
                    </a:cubicBezTo>
                    <a:cubicBezTo>
                      <a:pt x="2378" y="2"/>
                      <a:pt x="2347" y="0"/>
                      <a:pt x="23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3" name="Google Shape;913;p49"/>
              <p:cNvSpPr/>
              <p:nvPr/>
            </p:nvSpPr>
            <p:spPr>
              <a:xfrm>
                <a:off x="6097544" y="3360760"/>
                <a:ext cx="107429" cy="100947"/>
              </a:xfrm>
              <a:custGeom>
                <a:rect b="b" l="l" r="r" t="t"/>
                <a:pathLst>
                  <a:path extrusionOk="0" h="2414" w="2569">
                    <a:moveTo>
                      <a:pt x="1015" y="0"/>
                    </a:moveTo>
                    <a:cubicBezTo>
                      <a:pt x="665" y="0"/>
                      <a:pt x="260" y="110"/>
                      <a:pt x="29" y="261"/>
                    </a:cubicBezTo>
                    <a:cubicBezTo>
                      <a:pt x="0" y="276"/>
                      <a:pt x="18" y="317"/>
                      <a:pt x="43" y="317"/>
                    </a:cubicBezTo>
                    <a:cubicBezTo>
                      <a:pt x="48" y="317"/>
                      <a:pt x="53" y="315"/>
                      <a:pt x="57" y="312"/>
                    </a:cubicBezTo>
                    <a:cubicBezTo>
                      <a:pt x="284" y="195"/>
                      <a:pt x="646" y="87"/>
                      <a:pt x="971" y="87"/>
                    </a:cubicBezTo>
                    <a:cubicBezTo>
                      <a:pt x="1169" y="87"/>
                      <a:pt x="1354" y="127"/>
                      <a:pt x="1485" y="231"/>
                    </a:cubicBezTo>
                    <a:cubicBezTo>
                      <a:pt x="1697" y="484"/>
                      <a:pt x="1331" y="922"/>
                      <a:pt x="1146" y="1112"/>
                    </a:cubicBezTo>
                    <a:cubicBezTo>
                      <a:pt x="747" y="1483"/>
                      <a:pt x="350" y="1763"/>
                      <a:pt x="879" y="2268"/>
                    </a:cubicBezTo>
                    <a:cubicBezTo>
                      <a:pt x="1010" y="2369"/>
                      <a:pt x="1184" y="2414"/>
                      <a:pt x="1366" y="2414"/>
                    </a:cubicBezTo>
                    <a:cubicBezTo>
                      <a:pt x="1928" y="2414"/>
                      <a:pt x="2569" y="1986"/>
                      <a:pt x="2279" y="1415"/>
                    </a:cubicBezTo>
                    <a:cubicBezTo>
                      <a:pt x="2207" y="1283"/>
                      <a:pt x="2061" y="1219"/>
                      <a:pt x="1917" y="1219"/>
                    </a:cubicBezTo>
                    <a:cubicBezTo>
                      <a:pt x="1728" y="1219"/>
                      <a:pt x="1543" y="1329"/>
                      <a:pt x="1532" y="1542"/>
                    </a:cubicBezTo>
                    <a:cubicBezTo>
                      <a:pt x="1523" y="1623"/>
                      <a:pt x="1556" y="1700"/>
                      <a:pt x="1586" y="1774"/>
                    </a:cubicBezTo>
                    <a:cubicBezTo>
                      <a:pt x="1591" y="1785"/>
                      <a:pt x="1602" y="1791"/>
                      <a:pt x="1613" y="1791"/>
                    </a:cubicBezTo>
                    <a:cubicBezTo>
                      <a:pt x="1617" y="1791"/>
                      <a:pt x="1622" y="1790"/>
                      <a:pt x="1626" y="1788"/>
                    </a:cubicBezTo>
                    <a:cubicBezTo>
                      <a:pt x="1641" y="1780"/>
                      <a:pt x="1647" y="1760"/>
                      <a:pt x="1639" y="1745"/>
                    </a:cubicBezTo>
                    <a:cubicBezTo>
                      <a:pt x="1513" y="1460"/>
                      <a:pt x="1699" y="1304"/>
                      <a:pt x="1898" y="1304"/>
                    </a:cubicBezTo>
                    <a:cubicBezTo>
                      <a:pt x="2067" y="1304"/>
                      <a:pt x="2245" y="1416"/>
                      <a:pt x="2250" y="1654"/>
                    </a:cubicBezTo>
                    <a:cubicBezTo>
                      <a:pt x="2267" y="2033"/>
                      <a:pt x="1792" y="2293"/>
                      <a:pt x="1376" y="2293"/>
                    </a:cubicBezTo>
                    <a:cubicBezTo>
                      <a:pt x="1141" y="2293"/>
                      <a:pt x="925" y="2211"/>
                      <a:pt x="826" y="2019"/>
                    </a:cubicBezTo>
                    <a:cubicBezTo>
                      <a:pt x="792" y="1963"/>
                      <a:pt x="766" y="1903"/>
                      <a:pt x="752" y="1840"/>
                    </a:cubicBezTo>
                    <a:cubicBezTo>
                      <a:pt x="734" y="1720"/>
                      <a:pt x="812" y="1605"/>
                      <a:pt x="911" y="1503"/>
                    </a:cubicBezTo>
                    <a:cubicBezTo>
                      <a:pt x="1118" y="1296"/>
                      <a:pt x="1365" y="1102"/>
                      <a:pt x="1515" y="838"/>
                    </a:cubicBezTo>
                    <a:cubicBezTo>
                      <a:pt x="1885" y="216"/>
                      <a:pt x="1505" y="0"/>
                      <a:pt x="10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" name="Google Shape;914;p49"/>
              <p:cNvSpPr/>
              <p:nvPr/>
            </p:nvSpPr>
            <p:spPr>
              <a:xfrm>
                <a:off x="6108919" y="3486505"/>
                <a:ext cx="68246" cy="21578"/>
              </a:xfrm>
              <a:custGeom>
                <a:rect b="b" l="l" r="r" t="t"/>
                <a:pathLst>
                  <a:path extrusionOk="0" h="516" w="1632">
                    <a:moveTo>
                      <a:pt x="1589" y="1"/>
                    </a:moveTo>
                    <a:cubicBezTo>
                      <a:pt x="1583" y="1"/>
                      <a:pt x="1577" y="3"/>
                      <a:pt x="1572" y="7"/>
                    </a:cubicBezTo>
                    <a:cubicBezTo>
                      <a:pt x="1220" y="260"/>
                      <a:pt x="796" y="405"/>
                      <a:pt x="366" y="405"/>
                    </a:cubicBezTo>
                    <a:cubicBezTo>
                      <a:pt x="260" y="405"/>
                      <a:pt x="153" y="396"/>
                      <a:pt x="47" y="378"/>
                    </a:cubicBezTo>
                    <a:cubicBezTo>
                      <a:pt x="45" y="378"/>
                      <a:pt x="43" y="377"/>
                      <a:pt x="41" y="377"/>
                    </a:cubicBezTo>
                    <a:cubicBezTo>
                      <a:pt x="12" y="377"/>
                      <a:pt x="1" y="423"/>
                      <a:pt x="32" y="435"/>
                    </a:cubicBezTo>
                    <a:cubicBezTo>
                      <a:pt x="181" y="489"/>
                      <a:pt x="340" y="515"/>
                      <a:pt x="499" y="515"/>
                    </a:cubicBezTo>
                    <a:cubicBezTo>
                      <a:pt x="910" y="515"/>
                      <a:pt x="1327" y="343"/>
                      <a:pt x="1611" y="51"/>
                    </a:cubicBezTo>
                    <a:cubicBezTo>
                      <a:pt x="1631" y="31"/>
                      <a:pt x="1612" y="1"/>
                      <a:pt x="15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" name="Google Shape;915;p49"/>
              <p:cNvSpPr/>
              <p:nvPr/>
            </p:nvSpPr>
            <p:spPr>
              <a:xfrm>
                <a:off x="6028420" y="3218121"/>
                <a:ext cx="32827" cy="7485"/>
              </a:xfrm>
              <a:custGeom>
                <a:rect b="b" l="l" r="r" t="t"/>
                <a:pathLst>
                  <a:path extrusionOk="0" h="179" w="785">
                    <a:moveTo>
                      <a:pt x="476" y="0"/>
                    </a:moveTo>
                    <a:cubicBezTo>
                      <a:pt x="319" y="0"/>
                      <a:pt x="160" y="42"/>
                      <a:pt x="26" y="123"/>
                    </a:cubicBezTo>
                    <a:cubicBezTo>
                      <a:pt x="1" y="138"/>
                      <a:pt x="13" y="179"/>
                      <a:pt x="41" y="179"/>
                    </a:cubicBezTo>
                    <a:cubicBezTo>
                      <a:pt x="43" y="179"/>
                      <a:pt x="44" y="179"/>
                      <a:pt x="46" y="179"/>
                    </a:cubicBezTo>
                    <a:cubicBezTo>
                      <a:pt x="282" y="142"/>
                      <a:pt x="505" y="115"/>
                      <a:pt x="746" y="105"/>
                    </a:cubicBezTo>
                    <a:cubicBezTo>
                      <a:pt x="777" y="104"/>
                      <a:pt x="785" y="56"/>
                      <a:pt x="754" y="47"/>
                    </a:cubicBezTo>
                    <a:cubicBezTo>
                      <a:pt x="666" y="16"/>
                      <a:pt x="571" y="0"/>
                      <a:pt x="47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" name="Google Shape;916;p49"/>
              <p:cNvSpPr/>
              <p:nvPr/>
            </p:nvSpPr>
            <p:spPr>
              <a:xfrm>
                <a:off x="6044018" y="3427794"/>
                <a:ext cx="32618" cy="59381"/>
              </a:xfrm>
              <a:custGeom>
                <a:rect b="b" l="l" r="r" t="t"/>
                <a:pathLst>
                  <a:path extrusionOk="0" h="1420" w="780">
                    <a:moveTo>
                      <a:pt x="399" y="0"/>
                    </a:moveTo>
                    <a:cubicBezTo>
                      <a:pt x="379" y="0"/>
                      <a:pt x="359" y="22"/>
                      <a:pt x="371" y="44"/>
                    </a:cubicBezTo>
                    <a:cubicBezTo>
                      <a:pt x="612" y="500"/>
                      <a:pt x="492" y="1109"/>
                      <a:pt x="28" y="1364"/>
                    </a:cubicBezTo>
                    <a:cubicBezTo>
                      <a:pt x="0" y="1379"/>
                      <a:pt x="15" y="1420"/>
                      <a:pt x="41" y="1420"/>
                    </a:cubicBezTo>
                    <a:cubicBezTo>
                      <a:pt x="44" y="1420"/>
                      <a:pt x="48" y="1419"/>
                      <a:pt x="51" y="1418"/>
                    </a:cubicBezTo>
                    <a:cubicBezTo>
                      <a:pt x="618" y="1237"/>
                      <a:pt x="779" y="452"/>
                      <a:pt x="421" y="12"/>
                    </a:cubicBezTo>
                    <a:cubicBezTo>
                      <a:pt x="415" y="4"/>
                      <a:pt x="407" y="0"/>
                      <a:pt x="3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7" name="Google Shape;917;p49"/>
              <p:cNvSpPr/>
              <p:nvPr/>
            </p:nvSpPr>
            <p:spPr>
              <a:xfrm>
                <a:off x="6099426" y="3424323"/>
                <a:ext cx="26847" cy="57583"/>
              </a:xfrm>
              <a:custGeom>
                <a:rect b="b" l="l" r="r" t="t"/>
                <a:pathLst>
                  <a:path extrusionOk="0" h="1377" w="642">
                    <a:moveTo>
                      <a:pt x="223" y="1"/>
                    </a:moveTo>
                    <a:cubicBezTo>
                      <a:pt x="212" y="1"/>
                      <a:pt x="202" y="6"/>
                      <a:pt x="197" y="18"/>
                    </a:cubicBezTo>
                    <a:cubicBezTo>
                      <a:pt x="0" y="475"/>
                      <a:pt x="86" y="1157"/>
                      <a:pt x="588" y="1374"/>
                    </a:cubicBezTo>
                    <a:cubicBezTo>
                      <a:pt x="592" y="1376"/>
                      <a:pt x="596" y="1377"/>
                      <a:pt x="599" y="1377"/>
                    </a:cubicBezTo>
                    <a:cubicBezTo>
                      <a:pt x="625" y="1377"/>
                      <a:pt x="642" y="1339"/>
                      <a:pt x="616" y="1322"/>
                    </a:cubicBezTo>
                    <a:cubicBezTo>
                      <a:pt x="207" y="1042"/>
                      <a:pt x="167" y="485"/>
                      <a:pt x="253" y="36"/>
                    </a:cubicBezTo>
                    <a:cubicBezTo>
                      <a:pt x="257" y="15"/>
                      <a:pt x="240" y="1"/>
                      <a:pt x="2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8" name="Google Shape;918;p49"/>
            <p:cNvGrpSpPr/>
            <p:nvPr/>
          </p:nvGrpSpPr>
          <p:grpSpPr>
            <a:xfrm rot="1034553">
              <a:off x="662183" y="305614"/>
              <a:ext cx="185944" cy="206455"/>
              <a:chOff x="5071176" y="2522737"/>
              <a:chExt cx="356745" cy="396095"/>
            </a:xfrm>
          </p:grpSpPr>
          <p:sp>
            <p:nvSpPr>
              <p:cNvPr id="919" name="Google Shape;919;p49"/>
              <p:cNvSpPr/>
              <p:nvPr/>
            </p:nvSpPr>
            <p:spPr>
              <a:xfrm>
                <a:off x="5071176" y="2522737"/>
                <a:ext cx="356745" cy="396095"/>
              </a:xfrm>
              <a:custGeom>
                <a:rect b="b" l="l" r="r" t="t"/>
                <a:pathLst>
                  <a:path extrusionOk="0" h="9472" w="8531">
                    <a:moveTo>
                      <a:pt x="2207" y="1"/>
                    </a:moveTo>
                    <a:cubicBezTo>
                      <a:pt x="2091" y="1"/>
                      <a:pt x="1965" y="19"/>
                      <a:pt x="1829" y="60"/>
                    </a:cubicBezTo>
                    <a:cubicBezTo>
                      <a:pt x="0" y="603"/>
                      <a:pt x="3040" y="9450"/>
                      <a:pt x="3217" y="9471"/>
                    </a:cubicBezTo>
                    <a:cubicBezTo>
                      <a:pt x="3217" y="9471"/>
                      <a:pt x="3218" y="9472"/>
                      <a:pt x="3219" y="9472"/>
                    </a:cubicBezTo>
                    <a:cubicBezTo>
                      <a:pt x="3530" y="9472"/>
                      <a:pt x="8531" y="1499"/>
                      <a:pt x="6410" y="400"/>
                    </a:cubicBezTo>
                    <a:cubicBezTo>
                      <a:pt x="6260" y="323"/>
                      <a:pt x="6116" y="288"/>
                      <a:pt x="5977" y="288"/>
                    </a:cubicBezTo>
                    <a:cubicBezTo>
                      <a:pt x="4764" y="288"/>
                      <a:pt x="3964" y="2934"/>
                      <a:pt x="3789" y="2934"/>
                    </a:cubicBezTo>
                    <a:cubicBezTo>
                      <a:pt x="3788" y="2934"/>
                      <a:pt x="3786" y="2934"/>
                      <a:pt x="3785" y="2933"/>
                    </a:cubicBezTo>
                    <a:cubicBezTo>
                      <a:pt x="3614" y="2888"/>
                      <a:pt x="3650" y="1"/>
                      <a:pt x="22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0" name="Google Shape;920;p49"/>
              <p:cNvSpPr/>
              <p:nvPr/>
            </p:nvSpPr>
            <p:spPr>
              <a:xfrm>
                <a:off x="5212811" y="2708867"/>
                <a:ext cx="100989" cy="185628"/>
              </a:xfrm>
              <a:custGeom>
                <a:rect b="b" l="l" r="r" t="t"/>
                <a:pathLst>
                  <a:path extrusionOk="0" h="4439" w="2415">
                    <a:moveTo>
                      <a:pt x="2381" y="0"/>
                    </a:moveTo>
                    <a:cubicBezTo>
                      <a:pt x="2370" y="0"/>
                      <a:pt x="2360" y="7"/>
                      <a:pt x="2354" y="17"/>
                    </a:cubicBezTo>
                    <a:cubicBezTo>
                      <a:pt x="2177" y="391"/>
                      <a:pt x="1987" y="758"/>
                      <a:pt x="1792" y="1122"/>
                    </a:cubicBezTo>
                    <a:cubicBezTo>
                      <a:pt x="1205" y="2217"/>
                      <a:pt x="546" y="3274"/>
                      <a:pt x="12" y="4397"/>
                    </a:cubicBezTo>
                    <a:cubicBezTo>
                      <a:pt x="0" y="4420"/>
                      <a:pt x="21" y="4439"/>
                      <a:pt x="40" y="4439"/>
                    </a:cubicBezTo>
                    <a:cubicBezTo>
                      <a:pt x="50" y="4439"/>
                      <a:pt x="59" y="4435"/>
                      <a:pt x="65" y="4424"/>
                    </a:cubicBezTo>
                    <a:cubicBezTo>
                      <a:pt x="264" y="4062"/>
                      <a:pt x="471" y="3704"/>
                      <a:pt x="677" y="3345"/>
                    </a:cubicBezTo>
                    <a:cubicBezTo>
                      <a:pt x="1042" y="2712"/>
                      <a:pt x="1565" y="1817"/>
                      <a:pt x="1889" y="1173"/>
                    </a:cubicBezTo>
                    <a:cubicBezTo>
                      <a:pt x="2078" y="803"/>
                      <a:pt x="2253" y="426"/>
                      <a:pt x="2409" y="41"/>
                    </a:cubicBezTo>
                    <a:cubicBezTo>
                      <a:pt x="2414" y="26"/>
                      <a:pt x="2408" y="9"/>
                      <a:pt x="2394" y="3"/>
                    </a:cubicBezTo>
                    <a:cubicBezTo>
                      <a:pt x="2390" y="1"/>
                      <a:pt x="2386" y="0"/>
                      <a:pt x="23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21" name="Google Shape;921;p49"/>
          <p:cNvSpPr txBox="1"/>
          <p:nvPr/>
        </p:nvSpPr>
        <p:spPr>
          <a:xfrm>
            <a:off x="9875" y="1131875"/>
            <a:ext cx="2356800" cy="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Classification Report</a:t>
            </a:r>
            <a:endParaRPr b="1" sz="25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50"/>
          <p:cNvSpPr txBox="1"/>
          <p:nvPr/>
        </p:nvSpPr>
        <p:spPr>
          <a:xfrm>
            <a:off x="207750" y="281400"/>
            <a:ext cx="50166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4D7960"/>
                </a:solidFill>
                <a:latin typeface="Raleway"/>
                <a:ea typeface="Raleway"/>
                <a:cs typeface="Raleway"/>
                <a:sym typeface="Raleway"/>
              </a:rPr>
              <a:t>Heatmap of Confusion Matrix</a:t>
            </a:r>
            <a:endParaRPr b="1" sz="2200">
              <a:solidFill>
                <a:srgbClr val="4D796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927" name="Google Shape;92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875" y="927700"/>
            <a:ext cx="7926275" cy="408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2" name="Google Shape;932;p51"/>
          <p:cNvPicPr preferRelativeResize="0"/>
          <p:nvPr/>
        </p:nvPicPr>
        <p:blipFill rotWithShape="1">
          <a:blip r:embed="rId3">
            <a:alphaModFix/>
          </a:blip>
          <a:srcRect b="0" l="0" r="0" t="3297"/>
          <a:stretch/>
        </p:blipFill>
        <p:spPr>
          <a:xfrm>
            <a:off x="152400" y="592275"/>
            <a:ext cx="8839200" cy="4098600"/>
          </a:xfrm>
          <a:prstGeom prst="roundRect">
            <a:avLst>
              <a:gd fmla="val 7159" name="adj"/>
            </a:avLst>
          </a:prstGeom>
          <a:noFill/>
          <a:ln>
            <a:noFill/>
          </a:ln>
        </p:spPr>
      </p:pic>
      <p:sp>
        <p:nvSpPr>
          <p:cNvPr id="933" name="Google Shape;933;p51"/>
          <p:cNvSpPr txBox="1"/>
          <p:nvPr/>
        </p:nvSpPr>
        <p:spPr>
          <a:xfrm>
            <a:off x="2073300" y="0"/>
            <a:ext cx="56988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Training </a:t>
            </a:r>
            <a:r>
              <a:rPr lang="en" sz="2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VS</a:t>
            </a:r>
            <a:r>
              <a:rPr lang="en" sz="2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 Validation Performance</a:t>
            </a:r>
            <a:endParaRPr sz="2000">
              <a:solidFill>
                <a:schemeClr val="accent4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52"/>
          <p:cNvSpPr txBox="1"/>
          <p:nvPr>
            <p:ph type="title"/>
          </p:nvPr>
        </p:nvSpPr>
        <p:spPr>
          <a:xfrm>
            <a:off x="720000" y="2486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KAN</a:t>
            </a:r>
            <a:r>
              <a:rPr lang="en"/>
              <a:t> MODEL</a:t>
            </a:r>
            <a:endParaRPr>
              <a:solidFill>
                <a:schemeClr val="accent4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52"/>
          <p:cNvSpPr txBox="1"/>
          <p:nvPr/>
        </p:nvSpPr>
        <p:spPr>
          <a:xfrm>
            <a:off x="162275" y="1131875"/>
            <a:ext cx="2356800" cy="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Classification Report</a:t>
            </a:r>
            <a:endParaRPr b="1" sz="25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940" name="Google Shape;940;p52"/>
          <p:cNvGrpSpPr/>
          <p:nvPr/>
        </p:nvGrpSpPr>
        <p:grpSpPr>
          <a:xfrm>
            <a:off x="313397" y="309745"/>
            <a:ext cx="607758" cy="707972"/>
            <a:chOff x="313397" y="282695"/>
            <a:chExt cx="607758" cy="707972"/>
          </a:xfrm>
        </p:grpSpPr>
        <p:sp>
          <p:nvSpPr>
            <p:cNvPr id="941" name="Google Shape;941;p52"/>
            <p:cNvSpPr/>
            <p:nvPr/>
          </p:nvSpPr>
          <p:spPr>
            <a:xfrm rot="-7589376">
              <a:off x="336564" y="591675"/>
              <a:ext cx="129450" cy="122894"/>
            </a:xfrm>
            <a:custGeom>
              <a:rect b="b" l="l" r="r" t="t"/>
              <a:pathLst>
                <a:path extrusionOk="0" h="9430" w="9933">
                  <a:moveTo>
                    <a:pt x="8342" y="4852"/>
                  </a:moveTo>
                  <a:lnTo>
                    <a:pt x="8342" y="4853"/>
                  </a:lnTo>
                  <a:lnTo>
                    <a:pt x="8342" y="4853"/>
                  </a:lnTo>
                  <a:lnTo>
                    <a:pt x="8342" y="4853"/>
                  </a:lnTo>
                  <a:cubicBezTo>
                    <a:pt x="8342" y="4853"/>
                    <a:pt x="8342" y="4852"/>
                    <a:pt x="8342" y="4852"/>
                  </a:cubicBezTo>
                  <a:close/>
                  <a:moveTo>
                    <a:pt x="2797" y="6438"/>
                  </a:moveTo>
                  <a:cubicBezTo>
                    <a:pt x="2797" y="6441"/>
                    <a:pt x="2797" y="6443"/>
                    <a:pt x="2797" y="6443"/>
                  </a:cubicBezTo>
                  <a:cubicBezTo>
                    <a:pt x="2797" y="6443"/>
                    <a:pt x="2797" y="6443"/>
                    <a:pt x="2797" y="6442"/>
                  </a:cubicBezTo>
                  <a:lnTo>
                    <a:pt x="2797" y="6438"/>
                  </a:lnTo>
                  <a:close/>
                  <a:moveTo>
                    <a:pt x="4291" y="0"/>
                  </a:moveTo>
                  <a:cubicBezTo>
                    <a:pt x="2927" y="0"/>
                    <a:pt x="1798" y="452"/>
                    <a:pt x="1122" y="954"/>
                  </a:cubicBezTo>
                  <a:cubicBezTo>
                    <a:pt x="730" y="1225"/>
                    <a:pt x="478" y="1536"/>
                    <a:pt x="308" y="1742"/>
                  </a:cubicBezTo>
                  <a:cubicBezTo>
                    <a:pt x="178" y="1931"/>
                    <a:pt x="108" y="2032"/>
                    <a:pt x="108" y="2032"/>
                  </a:cubicBezTo>
                  <a:cubicBezTo>
                    <a:pt x="1" y="2188"/>
                    <a:pt x="22" y="2403"/>
                    <a:pt x="166" y="2532"/>
                  </a:cubicBezTo>
                  <a:cubicBezTo>
                    <a:pt x="239" y="2598"/>
                    <a:pt x="331" y="2630"/>
                    <a:pt x="422" y="2630"/>
                  </a:cubicBezTo>
                  <a:cubicBezTo>
                    <a:pt x="526" y="2630"/>
                    <a:pt x="630" y="2588"/>
                    <a:pt x="705" y="2505"/>
                  </a:cubicBezTo>
                  <a:cubicBezTo>
                    <a:pt x="705" y="2505"/>
                    <a:pt x="788" y="2414"/>
                    <a:pt x="942" y="2243"/>
                  </a:cubicBezTo>
                  <a:cubicBezTo>
                    <a:pt x="1085" y="2114"/>
                    <a:pt x="1296" y="1921"/>
                    <a:pt x="1632" y="1730"/>
                  </a:cubicBezTo>
                  <a:cubicBezTo>
                    <a:pt x="1958" y="1541"/>
                    <a:pt x="2392" y="1366"/>
                    <a:pt x="2919" y="1272"/>
                  </a:cubicBezTo>
                  <a:cubicBezTo>
                    <a:pt x="3189" y="1226"/>
                    <a:pt x="3483" y="1201"/>
                    <a:pt x="3793" y="1201"/>
                  </a:cubicBezTo>
                  <a:cubicBezTo>
                    <a:pt x="4089" y="1201"/>
                    <a:pt x="4399" y="1224"/>
                    <a:pt x="4719" y="1272"/>
                  </a:cubicBezTo>
                  <a:cubicBezTo>
                    <a:pt x="5373" y="1379"/>
                    <a:pt x="6071" y="1601"/>
                    <a:pt x="6706" y="1974"/>
                  </a:cubicBezTo>
                  <a:cubicBezTo>
                    <a:pt x="7340" y="2343"/>
                    <a:pt x="7902" y="2884"/>
                    <a:pt x="8179" y="3532"/>
                  </a:cubicBezTo>
                  <a:cubicBezTo>
                    <a:pt x="8317" y="3855"/>
                    <a:pt x="8382" y="4205"/>
                    <a:pt x="8366" y="4567"/>
                  </a:cubicBezTo>
                  <a:cubicBezTo>
                    <a:pt x="8364" y="4657"/>
                    <a:pt x="8346" y="4750"/>
                    <a:pt x="8339" y="4840"/>
                  </a:cubicBezTo>
                  <a:lnTo>
                    <a:pt x="8335" y="4875"/>
                  </a:lnTo>
                  <a:lnTo>
                    <a:pt x="8335" y="4880"/>
                  </a:lnTo>
                  <a:lnTo>
                    <a:pt x="8321" y="4940"/>
                  </a:lnTo>
                  <a:lnTo>
                    <a:pt x="8280" y="5115"/>
                  </a:lnTo>
                  <a:lnTo>
                    <a:pt x="8199" y="5466"/>
                  </a:lnTo>
                  <a:cubicBezTo>
                    <a:pt x="8172" y="5582"/>
                    <a:pt x="8149" y="5710"/>
                    <a:pt x="8106" y="5778"/>
                  </a:cubicBezTo>
                  <a:cubicBezTo>
                    <a:pt x="8023" y="5942"/>
                    <a:pt x="7976" y="6113"/>
                    <a:pt x="7884" y="6278"/>
                  </a:cubicBezTo>
                  <a:cubicBezTo>
                    <a:pt x="7771" y="6436"/>
                    <a:pt x="7686" y="6617"/>
                    <a:pt x="7560" y="6761"/>
                  </a:cubicBezTo>
                  <a:cubicBezTo>
                    <a:pt x="7308" y="7048"/>
                    <a:pt x="7025" y="7307"/>
                    <a:pt x="6680" y="7473"/>
                  </a:cubicBezTo>
                  <a:cubicBezTo>
                    <a:pt x="6240" y="7707"/>
                    <a:pt x="5721" y="7835"/>
                    <a:pt x="5204" y="7835"/>
                  </a:cubicBezTo>
                  <a:cubicBezTo>
                    <a:pt x="4937" y="7835"/>
                    <a:pt x="4670" y="7800"/>
                    <a:pt x="4414" y="7729"/>
                  </a:cubicBezTo>
                  <a:lnTo>
                    <a:pt x="4137" y="7651"/>
                  </a:lnTo>
                  <a:cubicBezTo>
                    <a:pt x="4046" y="7621"/>
                    <a:pt x="3966" y="7573"/>
                    <a:pt x="3880" y="7539"/>
                  </a:cubicBezTo>
                  <a:cubicBezTo>
                    <a:pt x="3697" y="7477"/>
                    <a:pt x="3564" y="7361"/>
                    <a:pt x="3410" y="7269"/>
                  </a:cubicBezTo>
                  <a:cubicBezTo>
                    <a:pt x="3154" y="7048"/>
                    <a:pt x="2913" y="6809"/>
                    <a:pt x="2842" y="6522"/>
                  </a:cubicBezTo>
                  <a:lnTo>
                    <a:pt x="2797" y="6420"/>
                  </a:lnTo>
                  <a:lnTo>
                    <a:pt x="2792" y="6408"/>
                  </a:lnTo>
                  <a:cubicBezTo>
                    <a:pt x="2790" y="6400"/>
                    <a:pt x="2790" y="6397"/>
                    <a:pt x="2789" y="6397"/>
                  </a:cubicBezTo>
                  <a:lnTo>
                    <a:pt x="2789" y="6397"/>
                  </a:lnTo>
                  <a:cubicBezTo>
                    <a:pt x="2789" y="6397"/>
                    <a:pt x="2790" y="6399"/>
                    <a:pt x="2790" y="6403"/>
                  </a:cubicBezTo>
                  <a:lnTo>
                    <a:pt x="2790" y="6403"/>
                  </a:lnTo>
                  <a:lnTo>
                    <a:pt x="2788" y="6388"/>
                  </a:lnTo>
                  <a:lnTo>
                    <a:pt x="2772" y="6305"/>
                  </a:lnTo>
                  <a:cubicBezTo>
                    <a:pt x="2755" y="6201"/>
                    <a:pt x="2720" y="6063"/>
                    <a:pt x="2719" y="5988"/>
                  </a:cubicBezTo>
                  <a:cubicBezTo>
                    <a:pt x="2717" y="5914"/>
                    <a:pt x="2712" y="5843"/>
                    <a:pt x="2704" y="5769"/>
                  </a:cubicBezTo>
                  <a:lnTo>
                    <a:pt x="2716" y="5531"/>
                  </a:lnTo>
                  <a:cubicBezTo>
                    <a:pt x="2752" y="5225"/>
                    <a:pt x="2862" y="4963"/>
                    <a:pt x="3049" y="4756"/>
                  </a:cubicBezTo>
                  <a:cubicBezTo>
                    <a:pt x="3403" y="4362"/>
                    <a:pt x="4010" y="4158"/>
                    <a:pt x="4570" y="4158"/>
                  </a:cubicBezTo>
                  <a:cubicBezTo>
                    <a:pt x="4606" y="4158"/>
                    <a:pt x="4642" y="4158"/>
                    <a:pt x="4677" y="4160"/>
                  </a:cubicBezTo>
                  <a:lnTo>
                    <a:pt x="4894" y="4179"/>
                  </a:lnTo>
                  <a:lnTo>
                    <a:pt x="4922" y="4181"/>
                  </a:lnTo>
                  <a:lnTo>
                    <a:pt x="4927" y="4181"/>
                  </a:lnTo>
                  <a:lnTo>
                    <a:pt x="4957" y="4189"/>
                  </a:lnTo>
                  <a:lnTo>
                    <a:pt x="5086" y="4221"/>
                  </a:lnTo>
                  <a:lnTo>
                    <a:pt x="5214" y="4254"/>
                  </a:lnTo>
                  <a:lnTo>
                    <a:pt x="5258" y="4283"/>
                  </a:lnTo>
                  <a:cubicBezTo>
                    <a:pt x="5285" y="4306"/>
                    <a:pt x="5321" y="4294"/>
                    <a:pt x="5355" y="4332"/>
                  </a:cubicBezTo>
                  <a:cubicBezTo>
                    <a:pt x="5510" y="4426"/>
                    <a:pt x="5603" y="4568"/>
                    <a:pt x="5632" y="4737"/>
                  </a:cubicBezTo>
                  <a:cubicBezTo>
                    <a:pt x="5663" y="4905"/>
                    <a:pt x="5630" y="5079"/>
                    <a:pt x="5563" y="5214"/>
                  </a:cubicBezTo>
                  <a:cubicBezTo>
                    <a:pt x="5496" y="5353"/>
                    <a:pt x="5385" y="5428"/>
                    <a:pt x="5281" y="5494"/>
                  </a:cubicBezTo>
                  <a:cubicBezTo>
                    <a:pt x="5180" y="5547"/>
                    <a:pt x="5068" y="5564"/>
                    <a:pt x="4960" y="5564"/>
                  </a:cubicBezTo>
                  <a:cubicBezTo>
                    <a:pt x="4829" y="5564"/>
                    <a:pt x="4703" y="5538"/>
                    <a:pt x="4607" y="5517"/>
                  </a:cubicBezTo>
                  <a:cubicBezTo>
                    <a:pt x="4426" y="5454"/>
                    <a:pt x="4329" y="5421"/>
                    <a:pt x="4329" y="5421"/>
                  </a:cubicBezTo>
                  <a:lnTo>
                    <a:pt x="4261" y="5398"/>
                  </a:lnTo>
                  <a:cubicBezTo>
                    <a:pt x="4221" y="5384"/>
                    <a:pt x="4180" y="5378"/>
                    <a:pt x="4139" y="5378"/>
                  </a:cubicBezTo>
                  <a:cubicBezTo>
                    <a:pt x="4001" y="5378"/>
                    <a:pt x="3868" y="5454"/>
                    <a:pt x="3801" y="5585"/>
                  </a:cubicBezTo>
                  <a:cubicBezTo>
                    <a:pt x="3707" y="5771"/>
                    <a:pt x="3783" y="5998"/>
                    <a:pt x="3969" y="6092"/>
                  </a:cubicBezTo>
                  <a:cubicBezTo>
                    <a:pt x="3969" y="6092"/>
                    <a:pt x="4097" y="6157"/>
                    <a:pt x="4336" y="6278"/>
                  </a:cubicBezTo>
                  <a:cubicBezTo>
                    <a:pt x="4508" y="6334"/>
                    <a:pt x="4761" y="6445"/>
                    <a:pt x="5097" y="6445"/>
                  </a:cubicBezTo>
                  <a:cubicBezTo>
                    <a:pt x="5252" y="6445"/>
                    <a:pt x="5423" y="6422"/>
                    <a:pt x="5612" y="6359"/>
                  </a:cubicBezTo>
                  <a:cubicBezTo>
                    <a:pt x="5896" y="6249"/>
                    <a:pt x="6201" y="6056"/>
                    <a:pt x="6404" y="5745"/>
                  </a:cubicBezTo>
                  <a:cubicBezTo>
                    <a:pt x="6605" y="5439"/>
                    <a:pt x="6730" y="5050"/>
                    <a:pt x="6701" y="4620"/>
                  </a:cubicBezTo>
                  <a:cubicBezTo>
                    <a:pt x="6681" y="4195"/>
                    <a:pt x="6459" y="3719"/>
                    <a:pt x="6072" y="3412"/>
                  </a:cubicBezTo>
                  <a:cubicBezTo>
                    <a:pt x="5990" y="3325"/>
                    <a:pt x="5857" y="3262"/>
                    <a:pt x="5739" y="3194"/>
                  </a:cubicBezTo>
                  <a:lnTo>
                    <a:pt x="5553" y="3103"/>
                  </a:lnTo>
                  <a:lnTo>
                    <a:pt x="5428" y="3062"/>
                  </a:lnTo>
                  <a:lnTo>
                    <a:pt x="5302" y="3021"/>
                  </a:lnTo>
                  <a:lnTo>
                    <a:pt x="5238" y="3000"/>
                  </a:lnTo>
                  <a:lnTo>
                    <a:pt x="5222" y="2994"/>
                  </a:lnTo>
                  <a:lnTo>
                    <a:pt x="5143" y="2976"/>
                  </a:lnTo>
                  <a:lnTo>
                    <a:pt x="5103" y="2969"/>
                  </a:lnTo>
                  <a:cubicBezTo>
                    <a:pt x="4997" y="2952"/>
                    <a:pt x="4889" y="2935"/>
                    <a:pt x="4780" y="2918"/>
                  </a:cubicBezTo>
                  <a:cubicBezTo>
                    <a:pt x="4642" y="2903"/>
                    <a:pt x="4499" y="2895"/>
                    <a:pt x="4353" y="2895"/>
                  </a:cubicBezTo>
                  <a:cubicBezTo>
                    <a:pt x="3589" y="2895"/>
                    <a:pt x="2737" y="3118"/>
                    <a:pt x="2045" y="3791"/>
                  </a:cubicBezTo>
                  <a:cubicBezTo>
                    <a:pt x="1640" y="4186"/>
                    <a:pt x="1366" y="4749"/>
                    <a:pt x="1274" y="5317"/>
                  </a:cubicBezTo>
                  <a:lnTo>
                    <a:pt x="1229" y="5744"/>
                  </a:lnTo>
                  <a:cubicBezTo>
                    <a:pt x="1231" y="5894"/>
                    <a:pt x="1237" y="6047"/>
                    <a:pt x="1246" y="6199"/>
                  </a:cubicBezTo>
                  <a:cubicBezTo>
                    <a:pt x="1256" y="6350"/>
                    <a:pt x="1279" y="6434"/>
                    <a:pt x="1294" y="6555"/>
                  </a:cubicBezTo>
                  <a:lnTo>
                    <a:pt x="1308" y="6640"/>
                  </a:lnTo>
                  <a:lnTo>
                    <a:pt x="1315" y="6682"/>
                  </a:lnTo>
                  <a:lnTo>
                    <a:pt x="1316" y="6692"/>
                  </a:lnTo>
                  <a:cubicBezTo>
                    <a:pt x="1316" y="6692"/>
                    <a:pt x="1316" y="6692"/>
                    <a:pt x="1316" y="6692"/>
                  </a:cubicBezTo>
                  <a:lnTo>
                    <a:pt x="1316" y="6692"/>
                  </a:lnTo>
                  <a:cubicBezTo>
                    <a:pt x="1316" y="6692"/>
                    <a:pt x="1328" y="6754"/>
                    <a:pt x="1329" y="6754"/>
                  </a:cubicBezTo>
                  <a:cubicBezTo>
                    <a:pt x="1329" y="6754"/>
                    <a:pt x="1329" y="6752"/>
                    <a:pt x="1328" y="6747"/>
                  </a:cubicBezTo>
                  <a:lnTo>
                    <a:pt x="1328" y="6747"/>
                  </a:lnTo>
                  <a:lnTo>
                    <a:pt x="1336" y="6775"/>
                  </a:lnTo>
                  <a:lnTo>
                    <a:pt x="1410" y="6996"/>
                  </a:lnTo>
                  <a:cubicBezTo>
                    <a:pt x="1577" y="7613"/>
                    <a:pt x="2003" y="8096"/>
                    <a:pt x="2450" y="8487"/>
                  </a:cubicBezTo>
                  <a:cubicBezTo>
                    <a:pt x="2691" y="8657"/>
                    <a:pt x="2930" y="8845"/>
                    <a:pt x="3198" y="8956"/>
                  </a:cubicBezTo>
                  <a:cubicBezTo>
                    <a:pt x="3458" y="9098"/>
                    <a:pt x="3734" y="9184"/>
                    <a:pt x="4013" y="9261"/>
                  </a:cubicBezTo>
                  <a:cubicBezTo>
                    <a:pt x="4414" y="9373"/>
                    <a:pt x="4830" y="9429"/>
                    <a:pt x="5248" y="9429"/>
                  </a:cubicBezTo>
                  <a:cubicBezTo>
                    <a:pt x="5994" y="9429"/>
                    <a:pt x="6748" y="9252"/>
                    <a:pt x="7432" y="8900"/>
                  </a:cubicBezTo>
                  <a:cubicBezTo>
                    <a:pt x="7971" y="8634"/>
                    <a:pt x="8426" y="8219"/>
                    <a:pt x="8808" y="7765"/>
                  </a:cubicBezTo>
                  <a:cubicBezTo>
                    <a:pt x="8996" y="7537"/>
                    <a:pt x="9131" y="7276"/>
                    <a:pt x="9289" y="7030"/>
                  </a:cubicBezTo>
                  <a:cubicBezTo>
                    <a:pt x="9429" y="6771"/>
                    <a:pt x="9526" y="6473"/>
                    <a:pt x="9636" y="6195"/>
                  </a:cubicBezTo>
                  <a:cubicBezTo>
                    <a:pt x="9699" y="6043"/>
                    <a:pt x="9716" y="5933"/>
                    <a:pt x="9742" y="5815"/>
                  </a:cubicBezTo>
                  <a:lnTo>
                    <a:pt x="9819" y="5463"/>
                  </a:lnTo>
                  <a:lnTo>
                    <a:pt x="9856" y="5288"/>
                  </a:lnTo>
                  <a:lnTo>
                    <a:pt x="9875" y="5200"/>
                  </a:lnTo>
                  <a:lnTo>
                    <a:pt x="9877" y="5190"/>
                  </a:lnTo>
                  <a:lnTo>
                    <a:pt x="9890" y="5116"/>
                  </a:lnTo>
                  <a:lnTo>
                    <a:pt x="9892" y="5089"/>
                  </a:lnTo>
                  <a:lnTo>
                    <a:pt x="9897" y="5035"/>
                  </a:lnTo>
                  <a:cubicBezTo>
                    <a:pt x="9906" y="4889"/>
                    <a:pt x="9925" y="4745"/>
                    <a:pt x="9924" y="4599"/>
                  </a:cubicBezTo>
                  <a:cubicBezTo>
                    <a:pt x="9932" y="4015"/>
                    <a:pt x="9802" y="3425"/>
                    <a:pt x="9560" y="2911"/>
                  </a:cubicBezTo>
                  <a:cubicBezTo>
                    <a:pt x="9075" y="1866"/>
                    <a:pt x="8218" y="1179"/>
                    <a:pt x="7383" y="747"/>
                  </a:cubicBezTo>
                  <a:cubicBezTo>
                    <a:pt x="6539" y="304"/>
                    <a:pt x="5671" y="97"/>
                    <a:pt x="4866" y="27"/>
                  </a:cubicBezTo>
                  <a:cubicBezTo>
                    <a:pt x="4671" y="9"/>
                    <a:pt x="4479" y="0"/>
                    <a:pt x="429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42" name="Google Shape;942;p52"/>
            <p:cNvGrpSpPr/>
            <p:nvPr/>
          </p:nvGrpSpPr>
          <p:grpSpPr>
            <a:xfrm>
              <a:off x="318147" y="307775"/>
              <a:ext cx="215307" cy="202145"/>
              <a:chOff x="1833125" y="-1256125"/>
              <a:chExt cx="283150" cy="265875"/>
            </a:xfrm>
          </p:grpSpPr>
          <p:sp>
            <p:nvSpPr>
              <p:cNvPr id="943" name="Google Shape;943;p52"/>
              <p:cNvSpPr/>
              <p:nvPr/>
            </p:nvSpPr>
            <p:spPr>
              <a:xfrm>
                <a:off x="1833125" y="-1256125"/>
                <a:ext cx="283150" cy="265875"/>
              </a:xfrm>
              <a:custGeom>
                <a:rect b="b" l="l" r="r" t="t"/>
                <a:pathLst>
                  <a:path extrusionOk="0" h="10635" w="11326">
                    <a:moveTo>
                      <a:pt x="4274" y="1"/>
                    </a:moveTo>
                    <a:cubicBezTo>
                      <a:pt x="4225" y="1"/>
                      <a:pt x="4179" y="10"/>
                      <a:pt x="4137" y="29"/>
                    </a:cubicBezTo>
                    <a:cubicBezTo>
                      <a:pt x="3416" y="349"/>
                      <a:pt x="3871" y="3263"/>
                      <a:pt x="3687" y="3430"/>
                    </a:cubicBezTo>
                    <a:cubicBezTo>
                      <a:pt x="3504" y="3598"/>
                      <a:pt x="1" y="3518"/>
                      <a:pt x="1" y="4388"/>
                    </a:cubicBezTo>
                    <a:cubicBezTo>
                      <a:pt x="2" y="4908"/>
                      <a:pt x="3404" y="6362"/>
                      <a:pt x="3422" y="6664"/>
                    </a:cubicBezTo>
                    <a:cubicBezTo>
                      <a:pt x="3438" y="6966"/>
                      <a:pt x="3258" y="10635"/>
                      <a:pt x="4044" y="10635"/>
                    </a:cubicBezTo>
                    <a:cubicBezTo>
                      <a:pt x="4044" y="10635"/>
                      <a:pt x="4044" y="10635"/>
                      <a:pt x="4044" y="10635"/>
                    </a:cubicBezTo>
                    <a:cubicBezTo>
                      <a:pt x="4697" y="10634"/>
                      <a:pt x="6170" y="7986"/>
                      <a:pt x="6421" y="7936"/>
                    </a:cubicBezTo>
                    <a:cubicBezTo>
                      <a:pt x="6425" y="7935"/>
                      <a:pt x="6430" y="7934"/>
                      <a:pt x="6436" y="7934"/>
                    </a:cubicBezTo>
                    <a:cubicBezTo>
                      <a:pt x="6734" y="7934"/>
                      <a:pt x="9058" y="9063"/>
                      <a:pt x="9794" y="9063"/>
                    </a:cubicBezTo>
                    <a:cubicBezTo>
                      <a:pt x="9887" y="9063"/>
                      <a:pt x="9955" y="9045"/>
                      <a:pt x="9990" y="9004"/>
                    </a:cubicBezTo>
                    <a:cubicBezTo>
                      <a:pt x="10308" y="8635"/>
                      <a:pt x="8597" y="5756"/>
                      <a:pt x="8831" y="5405"/>
                    </a:cubicBezTo>
                    <a:cubicBezTo>
                      <a:pt x="9065" y="5051"/>
                      <a:pt x="11325" y="2420"/>
                      <a:pt x="11107" y="1984"/>
                    </a:cubicBezTo>
                    <a:cubicBezTo>
                      <a:pt x="11064" y="1899"/>
                      <a:pt x="10881" y="1865"/>
                      <a:pt x="10613" y="1865"/>
                    </a:cubicBezTo>
                    <a:cubicBezTo>
                      <a:pt x="9595" y="1865"/>
                      <a:pt x="7345" y="2350"/>
                      <a:pt x="6826" y="2350"/>
                    </a:cubicBezTo>
                    <a:cubicBezTo>
                      <a:pt x="6784" y="2350"/>
                      <a:pt x="6753" y="2347"/>
                      <a:pt x="6735" y="2340"/>
                    </a:cubicBezTo>
                    <a:cubicBezTo>
                      <a:pt x="6467" y="2230"/>
                      <a:pt x="5042" y="1"/>
                      <a:pt x="427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4" name="Google Shape;944;p52"/>
              <p:cNvSpPr/>
              <p:nvPr/>
            </p:nvSpPr>
            <p:spPr>
              <a:xfrm>
                <a:off x="1926950" y="-1092125"/>
                <a:ext cx="9850" cy="43675"/>
              </a:xfrm>
              <a:custGeom>
                <a:rect b="b" l="l" r="r" t="t"/>
                <a:pathLst>
                  <a:path extrusionOk="0" h="1747" w="394">
                    <a:moveTo>
                      <a:pt x="227" y="1"/>
                    </a:moveTo>
                    <a:cubicBezTo>
                      <a:pt x="227" y="1"/>
                      <a:pt x="183" y="103"/>
                      <a:pt x="135" y="267"/>
                    </a:cubicBezTo>
                    <a:cubicBezTo>
                      <a:pt x="84" y="429"/>
                      <a:pt x="41" y="654"/>
                      <a:pt x="0" y="878"/>
                    </a:cubicBezTo>
                    <a:cubicBezTo>
                      <a:pt x="6" y="1095"/>
                      <a:pt x="16" y="1313"/>
                      <a:pt x="41" y="1475"/>
                    </a:cubicBezTo>
                    <a:cubicBezTo>
                      <a:pt x="63" y="1639"/>
                      <a:pt x="92" y="1747"/>
                      <a:pt x="92" y="1747"/>
                    </a:cubicBezTo>
                    <a:lnTo>
                      <a:pt x="252" y="1746"/>
                    </a:lnTo>
                    <a:cubicBezTo>
                      <a:pt x="252" y="1746"/>
                      <a:pt x="281" y="1637"/>
                      <a:pt x="302" y="1474"/>
                    </a:cubicBezTo>
                    <a:cubicBezTo>
                      <a:pt x="325" y="1311"/>
                      <a:pt x="333" y="1093"/>
                      <a:pt x="338" y="876"/>
                    </a:cubicBezTo>
                    <a:cubicBezTo>
                      <a:pt x="366" y="672"/>
                      <a:pt x="390" y="468"/>
                      <a:pt x="391" y="308"/>
                    </a:cubicBezTo>
                    <a:cubicBezTo>
                      <a:pt x="393" y="151"/>
                      <a:pt x="382" y="38"/>
                      <a:pt x="382" y="38"/>
                    </a:cubicBezTo>
                    <a:lnTo>
                      <a:pt x="2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5" name="Google Shape;945;p52"/>
              <p:cNvSpPr/>
              <p:nvPr/>
            </p:nvSpPr>
            <p:spPr>
              <a:xfrm>
                <a:off x="1994950" y="-1081800"/>
                <a:ext cx="52675" cy="25025"/>
              </a:xfrm>
              <a:custGeom>
                <a:rect b="b" l="l" r="r" t="t"/>
                <a:pathLst>
                  <a:path extrusionOk="0" h="1001" w="2107">
                    <a:moveTo>
                      <a:pt x="62" y="1"/>
                    </a:moveTo>
                    <a:lnTo>
                      <a:pt x="0" y="148"/>
                    </a:lnTo>
                    <a:cubicBezTo>
                      <a:pt x="0" y="148"/>
                      <a:pt x="117" y="228"/>
                      <a:pt x="301" y="327"/>
                    </a:cubicBezTo>
                    <a:cubicBezTo>
                      <a:pt x="483" y="429"/>
                      <a:pt x="735" y="545"/>
                      <a:pt x="989" y="656"/>
                    </a:cubicBezTo>
                    <a:cubicBezTo>
                      <a:pt x="1246" y="758"/>
                      <a:pt x="1505" y="856"/>
                      <a:pt x="1706" y="914"/>
                    </a:cubicBezTo>
                    <a:cubicBezTo>
                      <a:pt x="1906" y="974"/>
                      <a:pt x="2045" y="1000"/>
                      <a:pt x="2045" y="1000"/>
                    </a:cubicBezTo>
                    <a:lnTo>
                      <a:pt x="2106" y="853"/>
                    </a:lnTo>
                    <a:cubicBezTo>
                      <a:pt x="2106" y="853"/>
                      <a:pt x="1990" y="773"/>
                      <a:pt x="1806" y="673"/>
                    </a:cubicBezTo>
                    <a:cubicBezTo>
                      <a:pt x="1624" y="571"/>
                      <a:pt x="1372" y="456"/>
                      <a:pt x="1119" y="345"/>
                    </a:cubicBezTo>
                    <a:cubicBezTo>
                      <a:pt x="860" y="243"/>
                      <a:pt x="602" y="145"/>
                      <a:pt x="401" y="88"/>
                    </a:cubicBezTo>
                    <a:cubicBezTo>
                      <a:pt x="200" y="28"/>
                      <a:pt x="62" y="1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46" name="Google Shape;946;p52"/>
            <p:cNvGrpSpPr/>
            <p:nvPr/>
          </p:nvGrpSpPr>
          <p:grpSpPr>
            <a:xfrm>
              <a:off x="533439" y="402076"/>
              <a:ext cx="260764" cy="189589"/>
              <a:chOff x="1875439" y="-474637"/>
              <a:chExt cx="260764" cy="189589"/>
            </a:xfrm>
          </p:grpSpPr>
          <p:sp>
            <p:nvSpPr>
              <p:cNvPr id="947" name="Google Shape;947;p52"/>
              <p:cNvSpPr/>
              <p:nvPr/>
            </p:nvSpPr>
            <p:spPr>
              <a:xfrm>
                <a:off x="1893557" y="-474637"/>
                <a:ext cx="69748" cy="42951"/>
              </a:xfrm>
              <a:custGeom>
                <a:rect b="b" l="l" r="r" t="t"/>
                <a:pathLst>
                  <a:path extrusionOk="0" h="1699" w="2759">
                    <a:moveTo>
                      <a:pt x="1306" y="0"/>
                    </a:moveTo>
                    <a:cubicBezTo>
                      <a:pt x="1110" y="0"/>
                      <a:pt x="909" y="62"/>
                      <a:pt x="723" y="209"/>
                    </a:cubicBezTo>
                    <a:cubicBezTo>
                      <a:pt x="1" y="777"/>
                      <a:pt x="995" y="1699"/>
                      <a:pt x="1751" y="1699"/>
                    </a:cubicBezTo>
                    <a:cubicBezTo>
                      <a:pt x="1946" y="1699"/>
                      <a:pt x="2125" y="1638"/>
                      <a:pt x="2255" y="1493"/>
                    </a:cubicBezTo>
                    <a:cubicBezTo>
                      <a:pt x="2758" y="933"/>
                      <a:pt x="2067" y="0"/>
                      <a:pt x="130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8" name="Google Shape;948;p52"/>
              <p:cNvSpPr/>
              <p:nvPr/>
            </p:nvSpPr>
            <p:spPr>
              <a:xfrm>
                <a:off x="2085769" y="-367360"/>
                <a:ext cx="50434" cy="51293"/>
              </a:xfrm>
              <a:custGeom>
                <a:rect b="b" l="l" r="r" t="t"/>
                <a:pathLst>
                  <a:path extrusionOk="0" h="2029" w="1995">
                    <a:moveTo>
                      <a:pt x="926" y="0"/>
                    </a:moveTo>
                    <a:cubicBezTo>
                      <a:pt x="860" y="0"/>
                      <a:pt x="790" y="11"/>
                      <a:pt x="716" y="34"/>
                    </a:cubicBezTo>
                    <a:cubicBezTo>
                      <a:pt x="0" y="255"/>
                      <a:pt x="108" y="2029"/>
                      <a:pt x="948" y="2029"/>
                    </a:cubicBezTo>
                    <a:cubicBezTo>
                      <a:pt x="994" y="2029"/>
                      <a:pt x="1042" y="2024"/>
                      <a:pt x="1093" y="2012"/>
                    </a:cubicBezTo>
                    <a:cubicBezTo>
                      <a:pt x="1994" y="1812"/>
                      <a:pt x="1791" y="0"/>
                      <a:pt x="92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9" name="Google Shape;949;p52"/>
              <p:cNvSpPr/>
              <p:nvPr/>
            </p:nvSpPr>
            <p:spPr>
              <a:xfrm rot="2945411">
                <a:off x="1886118" y="-346551"/>
                <a:ext cx="50433" cy="51296"/>
              </a:xfrm>
              <a:custGeom>
                <a:rect b="b" l="l" r="r" t="t"/>
                <a:pathLst>
                  <a:path extrusionOk="0" h="2029" w="1995">
                    <a:moveTo>
                      <a:pt x="926" y="0"/>
                    </a:moveTo>
                    <a:cubicBezTo>
                      <a:pt x="860" y="0"/>
                      <a:pt x="790" y="11"/>
                      <a:pt x="716" y="34"/>
                    </a:cubicBezTo>
                    <a:cubicBezTo>
                      <a:pt x="0" y="255"/>
                      <a:pt x="108" y="2029"/>
                      <a:pt x="948" y="2029"/>
                    </a:cubicBezTo>
                    <a:cubicBezTo>
                      <a:pt x="994" y="2029"/>
                      <a:pt x="1042" y="2024"/>
                      <a:pt x="1093" y="2012"/>
                    </a:cubicBezTo>
                    <a:cubicBezTo>
                      <a:pt x="1994" y="1812"/>
                      <a:pt x="1791" y="0"/>
                      <a:pt x="92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0" name="Google Shape;950;p52"/>
            <p:cNvGrpSpPr/>
            <p:nvPr/>
          </p:nvGrpSpPr>
          <p:grpSpPr>
            <a:xfrm rot="-1259399">
              <a:off x="558828" y="609463"/>
              <a:ext cx="312436" cy="336409"/>
              <a:chOff x="5937634" y="3212099"/>
              <a:chExt cx="281975" cy="303637"/>
            </a:xfrm>
          </p:grpSpPr>
          <p:sp>
            <p:nvSpPr>
              <p:cNvPr id="951" name="Google Shape;951;p52"/>
              <p:cNvSpPr/>
              <p:nvPr/>
            </p:nvSpPr>
            <p:spPr>
              <a:xfrm>
                <a:off x="5937634" y="3212099"/>
                <a:ext cx="281975" cy="303637"/>
              </a:xfrm>
              <a:custGeom>
                <a:rect b="b" l="l" r="r" t="t"/>
                <a:pathLst>
                  <a:path extrusionOk="0" h="7261" w="6743">
                    <a:moveTo>
                      <a:pt x="3951" y="0"/>
                    </a:moveTo>
                    <a:cubicBezTo>
                      <a:pt x="3856" y="0"/>
                      <a:pt x="3789" y="10"/>
                      <a:pt x="3762" y="27"/>
                    </a:cubicBezTo>
                    <a:cubicBezTo>
                      <a:pt x="3549" y="150"/>
                      <a:pt x="3421" y="1002"/>
                      <a:pt x="3421" y="1002"/>
                    </a:cubicBezTo>
                    <a:cubicBezTo>
                      <a:pt x="3421" y="1002"/>
                      <a:pt x="3282" y="27"/>
                      <a:pt x="2892" y="27"/>
                    </a:cubicBezTo>
                    <a:cubicBezTo>
                      <a:pt x="2502" y="27"/>
                      <a:pt x="426" y="80"/>
                      <a:pt x="213" y="3202"/>
                    </a:cubicBezTo>
                    <a:cubicBezTo>
                      <a:pt x="0" y="6324"/>
                      <a:pt x="1952" y="7123"/>
                      <a:pt x="2449" y="7212"/>
                    </a:cubicBezTo>
                    <a:cubicBezTo>
                      <a:pt x="2562" y="7232"/>
                      <a:pt x="2672" y="7242"/>
                      <a:pt x="2776" y="7242"/>
                    </a:cubicBezTo>
                    <a:cubicBezTo>
                      <a:pt x="3126" y="7242"/>
                      <a:pt x="3397" y="7125"/>
                      <a:pt x="3425" y="6893"/>
                    </a:cubicBezTo>
                    <a:cubicBezTo>
                      <a:pt x="3460" y="6591"/>
                      <a:pt x="3495" y="5810"/>
                      <a:pt x="3549" y="5810"/>
                    </a:cubicBezTo>
                    <a:cubicBezTo>
                      <a:pt x="3602" y="5810"/>
                      <a:pt x="3564" y="6813"/>
                      <a:pt x="3619" y="6964"/>
                    </a:cubicBezTo>
                    <a:cubicBezTo>
                      <a:pt x="3686" y="7142"/>
                      <a:pt x="3993" y="7260"/>
                      <a:pt x="4402" y="7260"/>
                    </a:cubicBezTo>
                    <a:cubicBezTo>
                      <a:pt x="4652" y="7260"/>
                      <a:pt x="4939" y="7216"/>
                      <a:pt x="5232" y="7114"/>
                    </a:cubicBezTo>
                    <a:cubicBezTo>
                      <a:pt x="6031" y="6835"/>
                      <a:pt x="6743" y="5650"/>
                      <a:pt x="6636" y="2883"/>
                    </a:cubicBezTo>
                    <a:cubicBezTo>
                      <a:pt x="6543" y="472"/>
                      <a:pt x="4594" y="0"/>
                      <a:pt x="395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2" name="Google Shape;952;p52"/>
              <p:cNvSpPr/>
              <p:nvPr/>
            </p:nvSpPr>
            <p:spPr>
              <a:xfrm>
                <a:off x="6078057" y="3277251"/>
                <a:ext cx="12796" cy="153010"/>
              </a:xfrm>
              <a:custGeom>
                <a:rect b="b" l="l" r="r" t="t"/>
                <a:pathLst>
                  <a:path extrusionOk="0" h="3659" w="306">
                    <a:moveTo>
                      <a:pt x="30" y="1"/>
                    </a:moveTo>
                    <a:cubicBezTo>
                      <a:pt x="30" y="1"/>
                      <a:pt x="29" y="1"/>
                      <a:pt x="28" y="1"/>
                    </a:cubicBezTo>
                    <a:cubicBezTo>
                      <a:pt x="12" y="3"/>
                      <a:pt x="0" y="17"/>
                      <a:pt x="1" y="33"/>
                    </a:cubicBezTo>
                    <a:cubicBezTo>
                      <a:pt x="109" y="1214"/>
                      <a:pt x="235" y="2446"/>
                      <a:pt x="161" y="3628"/>
                    </a:cubicBezTo>
                    <a:cubicBezTo>
                      <a:pt x="160" y="3648"/>
                      <a:pt x="175" y="3659"/>
                      <a:pt x="191" y="3659"/>
                    </a:cubicBezTo>
                    <a:cubicBezTo>
                      <a:pt x="205" y="3659"/>
                      <a:pt x="218" y="3651"/>
                      <a:pt x="220" y="3635"/>
                    </a:cubicBezTo>
                    <a:cubicBezTo>
                      <a:pt x="266" y="3335"/>
                      <a:pt x="286" y="3032"/>
                      <a:pt x="293" y="2730"/>
                    </a:cubicBezTo>
                    <a:cubicBezTo>
                      <a:pt x="306" y="2125"/>
                      <a:pt x="263" y="1521"/>
                      <a:pt x="192" y="921"/>
                    </a:cubicBezTo>
                    <a:cubicBezTo>
                      <a:pt x="157" y="622"/>
                      <a:pt x="111" y="323"/>
                      <a:pt x="61" y="26"/>
                    </a:cubicBezTo>
                    <a:cubicBezTo>
                      <a:pt x="58" y="11"/>
                      <a:pt x="45" y="1"/>
                      <a:pt x="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3" name="Google Shape;953;p52"/>
              <p:cNvSpPr/>
              <p:nvPr/>
            </p:nvSpPr>
            <p:spPr>
              <a:xfrm>
                <a:off x="5989571" y="3235810"/>
                <a:ext cx="82255" cy="37259"/>
              </a:xfrm>
              <a:custGeom>
                <a:rect b="b" l="l" r="r" t="t"/>
                <a:pathLst>
                  <a:path extrusionOk="0" h="891" w="1967">
                    <a:moveTo>
                      <a:pt x="634" y="0"/>
                    </a:moveTo>
                    <a:cubicBezTo>
                      <a:pt x="296" y="0"/>
                      <a:pt x="1" y="487"/>
                      <a:pt x="250" y="766"/>
                    </a:cubicBezTo>
                    <a:cubicBezTo>
                      <a:pt x="342" y="855"/>
                      <a:pt x="434" y="890"/>
                      <a:pt x="526" y="890"/>
                    </a:cubicBezTo>
                    <a:cubicBezTo>
                      <a:pt x="883" y="890"/>
                      <a:pt x="1230" y="351"/>
                      <a:pt x="1524" y="351"/>
                    </a:cubicBezTo>
                    <a:cubicBezTo>
                      <a:pt x="1664" y="351"/>
                      <a:pt x="1793" y="473"/>
                      <a:pt x="1905" y="833"/>
                    </a:cubicBezTo>
                    <a:cubicBezTo>
                      <a:pt x="1910" y="846"/>
                      <a:pt x="1921" y="854"/>
                      <a:pt x="1933" y="854"/>
                    </a:cubicBezTo>
                    <a:cubicBezTo>
                      <a:pt x="1936" y="854"/>
                      <a:pt x="1938" y="854"/>
                      <a:pt x="1940" y="853"/>
                    </a:cubicBezTo>
                    <a:cubicBezTo>
                      <a:pt x="1957" y="850"/>
                      <a:pt x="1966" y="834"/>
                      <a:pt x="1963" y="818"/>
                    </a:cubicBezTo>
                    <a:cubicBezTo>
                      <a:pt x="1930" y="678"/>
                      <a:pt x="1889" y="537"/>
                      <a:pt x="1802" y="409"/>
                    </a:cubicBezTo>
                    <a:cubicBezTo>
                      <a:pt x="1725" y="292"/>
                      <a:pt x="1627" y="248"/>
                      <a:pt x="1524" y="248"/>
                    </a:cubicBezTo>
                    <a:cubicBezTo>
                      <a:pt x="1339" y="248"/>
                      <a:pt x="1135" y="389"/>
                      <a:pt x="995" y="504"/>
                    </a:cubicBezTo>
                    <a:cubicBezTo>
                      <a:pt x="857" y="603"/>
                      <a:pt x="685" y="769"/>
                      <a:pt x="521" y="769"/>
                    </a:cubicBezTo>
                    <a:cubicBezTo>
                      <a:pt x="458" y="769"/>
                      <a:pt x="396" y="745"/>
                      <a:pt x="338" y="685"/>
                    </a:cubicBezTo>
                    <a:cubicBezTo>
                      <a:pt x="170" y="500"/>
                      <a:pt x="358" y="153"/>
                      <a:pt x="579" y="96"/>
                    </a:cubicBezTo>
                    <a:cubicBezTo>
                      <a:pt x="603" y="88"/>
                      <a:pt x="628" y="84"/>
                      <a:pt x="653" y="84"/>
                    </a:cubicBezTo>
                    <a:cubicBezTo>
                      <a:pt x="751" y="84"/>
                      <a:pt x="847" y="141"/>
                      <a:pt x="918" y="224"/>
                    </a:cubicBezTo>
                    <a:cubicBezTo>
                      <a:pt x="923" y="230"/>
                      <a:pt x="931" y="234"/>
                      <a:pt x="940" y="234"/>
                    </a:cubicBezTo>
                    <a:cubicBezTo>
                      <a:pt x="946" y="234"/>
                      <a:pt x="952" y="232"/>
                      <a:pt x="958" y="227"/>
                    </a:cubicBezTo>
                    <a:cubicBezTo>
                      <a:pt x="971" y="217"/>
                      <a:pt x="973" y="199"/>
                      <a:pt x="964" y="186"/>
                    </a:cubicBezTo>
                    <a:cubicBezTo>
                      <a:pt x="918" y="127"/>
                      <a:pt x="863" y="72"/>
                      <a:pt x="792" y="38"/>
                    </a:cubicBezTo>
                    <a:cubicBezTo>
                      <a:pt x="739" y="12"/>
                      <a:pt x="686" y="0"/>
                      <a:pt x="6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4" name="Google Shape;954;p52"/>
              <p:cNvSpPr/>
              <p:nvPr/>
            </p:nvSpPr>
            <p:spPr>
              <a:xfrm>
                <a:off x="5959546" y="3290381"/>
                <a:ext cx="121229" cy="53317"/>
              </a:xfrm>
              <a:custGeom>
                <a:rect b="b" l="l" r="r" t="t"/>
                <a:pathLst>
                  <a:path extrusionOk="0" h="1275" w="2899">
                    <a:moveTo>
                      <a:pt x="601" y="0"/>
                    </a:moveTo>
                    <a:cubicBezTo>
                      <a:pt x="428" y="0"/>
                      <a:pt x="238" y="103"/>
                      <a:pt x="19" y="371"/>
                    </a:cubicBezTo>
                    <a:cubicBezTo>
                      <a:pt x="0" y="392"/>
                      <a:pt x="22" y="419"/>
                      <a:pt x="44" y="419"/>
                    </a:cubicBezTo>
                    <a:cubicBezTo>
                      <a:pt x="51" y="419"/>
                      <a:pt x="59" y="416"/>
                      <a:pt x="65" y="409"/>
                    </a:cubicBezTo>
                    <a:cubicBezTo>
                      <a:pt x="190" y="279"/>
                      <a:pt x="336" y="140"/>
                      <a:pt x="515" y="105"/>
                    </a:cubicBezTo>
                    <a:cubicBezTo>
                      <a:pt x="540" y="100"/>
                      <a:pt x="564" y="97"/>
                      <a:pt x="588" y="97"/>
                    </a:cubicBezTo>
                    <a:cubicBezTo>
                      <a:pt x="735" y="97"/>
                      <a:pt x="871" y="191"/>
                      <a:pt x="982" y="304"/>
                    </a:cubicBezTo>
                    <a:cubicBezTo>
                      <a:pt x="1322" y="632"/>
                      <a:pt x="1554" y="1172"/>
                      <a:pt x="2067" y="1272"/>
                    </a:cubicBezTo>
                    <a:cubicBezTo>
                      <a:pt x="2096" y="1274"/>
                      <a:pt x="2124" y="1275"/>
                      <a:pt x="2153" y="1275"/>
                    </a:cubicBezTo>
                    <a:cubicBezTo>
                      <a:pt x="2340" y="1275"/>
                      <a:pt x="2524" y="1228"/>
                      <a:pt x="2653" y="1078"/>
                    </a:cubicBezTo>
                    <a:cubicBezTo>
                      <a:pt x="2899" y="770"/>
                      <a:pt x="2393" y="246"/>
                      <a:pt x="2103" y="246"/>
                    </a:cubicBezTo>
                    <a:cubicBezTo>
                      <a:pt x="1977" y="246"/>
                      <a:pt x="1892" y="346"/>
                      <a:pt x="1929" y="607"/>
                    </a:cubicBezTo>
                    <a:cubicBezTo>
                      <a:pt x="1931" y="624"/>
                      <a:pt x="1944" y="632"/>
                      <a:pt x="1958" y="632"/>
                    </a:cubicBezTo>
                    <a:cubicBezTo>
                      <a:pt x="1974" y="632"/>
                      <a:pt x="1991" y="620"/>
                      <a:pt x="1987" y="598"/>
                    </a:cubicBezTo>
                    <a:cubicBezTo>
                      <a:pt x="1962" y="404"/>
                      <a:pt x="2017" y="329"/>
                      <a:pt x="2105" y="329"/>
                    </a:cubicBezTo>
                    <a:cubicBezTo>
                      <a:pt x="2323" y="329"/>
                      <a:pt x="2738" y="795"/>
                      <a:pt x="2560" y="1008"/>
                    </a:cubicBezTo>
                    <a:cubicBezTo>
                      <a:pt x="2419" y="1116"/>
                      <a:pt x="2291" y="1161"/>
                      <a:pt x="2171" y="1161"/>
                    </a:cubicBezTo>
                    <a:cubicBezTo>
                      <a:pt x="1562" y="1161"/>
                      <a:pt x="1180" y="0"/>
                      <a:pt x="6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5" name="Google Shape;955;p52"/>
              <p:cNvSpPr/>
              <p:nvPr/>
            </p:nvSpPr>
            <p:spPr>
              <a:xfrm>
                <a:off x="5972343" y="3360467"/>
                <a:ext cx="99902" cy="101240"/>
              </a:xfrm>
              <a:custGeom>
                <a:rect b="b" l="l" r="r" t="t"/>
                <a:pathLst>
                  <a:path extrusionOk="0" h="2421" w="2389">
                    <a:moveTo>
                      <a:pt x="1342" y="0"/>
                    </a:moveTo>
                    <a:cubicBezTo>
                      <a:pt x="1025" y="0"/>
                      <a:pt x="755" y="101"/>
                      <a:pt x="718" y="395"/>
                    </a:cubicBezTo>
                    <a:cubicBezTo>
                      <a:pt x="739" y="883"/>
                      <a:pt x="1157" y="1199"/>
                      <a:pt x="1472" y="1510"/>
                    </a:cubicBezTo>
                    <a:cubicBezTo>
                      <a:pt x="1572" y="1612"/>
                      <a:pt x="1652" y="1726"/>
                      <a:pt x="1634" y="1847"/>
                    </a:cubicBezTo>
                    <a:cubicBezTo>
                      <a:pt x="1620" y="1910"/>
                      <a:pt x="1593" y="1971"/>
                      <a:pt x="1559" y="2026"/>
                    </a:cubicBezTo>
                    <a:cubicBezTo>
                      <a:pt x="1460" y="2217"/>
                      <a:pt x="1241" y="2300"/>
                      <a:pt x="1004" y="2300"/>
                    </a:cubicBezTo>
                    <a:cubicBezTo>
                      <a:pt x="585" y="2300"/>
                      <a:pt x="108" y="2041"/>
                      <a:pt x="124" y="1662"/>
                    </a:cubicBezTo>
                    <a:cubicBezTo>
                      <a:pt x="128" y="1423"/>
                      <a:pt x="308" y="1311"/>
                      <a:pt x="479" y="1311"/>
                    </a:cubicBezTo>
                    <a:cubicBezTo>
                      <a:pt x="679" y="1311"/>
                      <a:pt x="867" y="1466"/>
                      <a:pt x="740" y="1752"/>
                    </a:cubicBezTo>
                    <a:cubicBezTo>
                      <a:pt x="731" y="1768"/>
                      <a:pt x="738" y="1789"/>
                      <a:pt x="755" y="1796"/>
                    </a:cubicBezTo>
                    <a:cubicBezTo>
                      <a:pt x="758" y="1797"/>
                      <a:pt x="761" y="1797"/>
                      <a:pt x="764" y="1797"/>
                    </a:cubicBezTo>
                    <a:cubicBezTo>
                      <a:pt x="807" y="1797"/>
                      <a:pt x="819" y="1701"/>
                      <a:pt x="835" y="1668"/>
                    </a:cubicBezTo>
                    <a:cubicBezTo>
                      <a:pt x="868" y="1550"/>
                      <a:pt x="841" y="1412"/>
                      <a:pt x="743" y="1329"/>
                    </a:cubicBezTo>
                    <a:cubicBezTo>
                      <a:pt x="660" y="1255"/>
                      <a:pt x="563" y="1222"/>
                      <a:pt x="467" y="1222"/>
                    </a:cubicBezTo>
                    <a:cubicBezTo>
                      <a:pt x="244" y="1222"/>
                      <a:pt x="29" y="1401"/>
                      <a:pt x="23" y="1655"/>
                    </a:cubicBezTo>
                    <a:cubicBezTo>
                      <a:pt x="0" y="2117"/>
                      <a:pt x="528" y="2420"/>
                      <a:pt x="1005" y="2420"/>
                    </a:cubicBezTo>
                    <a:cubicBezTo>
                      <a:pt x="1279" y="2420"/>
                      <a:pt x="1536" y="2321"/>
                      <a:pt x="1663" y="2094"/>
                    </a:cubicBezTo>
                    <a:cubicBezTo>
                      <a:pt x="2045" y="1529"/>
                      <a:pt x="1174" y="1230"/>
                      <a:pt x="965" y="784"/>
                    </a:cubicBezTo>
                    <a:cubicBezTo>
                      <a:pt x="633" y="266"/>
                      <a:pt x="962" y="98"/>
                      <a:pt x="1394" y="98"/>
                    </a:cubicBezTo>
                    <a:cubicBezTo>
                      <a:pt x="1732" y="98"/>
                      <a:pt x="2134" y="201"/>
                      <a:pt x="2331" y="319"/>
                    </a:cubicBezTo>
                    <a:cubicBezTo>
                      <a:pt x="2336" y="322"/>
                      <a:pt x="2341" y="323"/>
                      <a:pt x="2346" y="323"/>
                    </a:cubicBezTo>
                    <a:cubicBezTo>
                      <a:pt x="2372" y="323"/>
                      <a:pt x="2389" y="284"/>
                      <a:pt x="2361" y="267"/>
                    </a:cubicBezTo>
                    <a:cubicBezTo>
                      <a:pt x="2160" y="142"/>
                      <a:pt x="1718" y="0"/>
                      <a:pt x="13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6" name="Google Shape;956;p52"/>
              <p:cNvSpPr/>
              <p:nvPr/>
            </p:nvSpPr>
            <p:spPr>
              <a:xfrm>
                <a:off x="6097921" y="3235851"/>
                <a:ext cx="82046" cy="37218"/>
              </a:xfrm>
              <a:custGeom>
                <a:rect b="b" l="l" r="r" t="t"/>
                <a:pathLst>
                  <a:path extrusionOk="0" h="890" w="1962">
                    <a:moveTo>
                      <a:pt x="1314" y="0"/>
                    </a:moveTo>
                    <a:cubicBezTo>
                      <a:pt x="1202" y="0"/>
                      <a:pt x="1088" y="54"/>
                      <a:pt x="998" y="185"/>
                    </a:cubicBezTo>
                    <a:cubicBezTo>
                      <a:pt x="981" y="206"/>
                      <a:pt x="1002" y="233"/>
                      <a:pt x="1023" y="233"/>
                    </a:cubicBezTo>
                    <a:cubicBezTo>
                      <a:pt x="1031" y="233"/>
                      <a:pt x="1038" y="230"/>
                      <a:pt x="1045" y="223"/>
                    </a:cubicBezTo>
                    <a:cubicBezTo>
                      <a:pt x="1113" y="140"/>
                      <a:pt x="1210" y="83"/>
                      <a:pt x="1307" y="83"/>
                    </a:cubicBezTo>
                    <a:cubicBezTo>
                      <a:pt x="1332" y="83"/>
                      <a:pt x="1356" y="87"/>
                      <a:pt x="1381" y="95"/>
                    </a:cubicBezTo>
                    <a:cubicBezTo>
                      <a:pt x="1601" y="154"/>
                      <a:pt x="1784" y="499"/>
                      <a:pt x="1620" y="684"/>
                    </a:cubicBezTo>
                    <a:cubicBezTo>
                      <a:pt x="1562" y="744"/>
                      <a:pt x="1501" y="768"/>
                      <a:pt x="1439" y="768"/>
                    </a:cubicBezTo>
                    <a:cubicBezTo>
                      <a:pt x="1275" y="768"/>
                      <a:pt x="1104" y="602"/>
                      <a:pt x="967" y="503"/>
                    </a:cubicBezTo>
                    <a:cubicBezTo>
                      <a:pt x="768" y="335"/>
                      <a:pt x="595" y="248"/>
                      <a:pt x="451" y="248"/>
                    </a:cubicBezTo>
                    <a:cubicBezTo>
                      <a:pt x="239" y="248"/>
                      <a:pt x="88" y="434"/>
                      <a:pt x="6" y="817"/>
                    </a:cubicBezTo>
                    <a:cubicBezTo>
                      <a:pt x="1" y="839"/>
                      <a:pt x="19" y="853"/>
                      <a:pt x="36" y="853"/>
                    </a:cubicBezTo>
                    <a:cubicBezTo>
                      <a:pt x="48" y="853"/>
                      <a:pt x="59" y="846"/>
                      <a:pt x="63" y="832"/>
                    </a:cubicBezTo>
                    <a:cubicBezTo>
                      <a:pt x="175" y="472"/>
                      <a:pt x="302" y="350"/>
                      <a:pt x="441" y="350"/>
                    </a:cubicBezTo>
                    <a:cubicBezTo>
                      <a:pt x="734" y="350"/>
                      <a:pt x="1078" y="889"/>
                      <a:pt x="1433" y="889"/>
                    </a:cubicBezTo>
                    <a:cubicBezTo>
                      <a:pt x="1524" y="889"/>
                      <a:pt x="1616" y="854"/>
                      <a:pt x="1708" y="764"/>
                    </a:cubicBezTo>
                    <a:cubicBezTo>
                      <a:pt x="1962" y="447"/>
                      <a:pt x="1640" y="0"/>
                      <a:pt x="13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7" name="Google Shape;957;p52"/>
              <p:cNvSpPr/>
              <p:nvPr/>
            </p:nvSpPr>
            <p:spPr>
              <a:xfrm>
                <a:off x="6088177" y="3290716"/>
                <a:ext cx="121313" cy="53108"/>
              </a:xfrm>
              <a:custGeom>
                <a:rect b="b" l="l" r="r" t="t"/>
                <a:pathLst>
                  <a:path extrusionOk="0" h="1270" w="2901">
                    <a:moveTo>
                      <a:pt x="2318" y="0"/>
                    </a:moveTo>
                    <a:cubicBezTo>
                      <a:pt x="1657" y="0"/>
                      <a:pt x="1408" y="1147"/>
                      <a:pt x="750" y="1147"/>
                    </a:cubicBezTo>
                    <a:cubicBezTo>
                      <a:pt x="694" y="1147"/>
                      <a:pt x="634" y="1139"/>
                      <a:pt x="571" y="1120"/>
                    </a:cubicBezTo>
                    <a:cubicBezTo>
                      <a:pt x="1" y="997"/>
                      <a:pt x="548" y="321"/>
                      <a:pt x="811" y="321"/>
                    </a:cubicBezTo>
                    <a:cubicBezTo>
                      <a:pt x="899" y="321"/>
                      <a:pt x="955" y="396"/>
                      <a:pt x="928" y="590"/>
                    </a:cubicBezTo>
                    <a:cubicBezTo>
                      <a:pt x="925" y="612"/>
                      <a:pt x="942" y="624"/>
                      <a:pt x="958" y="624"/>
                    </a:cubicBezTo>
                    <a:cubicBezTo>
                      <a:pt x="972" y="624"/>
                      <a:pt x="985" y="616"/>
                      <a:pt x="987" y="599"/>
                    </a:cubicBezTo>
                    <a:cubicBezTo>
                      <a:pt x="1023" y="337"/>
                      <a:pt x="939" y="237"/>
                      <a:pt x="813" y="237"/>
                    </a:cubicBezTo>
                    <a:cubicBezTo>
                      <a:pt x="526" y="237"/>
                      <a:pt x="25" y="760"/>
                      <a:pt x="266" y="1068"/>
                    </a:cubicBezTo>
                    <a:cubicBezTo>
                      <a:pt x="385" y="1204"/>
                      <a:pt x="562" y="1269"/>
                      <a:pt x="740" y="1269"/>
                    </a:cubicBezTo>
                    <a:cubicBezTo>
                      <a:pt x="882" y="1269"/>
                      <a:pt x="1025" y="1228"/>
                      <a:pt x="1140" y="1149"/>
                    </a:cubicBezTo>
                    <a:cubicBezTo>
                      <a:pt x="1579" y="870"/>
                      <a:pt x="1883" y="92"/>
                      <a:pt x="2330" y="92"/>
                    </a:cubicBezTo>
                    <a:cubicBezTo>
                      <a:pt x="2480" y="92"/>
                      <a:pt x="2645" y="179"/>
                      <a:pt x="2837" y="401"/>
                    </a:cubicBezTo>
                    <a:cubicBezTo>
                      <a:pt x="2843" y="408"/>
                      <a:pt x="2851" y="412"/>
                      <a:pt x="2858" y="412"/>
                    </a:cubicBezTo>
                    <a:cubicBezTo>
                      <a:pt x="2880" y="412"/>
                      <a:pt x="2901" y="384"/>
                      <a:pt x="2882" y="363"/>
                    </a:cubicBezTo>
                    <a:cubicBezTo>
                      <a:pt x="2754" y="211"/>
                      <a:pt x="2611" y="60"/>
                      <a:pt x="2409" y="7"/>
                    </a:cubicBezTo>
                    <a:cubicBezTo>
                      <a:pt x="2378" y="2"/>
                      <a:pt x="2347" y="0"/>
                      <a:pt x="23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8" name="Google Shape;958;p52"/>
              <p:cNvSpPr/>
              <p:nvPr/>
            </p:nvSpPr>
            <p:spPr>
              <a:xfrm>
                <a:off x="6097544" y="3360760"/>
                <a:ext cx="107429" cy="100947"/>
              </a:xfrm>
              <a:custGeom>
                <a:rect b="b" l="l" r="r" t="t"/>
                <a:pathLst>
                  <a:path extrusionOk="0" h="2414" w="2569">
                    <a:moveTo>
                      <a:pt x="1015" y="0"/>
                    </a:moveTo>
                    <a:cubicBezTo>
                      <a:pt x="665" y="0"/>
                      <a:pt x="260" y="110"/>
                      <a:pt x="29" y="261"/>
                    </a:cubicBezTo>
                    <a:cubicBezTo>
                      <a:pt x="0" y="276"/>
                      <a:pt x="18" y="317"/>
                      <a:pt x="43" y="317"/>
                    </a:cubicBezTo>
                    <a:cubicBezTo>
                      <a:pt x="48" y="317"/>
                      <a:pt x="53" y="315"/>
                      <a:pt x="57" y="312"/>
                    </a:cubicBezTo>
                    <a:cubicBezTo>
                      <a:pt x="284" y="195"/>
                      <a:pt x="646" y="87"/>
                      <a:pt x="971" y="87"/>
                    </a:cubicBezTo>
                    <a:cubicBezTo>
                      <a:pt x="1169" y="87"/>
                      <a:pt x="1354" y="127"/>
                      <a:pt x="1485" y="231"/>
                    </a:cubicBezTo>
                    <a:cubicBezTo>
                      <a:pt x="1697" y="484"/>
                      <a:pt x="1331" y="922"/>
                      <a:pt x="1146" y="1112"/>
                    </a:cubicBezTo>
                    <a:cubicBezTo>
                      <a:pt x="747" y="1483"/>
                      <a:pt x="350" y="1763"/>
                      <a:pt x="879" y="2268"/>
                    </a:cubicBezTo>
                    <a:cubicBezTo>
                      <a:pt x="1010" y="2369"/>
                      <a:pt x="1184" y="2414"/>
                      <a:pt x="1366" y="2414"/>
                    </a:cubicBezTo>
                    <a:cubicBezTo>
                      <a:pt x="1928" y="2414"/>
                      <a:pt x="2569" y="1986"/>
                      <a:pt x="2279" y="1415"/>
                    </a:cubicBezTo>
                    <a:cubicBezTo>
                      <a:pt x="2207" y="1283"/>
                      <a:pt x="2061" y="1219"/>
                      <a:pt x="1917" y="1219"/>
                    </a:cubicBezTo>
                    <a:cubicBezTo>
                      <a:pt x="1728" y="1219"/>
                      <a:pt x="1543" y="1329"/>
                      <a:pt x="1532" y="1542"/>
                    </a:cubicBezTo>
                    <a:cubicBezTo>
                      <a:pt x="1523" y="1623"/>
                      <a:pt x="1556" y="1700"/>
                      <a:pt x="1586" y="1774"/>
                    </a:cubicBezTo>
                    <a:cubicBezTo>
                      <a:pt x="1591" y="1785"/>
                      <a:pt x="1602" y="1791"/>
                      <a:pt x="1613" y="1791"/>
                    </a:cubicBezTo>
                    <a:cubicBezTo>
                      <a:pt x="1617" y="1791"/>
                      <a:pt x="1622" y="1790"/>
                      <a:pt x="1626" y="1788"/>
                    </a:cubicBezTo>
                    <a:cubicBezTo>
                      <a:pt x="1641" y="1780"/>
                      <a:pt x="1647" y="1760"/>
                      <a:pt x="1639" y="1745"/>
                    </a:cubicBezTo>
                    <a:cubicBezTo>
                      <a:pt x="1513" y="1460"/>
                      <a:pt x="1699" y="1304"/>
                      <a:pt x="1898" y="1304"/>
                    </a:cubicBezTo>
                    <a:cubicBezTo>
                      <a:pt x="2067" y="1304"/>
                      <a:pt x="2245" y="1416"/>
                      <a:pt x="2250" y="1654"/>
                    </a:cubicBezTo>
                    <a:cubicBezTo>
                      <a:pt x="2267" y="2033"/>
                      <a:pt x="1792" y="2293"/>
                      <a:pt x="1376" y="2293"/>
                    </a:cubicBezTo>
                    <a:cubicBezTo>
                      <a:pt x="1141" y="2293"/>
                      <a:pt x="925" y="2211"/>
                      <a:pt x="826" y="2019"/>
                    </a:cubicBezTo>
                    <a:cubicBezTo>
                      <a:pt x="792" y="1963"/>
                      <a:pt x="766" y="1903"/>
                      <a:pt x="752" y="1840"/>
                    </a:cubicBezTo>
                    <a:cubicBezTo>
                      <a:pt x="734" y="1720"/>
                      <a:pt x="812" y="1605"/>
                      <a:pt x="911" y="1503"/>
                    </a:cubicBezTo>
                    <a:cubicBezTo>
                      <a:pt x="1118" y="1296"/>
                      <a:pt x="1365" y="1102"/>
                      <a:pt x="1515" y="838"/>
                    </a:cubicBezTo>
                    <a:cubicBezTo>
                      <a:pt x="1885" y="216"/>
                      <a:pt x="1505" y="0"/>
                      <a:pt x="10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9" name="Google Shape;959;p52"/>
              <p:cNvSpPr/>
              <p:nvPr/>
            </p:nvSpPr>
            <p:spPr>
              <a:xfrm>
                <a:off x="6108919" y="3486505"/>
                <a:ext cx="68246" cy="21578"/>
              </a:xfrm>
              <a:custGeom>
                <a:rect b="b" l="l" r="r" t="t"/>
                <a:pathLst>
                  <a:path extrusionOk="0" h="516" w="1632">
                    <a:moveTo>
                      <a:pt x="1589" y="1"/>
                    </a:moveTo>
                    <a:cubicBezTo>
                      <a:pt x="1583" y="1"/>
                      <a:pt x="1577" y="3"/>
                      <a:pt x="1572" y="7"/>
                    </a:cubicBezTo>
                    <a:cubicBezTo>
                      <a:pt x="1220" y="260"/>
                      <a:pt x="796" y="405"/>
                      <a:pt x="366" y="405"/>
                    </a:cubicBezTo>
                    <a:cubicBezTo>
                      <a:pt x="260" y="405"/>
                      <a:pt x="153" y="396"/>
                      <a:pt x="47" y="378"/>
                    </a:cubicBezTo>
                    <a:cubicBezTo>
                      <a:pt x="45" y="378"/>
                      <a:pt x="43" y="377"/>
                      <a:pt x="41" y="377"/>
                    </a:cubicBezTo>
                    <a:cubicBezTo>
                      <a:pt x="12" y="377"/>
                      <a:pt x="1" y="423"/>
                      <a:pt x="32" y="435"/>
                    </a:cubicBezTo>
                    <a:cubicBezTo>
                      <a:pt x="181" y="489"/>
                      <a:pt x="340" y="515"/>
                      <a:pt x="499" y="515"/>
                    </a:cubicBezTo>
                    <a:cubicBezTo>
                      <a:pt x="910" y="515"/>
                      <a:pt x="1327" y="343"/>
                      <a:pt x="1611" y="51"/>
                    </a:cubicBezTo>
                    <a:cubicBezTo>
                      <a:pt x="1631" y="31"/>
                      <a:pt x="1612" y="1"/>
                      <a:pt x="15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0" name="Google Shape;960;p52"/>
              <p:cNvSpPr/>
              <p:nvPr/>
            </p:nvSpPr>
            <p:spPr>
              <a:xfrm>
                <a:off x="6028420" y="3218121"/>
                <a:ext cx="32827" cy="7485"/>
              </a:xfrm>
              <a:custGeom>
                <a:rect b="b" l="l" r="r" t="t"/>
                <a:pathLst>
                  <a:path extrusionOk="0" h="179" w="785">
                    <a:moveTo>
                      <a:pt x="476" y="0"/>
                    </a:moveTo>
                    <a:cubicBezTo>
                      <a:pt x="319" y="0"/>
                      <a:pt x="160" y="42"/>
                      <a:pt x="26" y="123"/>
                    </a:cubicBezTo>
                    <a:cubicBezTo>
                      <a:pt x="1" y="138"/>
                      <a:pt x="13" y="179"/>
                      <a:pt x="41" y="179"/>
                    </a:cubicBezTo>
                    <a:cubicBezTo>
                      <a:pt x="43" y="179"/>
                      <a:pt x="44" y="179"/>
                      <a:pt x="46" y="179"/>
                    </a:cubicBezTo>
                    <a:cubicBezTo>
                      <a:pt x="282" y="142"/>
                      <a:pt x="505" y="115"/>
                      <a:pt x="746" y="105"/>
                    </a:cubicBezTo>
                    <a:cubicBezTo>
                      <a:pt x="777" y="104"/>
                      <a:pt x="785" y="56"/>
                      <a:pt x="754" y="47"/>
                    </a:cubicBezTo>
                    <a:cubicBezTo>
                      <a:pt x="666" y="16"/>
                      <a:pt x="571" y="0"/>
                      <a:pt x="47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1" name="Google Shape;961;p52"/>
              <p:cNvSpPr/>
              <p:nvPr/>
            </p:nvSpPr>
            <p:spPr>
              <a:xfrm>
                <a:off x="6044018" y="3427794"/>
                <a:ext cx="32618" cy="59381"/>
              </a:xfrm>
              <a:custGeom>
                <a:rect b="b" l="l" r="r" t="t"/>
                <a:pathLst>
                  <a:path extrusionOk="0" h="1420" w="780">
                    <a:moveTo>
                      <a:pt x="399" y="0"/>
                    </a:moveTo>
                    <a:cubicBezTo>
                      <a:pt x="379" y="0"/>
                      <a:pt x="359" y="22"/>
                      <a:pt x="371" y="44"/>
                    </a:cubicBezTo>
                    <a:cubicBezTo>
                      <a:pt x="612" y="500"/>
                      <a:pt x="492" y="1109"/>
                      <a:pt x="28" y="1364"/>
                    </a:cubicBezTo>
                    <a:cubicBezTo>
                      <a:pt x="0" y="1379"/>
                      <a:pt x="15" y="1420"/>
                      <a:pt x="41" y="1420"/>
                    </a:cubicBezTo>
                    <a:cubicBezTo>
                      <a:pt x="44" y="1420"/>
                      <a:pt x="48" y="1419"/>
                      <a:pt x="51" y="1418"/>
                    </a:cubicBezTo>
                    <a:cubicBezTo>
                      <a:pt x="618" y="1237"/>
                      <a:pt x="779" y="452"/>
                      <a:pt x="421" y="12"/>
                    </a:cubicBezTo>
                    <a:cubicBezTo>
                      <a:pt x="415" y="4"/>
                      <a:pt x="407" y="0"/>
                      <a:pt x="3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2" name="Google Shape;962;p52"/>
              <p:cNvSpPr/>
              <p:nvPr/>
            </p:nvSpPr>
            <p:spPr>
              <a:xfrm>
                <a:off x="6099426" y="3424323"/>
                <a:ext cx="26847" cy="57583"/>
              </a:xfrm>
              <a:custGeom>
                <a:rect b="b" l="l" r="r" t="t"/>
                <a:pathLst>
                  <a:path extrusionOk="0" h="1377" w="642">
                    <a:moveTo>
                      <a:pt x="223" y="1"/>
                    </a:moveTo>
                    <a:cubicBezTo>
                      <a:pt x="212" y="1"/>
                      <a:pt x="202" y="6"/>
                      <a:pt x="197" y="18"/>
                    </a:cubicBezTo>
                    <a:cubicBezTo>
                      <a:pt x="0" y="475"/>
                      <a:pt x="86" y="1157"/>
                      <a:pt x="588" y="1374"/>
                    </a:cubicBezTo>
                    <a:cubicBezTo>
                      <a:pt x="592" y="1376"/>
                      <a:pt x="596" y="1377"/>
                      <a:pt x="599" y="1377"/>
                    </a:cubicBezTo>
                    <a:cubicBezTo>
                      <a:pt x="625" y="1377"/>
                      <a:pt x="642" y="1339"/>
                      <a:pt x="616" y="1322"/>
                    </a:cubicBezTo>
                    <a:cubicBezTo>
                      <a:pt x="207" y="1042"/>
                      <a:pt x="167" y="485"/>
                      <a:pt x="253" y="36"/>
                    </a:cubicBezTo>
                    <a:cubicBezTo>
                      <a:pt x="257" y="15"/>
                      <a:pt x="240" y="1"/>
                      <a:pt x="2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63" name="Google Shape;963;p52"/>
            <p:cNvGrpSpPr/>
            <p:nvPr/>
          </p:nvGrpSpPr>
          <p:grpSpPr>
            <a:xfrm rot="1034553">
              <a:off x="662183" y="305614"/>
              <a:ext cx="185944" cy="206455"/>
              <a:chOff x="5071176" y="2522737"/>
              <a:chExt cx="356745" cy="396095"/>
            </a:xfrm>
          </p:grpSpPr>
          <p:sp>
            <p:nvSpPr>
              <p:cNvPr id="964" name="Google Shape;964;p52"/>
              <p:cNvSpPr/>
              <p:nvPr/>
            </p:nvSpPr>
            <p:spPr>
              <a:xfrm>
                <a:off x="5071176" y="2522737"/>
                <a:ext cx="356745" cy="396095"/>
              </a:xfrm>
              <a:custGeom>
                <a:rect b="b" l="l" r="r" t="t"/>
                <a:pathLst>
                  <a:path extrusionOk="0" h="9472" w="8531">
                    <a:moveTo>
                      <a:pt x="2207" y="1"/>
                    </a:moveTo>
                    <a:cubicBezTo>
                      <a:pt x="2091" y="1"/>
                      <a:pt x="1965" y="19"/>
                      <a:pt x="1829" y="60"/>
                    </a:cubicBezTo>
                    <a:cubicBezTo>
                      <a:pt x="0" y="603"/>
                      <a:pt x="3040" y="9450"/>
                      <a:pt x="3217" y="9471"/>
                    </a:cubicBezTo>
                    <a:cubicBezTo>
                      <a:pt x="3217" y="9471"/>
                      <a:pt x="3218" y="9472"/>
                      <a:pt x="3219" y="9472"/>
                    </a:cubicBezTo>
                    <a:cubicBezTo>
                      <a:pt x="3530" y="9472"/>
                      <a:pt x="8531" y="1499"/>
                      <a:pt x="6410" y="400"/>
                    </a:cubicBezTo>
                    <a:cubicBezTo>
                      <a:pt x="6260" y="323"/>
                      <a:pt x="6116" y="288"/>
                      <a:pt x="5977" y="288"/>
                    </a:cubicBezTo>
                    <a:cubicBezTo>
                      <a:pt x="4764" y="288"/>
                      <a:pt x="3964" y="2934"/>
                      <a:pt x="3789" y="2934"/>
                    </a:cubicBezTo>
                    <a:cubicBezTo>
                      <a:pt x="3788" y="2934"/>
                      <a:pt x="3786" y="2934"/>
                      <a:pt x="3785" y="2933"/>
                    </a:cubicBezTo>
                    <a:cubicBezTo>
                      <a:pt x="3614" y="2888"/>
                      <a:pt x="3650" y="1"/>
                      <a:pt x="22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5" name="Google Shape;965;p52"/>
              <p:cNvSpPr/>
              <p:nvPr/>
            </p:nvSpPr>
            <p:spPr>
              <a:xfrm>
                <a:off x="5212811" y="2708867"/>
                <a:ext cx="100989" cy="185628"/>
              </a:xfrm>
              <a:custGeom>
                <a:rect b="b" l="l" r="r" t="t"/>
                <a:pathLst>
                  <a:path extrusionOk="0" h="4439" w="2415">
                    <a:moveTo>
                      <a:pt x="2381" y="0"/>
                    </a:moveTo>
                    <a:cubicBezTo>
                      <a:pt x="2370" y="0"/>
                      <a:pt x="2360" y="7"/>
                      <a:pt x="2354" y="17"/>
                    </a:cubicBezTo>
                    <a:cubicBezTo>
                      <a:pt x="2177" y="391"/>
                      <a:pt x="1987" y="758"/>
                      <a:pt x="1792" y="1122"/>
                    </a:cubicBezTo>
                    <a:cubicBezTo>
                      <a:pt x="1205" y="2217"/>
                      <a:pt x="546" y="3274"/>
                      <a:pt x="12" y="4397"/>
                    </a:cubicBezTo>
                    <a:cubicBezTo>
                      <a:pt x="0" y="4420"/>
                      <a:pt x="21" y="4439"/>
                      <a:pt x="40" y="4439"/>
                    </a:cubicBezTo>
                    <a:cubicBezTo>
                      <a:pt x="50" y="4439"/>
                      <a:pt x="59" y="4435"/>
                      <a:pt x="65" y="4424"/>
                    </a:cubicBezTo>
                    <a:cubicBezTo>
                      <a:pt x="264" y="4062"/>
                      <a:pt x="471" y="3704"/>
                      <a:pt x="677" y="3345"/>
                    </a:cubicBezTo>
                    <a:cubicBezTo>
                      <a:pt x="1042" y="2712"/>
                      <a:pt x="1565" y="1817"/>
                      <a:pt x="1889" y="1173"/>
                    </a:cubicBezTo>
                    <a:cubicBezTo>
                      <a:pt x="2078" y="803"/>
                      <a:pt x="2253" y="426"/>
                      <a:pt x="2409" y="41"/>
                    </a:cubicBezTo>
                    <a:cubicBezTo>
                      <a:pt x="2414" y="26"/>
                      <a:pt x="2408" y="9"/>
                      <a:pt x="2394" y="3"/>
                    </a:cubicBezTo>
                    <a:cubicBezTo>
                      <a:pt x="2390" y="1"/>
                      <a:pt x="2386" y="0"/>
                      <a:pt x="23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aphicFrame>
        <p:nvGraphicFramePr>
          <p:cNvPr id="966" name="Google Shape;966;p52"/>
          <p:cNvGraphicFramePr/>
          <p:nvPr/>
        </p:nvGraphicFramePr>
        <p:xfrm>
          <a:off x="2311900" y="12539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{4EA3C5F1-3153-4BCC-9E6F-2AA2678B242B}</a:tableStyleId>
              </a:tblPr>
              <a:tblGrid>
                <a:gridCol w="2359350"/>
                <a:gridCol w="987550"/>
                <a:gridCol w="987550"/>
                <a:gridCol w="987550"/>
                <a:gridCol w="10341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4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precision</a:t>
                      </a:r>
                      <a:endParaRPr>
                        <a:solidFill>
                          <a:schemeClr val="accent4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recall</a:t>
                      </a:r>
                      <a:endParaRPr>
                        <a:solidFill>
                          <a:schemeClr val="accent4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f1-score</a:t>
                      </a:r>
                      <a:endParaRPr>
                        <a:solidFill>
                          <a:schemeClr val="accent4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support</a:t>
                      </a:r>
                      <a:endParaRPr>
                        <a:solidFill>
                          <a:schemeClr val="accent4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meningioma_tumor</a:t>
                      </a:r>
                      <a:endParaRPr>
                        <a:solidFill>
                          <a:schemeClr val="accent4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0.70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0.97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0.81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115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no_tumor</a:t>
                      </a:r>
                      <a:endParaRPr>
                        <a:solidFill>
                          <a:schemeClr val="accent4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0.72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0.84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105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pituitary_tumor</a:t>
                      </a:r>
                      <a:endParaRPr>
                        <a:solidFill>
                          <a:schemeClr val="accent4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0.88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0.89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0.89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74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glioma</a:t>
                      </a:r>
                      <a:endParaRPr>
                        <a:solidFill>
                          <a:schemeClr val="accent4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1.00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0.13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0.23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100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4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accuracy</a:t>
                      </a:r>
                      <a:endParaRPr>
                        <a:solidFill>
                          <a:schemeClr val="accent4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0.75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394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Macro avg</a:t>
                      </a:r>
                      <a:endParaRPr>
                        <a:solidFill>
                          <a:schemeClr val="accent4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0.82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0.75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0.69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394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Weighted avg</a:t>
                      </a:r>
                      <a:endParaRPr>
                        <a:solidFill>
                          <a:schemeClr val="accent4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0.82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0.75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0.69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394</a:t>
                      </a:r>
                      <a:endParaRPr>
                        <a:solidFill>
                          <a:schemeClr val="dk1"/>
                        </a:solidFill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53"/>
          <p:cNvSpPr txBox="1"/>
          <p:nvPr/>
        </p:nvSpPr>
        <p:spPr>
          <a:xfrm>
            <a:off x="207750" y="281400"/>
            <a:ext cx="50166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94081"/>
                </a:solidFill>
                <a:latin typeface="Raleway"/>
                <a:ea typeface="Raleway"/>
                <a:cs typeface="Raleway"/>
                <a:sym typeface="Raleway"/>
              </a:rPr>
              <a:t>Heatmap of Confusion Matrix</a:t>
            </a:r>
            <a:endParaRPr b="1" sz="2200">
              <a:solidFill>
                <a:srgbClr val="09408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972" name="Google Shape;972;p53"/>
          <p:cNvPicPr preferRelativeResize="0"/>
          <p:nvPr/>
        </p:nvPicPr>
        <p:blipFill rotWithShape="1">
          <a:blip r:embed="rId3">
            <a:alphaModFix/>
          </a:blip>
          <a:srcRect b="0" l="3722" r="10107" t="0"/>
          <a:stretch/>
        </p:blipFill>
        <p:spPr>
          <a:xfrm>
            <a:off x="1249800" y="754200"/>
            <a:ext cx="6186600" cy="4205100"/>
          </a:xfrm>
          <a:prstGeom prst="roundRect">
            <a:avLst>
              <a:gd fmla="val 636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54"/>
          <p:cNvSpPr txBox="1"/>
          <p:nvPr/>
        </p:nvSpPr>
        <p:spPr>
          <a:xfrm>
            <a:off x="2268125" y="0"/>
            <a:ext cx="5367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Training VS Validation Performance</a:t>
            </a:r>
            <a:endParaRPr sz="2000">
              <a:solidFill>
                <a:schemeClr val="accent4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pic>
        <p:nvPicPr>
          <p:cNvPr id="978" name="Google Shape;978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45000"/>
            <a:ext cx="8839200" cy="391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55"/>
          <p:cNvSpPr/>
          <p:nvPr/>
        </p:nvSpPr>
        <p:spPr>
          <a:xfrm>
            <a:off x="1530175" y="828375"/>
            <a:ext cx="4769100" cy="3495000"/>
          </a:xfrm>
          <a:prstGeom prst="round2DiagRect">
            <a:avLst>
              <a:gd fmla="val 36402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55"/>
          <p:cNvSpPr txBox="1"/>
          <p:nvPr>
            <p:ph type="title"/>
          </p:nvPr>
        </p:nvSpPr>
        <p:spPr>
          <a:xfrm>
            <a:off x="1292125" y="2089275"/>
            <a:ext cx="5245200" cy="14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>
                <a:solidFill>
                  <a:schemeClr val="lt1"/>
                </a:solidFill>
              </a:rPr>
              <a:t>MEDICAL CHATBOT</a:t>
            </a:r>
            <a:endParaRPr sz="5700">
              <a:solidFill>
                <a:schemeClr val="lt1"/>
              </a:solidFill>
            </a:endParaRPr>
          </a:p>
        </p:txBody>
      </p:sp>
      <p:sp>
        <p:nvSpPr>
          <p:cNvPr id="985" name="Google Shape;985;p55"/>
          <p:cNvSpPr txBox="1"/>
          <p:nvPr>
            <p:ph idx="2" type="title"/>
          </p:nvPr>
        </p:nvSpPr>
        <p:spPr>
          <a:xfrm>
            <a:off x="130850" y="1618550"/>
            <a:ext cx="1839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986" name="Google Shape;986;p55"/>
          <p:cNvGrpSpPr/>
          <p:nvPr/>
        </p:nvGrpSpPr>
        <p:grpSpPr>
          <a:xfrm>
            <a:off x="6467229" y="1953921"/>
            <a:ext cx="2525689" cy="3189448"/>
            <a:chOff x="5041625" y="4441200"/>
            <a:chExt cx="911900" cy="1151550"/>
          </a:xfrm>
        </p:grpSpPr>
        <p:sp>
          <p:nvSpPr>
            <p:cNvPr id="987" name="Google Shape;987;p55"/>
            <p:cNvSpPr/>
            <p:nvPr/>
          </p:nvSpPr>
          <p:spPr>
            <a:xfrm>
              <a:off x="5443250" y="4484900"/>
              <a:ext cx="59925" cy="92525"/>
            </a:xfrm>
            <a:custGeom>
              <a:rect b="b" l="l" r="r" t="t"/>
              <a:pathLst>
                <a:path extrusionOk="0" h="3701" w="2397">
                  <a:moveTo>
                    <a:pt x="1430" y="0"/>
                  </a:moveTo>
                  <a:cubicBezTo>
                    <a:pt x="1422" y="0"/>
                    <a:pt x="1416" y="1"/>
                    <a:pt x="1412" y="3"/>
                  </a:cubicBezTo>
                  <a:cubicBezTo>
                    <a:pt x="1412" y="3"/>
                    <a:pt x="1" y="3234"/>
                    <a:pt x="26" y="3295"/>
                  </a:cubicBezTo>
                  <a:cubicBezTo>
                    <a:pt x="50" y="3354"/>
                    <a:pt x="840" y="3701"/>
                    <a:pt x="972" y="3701"/>
                  </a:cubicBezTo>
                  <a:cubicBezTo>
                    <a:pt x="978" y="3701"/>
                    <a:pt x="982" y="3700"/>
                    <a:pt x="986" y="3699"/>
                  </a:cubicBezTo>
                  <a:cubicBezTo>
                    <a:pt x="1063" y="3668"/>
                    <a:pt x="2396" y="469"/>
                    <a:pt x="2371" y="407"/>
                  </a:cubicBezTo>
                  <a:cubicBezTo>
                    <a:pt x="2347" y="348"/>
                    <a:pt x="1584" y="0"/>
                    <a:pt x="14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55"/>
            <p:cNvSpPr/>
            <p:nvPr/>
          </p:nvSpPr>
          <p:spPr>
            <a:xfrm>
              <a:off x="5426250" y="4502125"/>
              <a:ext cx="94175" cy="58650"/>
            </a:xfrm>
            <a:custGeom>
              <a:rect b="b" l="l" r="r" t="t"/>
              <a:pathLst>
                <a:path extrusionOk="0" h="2346" w="3767">
                  <a:moveTo>
                    <a:pt x="445" y="0"/>
                  </a:moveTo>
                  <a:cubicBezTo>
                    <a:pt x="444" y="0"/>
                    <a:pt x="443" y="0"/>
                    <a:pt x="442" y="0"/>
                  </a:cubicBezTo>
                  <a:cubicBezTo>
                    <a:pt x="380" y="26"/>
                    <a:pt x="0" y="867"/>
                    <a:pt x="39" y="960"/>
                  </a:cubicBezTo>
                  <a:cubicBezTo>
                    <a:pt x="39" y="960"/>
                    <a:pt x="3212" y="2346"/>
                    <a:pt x="3329" y="2346"/>
                  </a:cubicBezTo>
                  <a:cubicBezTo>
                    <a:pt x="3330" y="2346"/>
                    <a:pt x="3331" y="2346"/>
                    <a:pt x="3331" y="2346"/>
                  </a:cubicBezTo>
                  <a:cubicBezTo>
                    <a:pt x="3393" y="2320"/>
                    <a:pt x="3766" y="1464"/>
                    <a:pt x="3735" y="1386"/>
                  </a:cubicBezTo>
                  <a:cubicBezTo>
                    <a:pt x="3704" y="1310"/>
                    <a:pt x="564" y="0"/>
                    <a:pt x="44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55"/>
            <p:cNvSpPr/>
            <p:nvPr/>
          </p:nvSpPr>
          <p:spPr>
            <a:xfrm>
              <a:off x="5414975" y="4587125"/>
              <a:ext cx="25825" cy="47250"/>
            </a:xfrm>
            <a:custGeom>
              <a:rect b="b" l="l" r="r" t="t"/>
              <a:pathLst>
                <a:path extrusionOk="0" h="1890" w="1033">
                  <a:moveTo>
                    <a:pt x="497" y="1"/>
                  </a:moveTo>
                  <a:cubicBezTo>
                    <a:pt x="422" y="1"/>
                    <a:pt x="24" y="107"/>
                    <a:pt x="1" y="149"/>
                  </a:cubicBezTo>
                  <a:cubicBezTo>
                    <a:pt x="1" y="149"/>
                    <a:pt x="475" y="1872"/>
                    <a:pt x="505" y="1888"/>
                  </a:cubicBezTo>
                  <a:cubicBezTo>
                    <a:pt x="507" y="1889"/>
                    <a:pt x="510" y="1890"/>
                    <a:pt x="515" y="1890"/>
                  </a:cubicBezTo>
                  <a:cubicBezTo>
                    <a:pt x="589" y="1890"/>
                    <a:pt x="992" y="1777"/>
                    <a:pt x="1012" y="1741"/>
                  </a:cubicBezTo>
                  <a:cubicBezTo>
                    <a:pt x="1032" y="1705"/>
                    <a:pt x="538" y="19"/>
                    <a:pt x="508" y="2"/>
                  </a:cubicBezTo>
                  <a:cubicBezTo>
                    <a:pt x="506" y="1"/>
                    <a:pt x="503" y="1"/>
                    <a:pt x="4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55"/>
            <p:cNvSpPr/>
            <p:nvPr/>
          </p:nvSpPr>
          <p:spPr>
            <a:xfrm>
              <a:off x="5403800" y="4598125"/>
              <a:ext cx="48000" cy="25325"/>
            </a:xfrm>
            <a:custGeom>
              <a:rect b="b" l="l" r="r" t="t"/>
              <a:pathLst>
                <a:path extrusionOk="0" h="1013" w="1920">
                  <a:moveTo>
                    <a:pt x="1753" y="1"/>
                  </a:moveTo>
                  <a:cubicBezTo>
                    <a:pt x="1653" y="1"/>
                    <a:pt x="33" y="476"/>
                    <a:pt x="17" y="505"/>
                  </a:cubicBezTo>
                  <a:cubicBezTo>
                    <a:pt x="1" y="535"/>
                    <a:pt x="120" y="988"/>
                    <a:pt x="164" y="1012"/>
                  </a:cubicBezTo>
                  <a:cubicBezTo>
                    <a:pt x="164" y="1012"/>
                    <a:pt x="1887" y="538"/>
                    <a:pt x="1903" y="509"/>
                  </a:cubicBezTo>
                  <a:cubicBezTo>
                    <a:pt x="1920" y="479"/>
                    <a:pt x="1794" y="22"/>
                    <a:pt x="1757" y="1"/>
                  </a:cubicBezTo>
                  <a:cubicBezTo>
                    <a:pt x="1756" y="1"/>
                    <a:pt x="1755" y="1"/>
                    <a:pt x="17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55"/>
            <p:cNvSpPr/>
            <p:nvPr/>
          </p:nvSpPr>
          <p:spPr>
            <a:xfrm>
              <a:off x="5076725" y="5231975"/>
              <a:ext cx="22750" cy="34375"/>
            </a:xfrm>
            <a:custGeom>
              <a:rect b="b" l="l" r="r" t="t"/>
              <a:pathLst>
                <a:path extrusionOk="0" h="1375" w="910">
                  <a:moveTo>
                    <a:pt x="862" y="0"/>
                  </a:moveTo>
                  <a:cubicBezTo>
                    <a:pt x="858" y="0"/>
                    <a:pt x="853" y="1"/>
                    <a:pt x="849" y="3"/>
                  </a:cubicBezTo>
                  <a:cubicBezTo>
                    <a:pt x="334" y="204"/>
                    <a:pt x="1" y="827"/>
                    <a:pt x="230" y="1354"/>
                  </a:cubicBezTo>
                  <a:cubicBezTo>
                    <a:pt x="235" y="1368"/>
                    <a:pt x="247" y="1374"/>
                    <a:pt x="259" y="1374"/>
                  </a:cubicBezTo>
                  <a:cubicBezTo>
                    <a:pt x="279" y="1374"/>
                    <a:pt x="298" y="1359"/>
                    <a:pt x="294" y="1336"/>
                  </a:cubicBezTo>
                  <a:cubicBezTo>
                    <a:pt x="190" y="827"/>
                    <a:pt x="461" y="340"/>
                    <a:pt x="882" y="62"/>
                  </a:cubicBezTo>
                  <a:cubicBezTo>
                    <a:pt x="909" y="43"/>
                    <a:pt x="891" y="0"/>
                    <a:pt x="8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55"/>
            <p:cNvSpPr/>
            <p:nvPr/>
          </p:nvSpPr>
          <p:spPr>
            <a:xfrm>
              <a:off x="5121425" y="4709350"/>
              <a:ext cx="619225" cy="683125"/>
            </a:xfrm>
            <a:custGeom>
              <a:rect b="b" l="l" r="r" t="t"/>
              <a:pathLst>
                <a:path extrusionOk="0" h="27325" w="24769">
                  <a:moveTo>
                    <a:pt x="9111" y="1"/>
                  </a:moveTo>
                  <a:cubicBezTo>
                    <a:pt x="7634" y="1"/>
                    <a:pt x="6055" y="2062"/>
                    <a:pt x="5890" y="2095"/>
                  </a:cubicBezTo>
                  <a:cubicBezTo>
                    <a:pt x="5887" y="2095"/>
                    <a:pt x="5884" y="2096"/>
                    <a:pt x="5880" y="2096"/>
                  </a:cubicBezTo>
                  <a:cubicBezTo>
                    <a:pt x="5703" y="2096"/>
                    <a:pt x="5447" y="1208"/>
                    <a:pt x="4577" y="1208"/>
                  </a:cubicBezTo>
                  <a:cubicBezTo>
                    <a:pt x="3690" y="1208"/>
                    <a:pt x="3406" y="2556"/>
                    <a:pt x="3018" y="2911"/>
                  </a:cubicBezTo>
                  <a:cubicBezTo>
                    <a:pt x="2628" y="3266"/>
                    <a:pt x="1704" y="2947"/>
                    <a:pt x="851" y="4650"/>
                  </a:cubicBezTo>
                  <a:cubicBezTo>
                    <a:pt x="0" y="6353"/>
                    <a:pt x="1242" y="9618"/>
                    <a:pt x="1408" y="9984"/>
                  </a:cubicBezTo>
                  <a:lnTo>
                    <a:pt x="11816" y="23847"/>
                  </a:lnTo>
                  <a:lnTo>
                    <a:pt x="18606" y="27325"/>
                  </a:lnTo>
                  <a:cubicBezTo>
                    <a:pt x="18606" y="27325"/>
                    <a:pt x="19268" y="22180"/>
                    <a:pt x="19446" y="21791"/>
                  </a:cubicBezTo>
                  <a:cubicBezTo>
                    <a:pt x="19623" y="21403"/>
                    <a:pt x="21539" y="20831"/>
                    <a:pt x="22355" y="20334"/>
                  </a:cubicBezTo>
                  <a:cubicBezTo>
                    <a:pt x="23171" y="19837"/>
                    <a:pt x="22532" y="18879"/>
                    <a:pt x="22604" y="18738"/>
                  </a:cubicBezTo>
                  <a:cubicBezTo>
                    <a:pt x="22616" y="18712"/>
                    <a:pt x="22649" y="18706"/>
                    <a:pt x="22697" y="18706"/>
                  </a:cubicBezTo>
                  <a:cubicBezTo>
                    <a:pt x="22746" y="18706"/>
                    <a:pt x="22811" y="18713"/>
                    <a:pt x="22889" y="18713"/>
                  </a:cubicBezTo>
                  <a:cubicBezTo>
                    <a:pt x="23169" y="18713"/>
                    <a:pt x="23611" y="18628"/>
                    <a:pt x="24023" y="17851"/>
                  </a:cubicBezTo>
                  <a:cubicBezTo>
                    <a:pt x="24662" y="16644"/>
                    <a:pt x="24023" y="15260"/>
                    <a:pt x="23988" y="15083"/>
                  </a:cubicBezTo>
                  <a:cubicBezTo>
                    <a:pt x="23952" y="14905"/>
                    <a:pt x="24342" y="14834"/>
                    <a:pt x="24555" y="14408"/>
                  </a:cubicBezTo>
                  <a:cubicBezTo>
                    <a:pt x="24768" y="13983"/>
                    <a:pt x="24023" y="13486"/>
                    <a:pt x="23988" y="13343"/>
                  </a:cubicBezTo>
                  <a:cubicBezTo>
                    <a:pt x="23952" y="13202"/>
                    <a:pt x="24555" y="12953"/>
                    <a:pt x="24555" y="12563"/>
                  </a:cubicBezTo>
                  <a:cubicBezTo>
                    <a:pt x="24555" y="12172"/>
                    <a:pt x="23810" y="12172"/>
                    <a:pt x="23775" y="11925"/>
                  </a:cubicBezTo>
                  <a:cubicBezTo>
                    <a:pt x="23739" y="11676"/>
                    <a:pt x="24697" y="11002"/>
                    <a:pt x="24094" y="9298"/>
                  </a:cubicBezTo>
                  <a:cubicBezTo>
                    <a:pt x="23491" y="7595"/>
                    <a:pt x="21717" y="7808"/>
                    <a:pt x="21539" y="7560"/>
                  </a:cubicBezTo>
                  <a:cubicBezTo>
                    <a:pt x="21361" y="7311"/>
                    <a:pt x="21858" y="5963"/>
                    <a:pt x="21326" y="4650"/>
                  </a:cubicBezTo>
                  <a:cubicBezTo>
                    <a:pt x="20984" y="3807"/>
                    <a:pt x="20189" y="3695"/>
                    <a:pt x="19644" y="3695"/>
                  </a:cubicBezTo>
                  <a:cubicBezTo>
                    <a:pt x="19449" y="3695"/>
                    <a:pt x="19286" y="3710"/>
                    <a:pt x="19188" y="3710"/>
                  </a:cubicBezTo>
                  <a:cubicBezTo>
                    <a:pt x="19134" y="3710"/>
                    <a:pt x="19099" y="3705"/>
                    <a:pt x="19090" y="3692"/>
                  </a:cubicBezTo>
                  <a:cubicBezTo>
                    <a:pt x="19020" y="3585"/>
                    <a:pt x="18556" y="2427"/>
                    <a:pt x="17846" y="2107"/>
                  </a:cubicBezTo>
                  <a:cubicBezTo>
                    <a:pt x="17732" y="2056"/>
                    <a:pt x="17612" y="2034"/>
                    <a:pt x="17491" y="2034"/>
                  </a:cubicBezTo>
                  <a:cubicBezTo>
                    <a:pt x="16892" y="2034"/>
                    <a:pt x="16259" y="2560"/>
                    <a:pt x="16096" y="2560"/>
                  </a:cubicBezTo>
                  <a:cubicBezTo>
                    <a:pt x="16087" y="2560"/>
                    <a:pt x="16080" y="2559"/>
                    <a:pt x="16075" y="2556"/>
                  </a:cubicBezTo>
                  <a:cubicBezTo>
                    <a:pt x="15932" y="2485"/>
                    <a:pt x="15861" y="1634"/>
                    <a:pt x="15010" y="1350"/>
                  </a:cubicBezTo>
                  <a:cubicBezTo>
                    <a:pt x="14847" y="1296"/>
                    <a:pt x="14703" y="1274"/>
                    <a:pt x="14575" y="1274"/>
                  </a:cubicBezTo>
                  <a:cubicBezTo>
                    <a:pt x="14056" y="1274"/>
                    <a:pt x="13802" y="1635"/>
                    <a:pt x="13579" y="1635"/>
                  </a:cubicBezTo>
                  <a:cubicBezTo>
                    <a:pt x="13571" y="1635"/>
                    <a:pt x="13563" y="1635"/>
                    <a:pt x="13555" y="1634"/>
                  </a:cubicBezTo>
                  <a:cubicBezTo>
                    <a:pt x="13271" y="1598"/>
                    <a:pt x="13058" y="782"/>
                    <a:pt x="12207" y="640"/>
                  </a:cubicBezTo>
                  <a:cubicBezTo>
                    <a:pt x="12168" y="634"/>
                    <a:pt x="12131" y="631"/>
                    <a:pt x="12096" y="631"/>
                  </a:cubicBezTo>
                  <a:cubicBezTo>
                    <a:pt x="11364" y="631"/>
                    <a:pt x="11454" y="1988"/>
                    <a:pt x="11284" y="1988"/>
                  </a:cubicBezTo>
                  <a:cubicBezTo>
                    <a:pt x="11106" y="1988"/>
                    <a:pt x="11000" y="391"/>
                    <a:pt x="9439" y="37"/>
                  </a:cubicBezTo>
                  <a:cubicBezTo>
                    <a:pt x="9330" y="12"/>
                    <a:pt x="9221" y="1"/>
                    <a:pt x="9111" y="1"/>
                  </a:cubicBezTo>
                  <a:close/>
                </a:path>
              </a:pathLst>
            </a:custGeom>
            <a:solidFill>
              <a:srgbClr val="554A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55"/>
            <p:cNvSpPr/>
            <p:nvPr/>
          </p:nvSpPr>
          <p:spPr>
            <a:xfrm>
              <a:off x="5240975" y="4990000"/>
              <a:ext cx="38950" cy="46250"/>
            </a:xfrm>
            <a:custGeom>
              <a:rect b="b" l="l" r="r" t="t"/>
              <a:pathLst>
                <a:path extrusionOk="0" h="1850" w="1558">
                  <a:moveTo>
                    <a:pt x="159" y="1"/>
                  </a:moveTo>
                  <a:lnTo>
                    <a:pt x="159" y="1"/>
                  </a:lnTo>
                  <a:cubicBezTo>
                    <a:pt x="0" y="688"/>
                    <a:pt x="398" y="1258"/>
                    <a:pt x="1002" y="1621"/>
                  </a:cubicBezTo>
                  <a:cubicBezTo>
                    <a:pt x="1181" y="1710"/>
                    <a:pt x="1367" y="1786"/>
                    <a:pt x="1557" y="1849"/>
                  </a:cubicBezTo>
                  <a:cubicBezTo>
                    <a:pt x="1055" y="1297"/>
                    <a:pt x="705" y="503"/>
                    <a:pt x="159" y="1"/>
                  </a:cubicBezTo>
                  <a:close/>
                </a:path>
              </a:pathLst>
            </a:custGeom>
            <a:solidFill>
              <a:srgbClr val="3C35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55"/>
            <p:cNvSpPr/>
            <p:nvPr/>
          </p:nvSpPr>
          <p:spPr>
            <a:xfrm>
              <a:off x="5160525" y="4841200"/>
              <a:ext cx="264600" cy="175275"/>
            </a:xfrm>
            <a:custGeom>
              <a:rect b="b" l="l" r="r" t="t"/>
              <a:pathLst>
                <a:path extrusionOk="0" h="7011" w="10584">
                  <a:moveTo>
                    <a:pt x="9408" y="1"/>
                  </a:moveTo>
                  <a:cubicBezTo>
                    <a:pt x="8143" y="1"/>
                    <a:pt x="7781" y="1166"/>
                    <a:pt x="7270" y="1166"/>
                  </a:cubicBezTo>
                  <a:cubicBezTo>
                    <a:pt x="7182" y="1166"/>
                    <a:pt x="7090" y="1132"/>
                    <a:pt x="6988" y="1051"/>
                  </a:cubicBezTo>
                  <a:cubicBezTo>
                    <a:pt x="6488" y="749"/>
                    <a:pt x="5989" y="624"/>
                    <a:pt x="5492" y="624"/>
                  </a:cubicBezTo>
                  <a:cubicBezTo>
                    <a:pt x="4794" y="624"/>
                    <a:pt x="4101" y="870"/>
                    <a:pt x="3419" y="1212"/>
                  </a:cubicBezTo>
                  <a:cubicBezTo>
                    <a:pt x="2009" y="2114"/>
                    <a:pt x="1035" y="3418"/>
                    <a:pt x="1" y="4644"/>
                  </a:cubicBezTo>
                  <a:lnTo>
                    <a:pt x="324" y="4984"/>
                  </a:lnTo>
                  <a:cubicBezTo>
                    <a:pt x="691" y="4880"/>
                    <a:pt x="1070" y="4823"/>
                    <a:pt x="1447" y="4823"/>
                  </a:cubicBezTo>
                  <a:cubicBezTo>
                    <a:pt x="1989" y="4823"/>
                    <a:pt x="2526" y="4941"/>
                    <a:pt x="3013" y="5208"/>
                  </a:cubicBezTo>
                  <a:cubicBezTo>
                    <a:pt x="3118" y="5260"/>
                    <a:pt x="3215" y="5320"/>
                    <a:pt x="3306" y="5387"/>
                  </a:cubicBezTo>
                  <a:cubicBezTo>
                    <a:pt x="3852" y="5784"/>
                    <a:pt x="4201" y="6413"/>
                    <a:pt x="4703" y="6850"/>
                  </a:cubicBezTo>
                  <a:cubicBezTo>
                    <a:pt x="5098" y="6954"/>
                    <a:pt x="5514" y="7011"/>
                    <a:pt x="5940" y="7011"/>
                  </a:cubicBezTo>
                  <a:cubicBezTo>
                    <a:pt x="6285" y="7011"/>
                    <a:pt x="6636" y="6974"/>
                    <a:pt x="6988" y="6894"/>
                  </a:cubicBezTo>
                  <a:cubicBezTo>
                    <a:pt x="7334" y="6795"/>
                    <a:pt x="7650" y="6677"/>
                    <a:pt x="7942" y="6541"/>
                  </a:cubicBezTo>
                  <a:cubicBezTo>
                    <a:pt x="7814" y="4908"/>
                    <a:pt x="8768" y="2648"/>
                    <a:pt x="9992" y="1238"/>
                  </a:cubicBezTo>
                  <a:cubicBezTo>
                    <a:pt x="10559" y="677"/>
                    <a:pt x="10583" y="2"/>
                    <a:pt x="9499" y="2"/>
                  </a:cubicBezTo>
                  <a:cubicBezTo>
                    <a:pt x="9498" y="2"/>
                    <a:pt x="9497" y="2"/>
                    <a:pt x="9495" y="2"/>
                  </a:cubicBezTo>
                  <a:cubicBezTo>
                    <a:pt x="9466" y="1"/>
                    <a:pt x="9436" y="1"/>
                    <a:pt x="9408" y="1"/>
                  </a:cubicBezTo>
                  <a:close/>
                </a:path>
              </a:pathLst>
            </a:custGeom>
            <a:solidFill>
              <a:srgbClr val="3C35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55"/>
            <p:cNvSpPr/>
            <p:nvPr/>
          </p:nvSpPr>
          <p:spPr>
            <a:xfrm>
              <a:off x="5170375" y="4938250"/>
              <a:ext cx="570275" cy="454225"/>
            </a:xfrm>
            <a:custGeom>
              <a:rect b="b" l="l" r="r" t="t"/>
              <a:pathLst>
                <a:path extrusionOk="0" h="18169" w="22811">
                  <a:moveTo>
                    <a:pt x="10639" y="1"/>
                  </a:moveTo>
                  <a:cubicBezTo>
                    <a:pt x="9645" y="1703"/>
                    <a:pt x="8652" y="3265"/>
                    <a:pt x="6664" y="3974"/>
                  </a:cubicBezTo>
                  <a:cubicBezTo>
                    <a:pt x="6313" y="4075"/>
                    <a:pt x="5962" y="4122"/>
                    <a:pt x="5617" y="4122"/>
                  </a:cubicBezTo>
                  <a:cubicBezTo>
                    <a:pt x="5191" y="4122"/>
                    <a:pt x="4775" y="4050"/>
                    <a:pt x="4381" y="3919"/>
                  </a:cubicBezTo>
                  <a:lnTo>
                    <a:pt x="4381" y="3919"/>
                  </a:lnTo>
                  <a:cubicBezTo>
                    <a:pt x="4381" y="3919"/>
                    <a:pt x="4381" y="3919"/>
                    <a:pt x="4381" y="3919"/>
                  </a:cubicBezTo>
                  <a:cubicBezTo>
                    <a:pt x="4191" y="3856"/>
                    <a:pt x="4005" y="3780"/>
                    <a:pt x="3826" y="3691"/>
                  </a:cubicBezTo>
                  <a:cubicBezTo>
                    <a:pt x="3222" y="3328"/>
                    <a:pt x="2824" y="2758"/>
                    <a:pt x="2983" y="2071"/>
                  </a:cubicBezTo>
                  <a:cubicBezTo>
                    <a:pt x="2892" y="1987"/>
                    <a:pt x="2795" y="1910"/>
                    <a:pt x="2691" y="1846"/>
                  </a:cubicBezTo>
                  <a:cubicBezTo>
                    <a:pt x="2203" y="1508"/>
                    <a:pt x="1666" y="1359"/>
                    <a:pt x="1124" y="1359"/>
                  </a:cubicBezTo>
                  <a:cubicBezTo>
                    <a:pt x="747" y="1359"/>
                    <a:pt x="367" y="1431"/>
                    <a:pt x="1" y="1562"/>
                  </a:cubicBezTo>
                  <a:lnTo>
                    <a:pt x="9858" y="14691"/>
                  </a:lnTo>
                  <a:lnTo>
                    <a:pt x="16648" y="18169"/>
                  </a:lnTo>
                  <a:cubicBezTo>
                    <a:pt x="16648" y="18169"/>
                    <a:pt x="17310" y="13024"/>
                    <a:pt x="17488" y="12635"/>
                  </a:cubicBezTo>
                  <a:cubicBezTo>
                    <a:pt x="17665" y="12247"/>
                    <a:pt x="19581" y="11675"/>
                    <a:pt x="20397" y="11178"/>
                  </a:cubicBezTo>
                  <a:cubicBezTo>
                    <a:pt x="21213" y="10681"/>
                    <a:pt x="20574" y="9723"/>
                    <a:pt x="20646" y="9582"/>
                  </a:cubicBezTo>
                  <a:cubicBezTo>
                    <a:pt x="20658" y="9556"/>
                    <a:pt x="20691" y="9550"/>
                    <a:pt x="20739" y="9550"/>
                  </a:cubicBezTo>
                  <a:cubicBezTo>
                    <a:pt x="20788" y="9550"/>
                    <a:pt x="20853" y="9557"/>
                    <a:pt x="20931" y="9557"/>
                  </a:cubicBezTo>
                  <a:cubicBezTo>
                    <a:pt x="21211" y="9557"/>
                    <a:pt x="21653" y="9472"/>
                    <a:pt x="22065" y="8695"/>
                  </a:cubicBezTo>
                  <a:cubicBezTo>
                    <a:pt x="22704" y="7488"/>
                    <a:pt x="22065" y="6104"/>
                    <a:pt x="22030" y="5927"/>
                  </a:cubicBezTo>
                  <a:cubicBezTo>
                    <a:pt x="21994" y="5749"/>
                    <a:pt x="22384" y="5678"/>
                    <a:pt x="22597" y="5252"/>
                  </a:cubicBezTo>
                  <a:cubicBezTo>
                    <a:pt x="22810" y="4827"/>
                    <a:pt x="22065" y="4330"/>
                    <a:pt x="22030" y="4187"/>
                  </a:cubicBezTo>
                  <a:cubicBezTo>
                    <a:pt x="21994" y="4046"/>
                    <a:pt x="22597" y="3797"/>
                    <a:pt x="22597" y="3407"/>
                  </a:cubicBezTo>
                  <a:cubicBezTo>
                    <a:pt x="22597" y="3016"/>
                    <a:pt x="21852" y="3016"/>
                    <a:pt x="21817" y="2769"/>
                  </a:cubicBezTo>
                  <a:cubicBezTo>
                    <a:pt x="21804" y="2678"/>
                    <a:pt x="21921" y="2531"/>
                    <a:pt x="22048" y="2301"/>
                  </a:cubicBezTo>
                  <a:cubicBezTo>
                    <a:pt x="21793" y="2138"/>
                    <a:pt x="21518" y="1976"/>
                    <a:pt x="21257" y="1976"/>
                  </a:cubicBezTo>
                  <a:cubicBezTo>
                    <a:pt x="21218" y="1976"/>
                    <a:pt x="21180" y="1980"/>
                    <a:pt x="21143" y="1987"/>
                  </a:cubicBezTo>
                  <a:cubicBezTo>
                    <a:pt x="20173" y="1987"/>
                    <a:pt x="19608" y="3069"/>
                    <a:pt x="20110" y="4045"/>
                  </a:cubicBezTo>
                  <a:lnTo>
                    <a:pt x="20110" y="4045"/>
                  </a:lnTo>
                  <a:cubicBezTo>
                    <a:pt x="19939" y="3754"/>
                    <a:pt x="19658" y="3554"/>
                    <a:pt x="19419" y="3554"/>
                  </a:cubicBezTo>
                  <a:cubicBezTo>
                    <a:pt x="19233" y="3554"/>
                    <a:pt x="19073" y="3676"/>
                    <a:pt x="19013" y="3974"/>
                  </a:cubicBezTo>
                  <a:cubicBezTo>
                    <a:pt x="18729" y="4684"/>
                    <a:pt x="18872" y="5536"/>
                    <a:pt x="18162" y="5820"/>
                  </a:cubicBezTo>
                  <a:cubicBezTo>
                    <a:pt x="18108" y="5847"/>
                    <a:pt x="18048" y="5859"/>
                    <a:pt x="17986" y="5859"/>
                  </a:cubicBezTo>
                  <a:cubicBezTo>
                    <a:pt x="17721" y="5859"/>
                    <a:pt x="17398" y="5651"/>
                    <a:pt x="17168" y="5536"/>
                  </a:cubicBezTo>
                  <a:cubicBezTo>
                    <a:pt x="16491" y="4408"/>
                    <a:pt x="16621" y="2384"/>
                    <a:pt x="15492" y="2384"/>
                  </a:cubicBezTo>
                  <a:cubicBezTo>
                    <a:pt x="15200" y="2384"/>
                    <a:pt x="14825" y="2519"/>
                    <a:pt x="14330" y="2839"/>
                  </a:cubicBezTo>
                  <a:cubicBezTo>
                    <a:pt x="14297" y="2850"/>
                    <a:pt x="14266" y="2855"/>
                    <a:pt x="14238" y="2855"/>
                  </a:cubicBezTo>
                  <a:cubicBezTo>
                    <a:pt x="13929" y="2855"/>
                    <a:pt x="13878" y="2256"/>
                    <a:pt x="13569" y="2256"/>
                  </a:cubicBezTo>
                  <a:cubicBezTo>
                    <a:pt x="13541" y="2256"/>
                    <a:pt x="13510" y="2261"/>
                    <a:pt x="13477" y="2272"/>
                  </a:cubicBezTo>
                  <a:cubicBezTo>
                    <a:pt x="13336" y="2413"/>
                    <a:pt x="13194" y="2697"/>
                    <a:pt x="13052" y="2981"/>
                  </a:cubicBezTo>
                  <a:cubicBezTo>
                    <a:pt x="12901" y="3182"/>
                    <a:pt x="12643" y="3277"/>
                    <a:pt x="12367" y="3277"/>
                  </a:cubicBezTo>
                  <a:cubicBezTo>
                    <a:pt x="11863" y="3277"/>
                    <a:pt x="11298" y="2963"/>
                    <a:pt x="11206" y="2413"/>
                  </a:cubicBezTo>
                  <a:cubicBezTo>
                    <a:pt x="11206" y="1562"/>
                    <a:pt x="11065" y="710"/>
                    <a:pt x="10639" y="1"/>
                  </a:cubicBezTo>
                  <a:close/>
                </a:path>
              </a:pathLst>
            </a:custGeom>
            <a:solidFill>
              <a:srgbClr val="3C35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55"/>
            <p:cNvSpPr/>
            <p:nvPr/>
          </p:nvSpPr>
          <p:spPr>
            <a:xfrm>
              <a:off x="5074975" y="4903800"/>
              <a:ext cx="543550" cy="688950"/>
            </a:xfrm>
            <a:custGeom>
              <a:rect b="b" l="l" r="r" t="t"/>
              <a:pathLst>
                <a:path extrusionOk="0" h="27558" w="21742">
                  <a:moveTo>
                    <a:pt x="12380" y="1"/>
                  </a:moveTo>
                  <a:cubicBezTo>
                    <a:pt x="11703" y="1"/>
                    <a:pt x="3495" y="1839"/>
                    <a:pt x="3266" y="2206"/>
                  </a:cubicBezTo>
                  <a:cubicBezTo>
                    <a:pt x="3029" y="2585"/>
                    <a:pt x="2343" y="7032"/>
                    <a:pt x="2366" y="7553"/>
                  </a:cubicBezTo>
                  <a:cubicBezTo>
                    <a:pt x="2390" y="8073"/>
                    <a:pt x="2650" y="9162"/>
                    <a:pt x="2792" y="9753"/>
                  </a:cubicBezTo>
                  <a:cubicBezTo>
                    <a:pt x="2934" y="10344"/>
                    <a:pt x="1349" y="12378"/>
                    <a:pt x="1349" y="12378"/>
                  </a:cubicBezTo>
                  <a:cubicBezTo>
                    <a:pt x="995" y="12899"/>
                    <a:pt x="1" y="13159"/>
                    <a:pt x="119" y="14413"/>
                  </a:cubicBezTo>
                  <a:cubicBezTo>
                    <a:pt x="238" y="15667"/>
                    <a:pt x="2035" y="15833"/>
                    <a:pt x="2225" y="15950"/>
                  </a:cubicBezTo>
                  <a:cubicBezTo>
                    <a:pt x="2413" y="16069"/>
                    <a:pt x="1633" y="16921"/>
                    <a:pt x="1656" y="17394"/>
                  </a:cubicBezTo>
                  <a:cubicBezTo>
                    <a:pt x="1680" y="17867"/>
                    <a:pt x="2461" y="18766"/>
                    <a:pt x="2650" y="18978"/>
                  </a:cubicBezTo>
                  <a:cubicBezTo>
                    <a:pt x="2840" y="19192"/>
                    <a:pt x="2035" y="19688"/>
                    <a:pt x="2178" y="20351"/>
                  </a:cubicBezTo>
                  <a:cubicBezTo>
                    <a:pt x="2319" y="21013"/>
                    <a:pt x="3195" y="21486"/>
                    <a:pt x="3502" y="21701"/>
                  </a:cubicBezTo>
                  <a:cubicBezTo>
                    <a:pt x="3810" y="21915"/>
                    <a:pt x="2413" y="24514"/>
                    <a:pt x="4164" y="25358"/>
                  </a:cubicBezTo>
                  <a:cubicBezTo>
                    <a:pt x="4560" y="25549"/>
                    <a:pt x="4968" y="25622"/>
                    <a:pt x="5379" y="25622"/>
                  </a:cubicBezTo>
                  <a:cubicBezTo>
                    <a:pt x="6641" y="25622"/>
                    <a:pt x="7928" y="24934"/>
                    <a:pt x="8943" y="24846"/>
                  </a:cubicBezTo>
                  <a:cubicBezTo>
                    <a:pt x="8950" y="24845"/>
                    <a:pt x="8957" y="24845"/>
                    <a:pt x="8964" y="24845"/>
                  </a:cubicBezTo>
                  <a:cubicBezTo>
                    <a:pt x="9502" y="24845"/>
                    <a:pt x="10056" y="26653"/>
                    <a:pt x="10090" y="27353"/>
                  </a:cubicBezTo>
                  <a:cubicBezTo>
                    <a:pt x="10094" y="27418"/>
                    <a:pt x="10095" y="27487"/>
                    <a:pt x="10096" y="27558"/>
                  </a:cubicBezTo>
                  <a:lnTo>
                    <a:pt x="21741" y="27558"/>
                  </a:lnTo>
                  <a:cubicBezTo>
                    <a:pt x="21401" y="26809"/>
                    <a:pt x="21051" y="26029"/>
                    <a:pt x="20961" y="25792"/>
                  </a:cubicBezTo>
                  <a:cubicBezTo>
                    <a:pt x="20771" y="25295"/>
                    <a:pt x="20464" y="19688"/>
                    <a:pt x="20464" y="19547"/>
                  </a:cubicBezTo>
                  <a:cubicBezTo>
                    <a:pt x="20464" y="19405"/>
                    <a:pt x="16135" y="15974"/>
                    <a:pt x="16016" y="15903"/>
                  </a:cubicBezTo>
                  <a:cubicBezTo>
                    <a:pt x="15898" y="15833"/>
                    <a:pt x="15165" y="13396"/>
                    <a:pt x="15331" y="13159"/>
                  </a:cubicBezTo>
                  <a:cubicBezTo>
                    <a:pt x="15360" y="13117"/>
                    <a:pt x="15418" y="13100"/>
                    <a:pt x="15498" y="13100"/>
                  </a:cubicBezTo>
                  <a:cubicBezTo>
                    <a:pt x="15857" y="13100"/>
                    <a:pt x="16674" y="13444"/>
                    <a:pt x="17489" y="13444"/>
                  </a:cubicBezTo>
                  <a:cubicBezTo>
                    <a:pt x="17510" y="13444"/>
                    <a:pt x="17532" y="13444"/>
                    <a:pt x="17554" y="13444"/>
                  </a:cubicBezTo>
                  <a:cubicBezTo>
                    <a:pt x="18572" y="13419"/>
                    <a:pt x="20321" y="10416"/>
                    <a:pt x="19920" y="8239"/>
                  </a:cubicBezTo>
                  <a:cubicBezTo>
                    <a:pt x="19577" y="6388"/>
                    <a:pt x="18158" y="5666"/>
                    <a:pt x="17406" y="5666"/>
                  </a:cubicBezTo>
                  <a:cubicBezTo>
                    <a:pt x="17274" y="5666"/>
                    <a:pt x="17163" y="5689"/>
                    <a:pt x="17081" y="5731"/>
                  </a:cubicBezTo>
                  <a:cubicBezTo>
                    <a:pt x="16537" y="6015"/>
                    <a:pt x="15349" y="9170"/>
                    <a:pt x="15221" y="9233"/>
                  </a:cubicBezTo>
                  <a:cubicBezTo>
                    <a:pt x="15018" y="9334"/>
                    <a:pt x="14630" y="9552"/>
                    <a:pt x="14461" y="9552"/>
                  </a:cubicBezTo>
                  <a:cubicBezTo>
                    <a:pt x="14440" y="9552"/>
                    <a:pt x="14421" y="9548"/>
                    <a:pt x="14408" y="9540"/>
                  </a:cubicBezTo>
                  <a:cubicBezTo>
                    <a:pt x="14289" y="9469"/>
                    <a:pt x="14005" y="8026"/>
                    <a:pt x="14029" y="7482"/>
                  </a:cubicBezTo>
                  <a:cubicBezTo>
                    <a:pt x="14053" y="6938"/>
                    <a:pt x="14668" y="1023"/>
                    <a:pt x="14384" y="834"/>
                  </a:cubicBezTo>
                  <a:cubicBezTo>
                    <a:pt x="14351" y="812"/>
                    <a:pt x="14308" y="802"/>
                    <a:pt x="14257" y="802"/>
                  </a:cubicBezTo>
                  <a:cubicBezTo>
                    <a:pt x="13966" y="802"/>
                    <a:pt x="13425" y="1110"/>
                    <a:pt x="13026" y="1110"/>
                  </a:cubicBezTo>
                  <a:cubicBezTo>
                    <a:pt x="12900" y="1110"/>
                    <a:pt x="12789" y="1080"/>
                    <a:pt x="12704" y="1000"/>
                  </a:cubicBezTo>
                  <a:cubicBezTo>
                    <a:pt x="12303" y="622"/>
                    <a:pt x="12633" y="125"/>
                    <a:pt x="12420" y="6"/>
                  </a:cubicBezTo>
                  <a:cubicBezTo>
                    <a:pt x="12414" y="3"/>
                    <a:pt x="12401" y="1"/>
                    <a:pt x="12380" y="1"/>
                  </a:cubicBezTo>
                  <a:close/>
                </a:path>
              </a:pathLst>
            </a:custGeom>
            <a:solidFill>
              <a:srgbClr val="E5A3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55"/>
            <p:cNvSpPr/>
            <p:nvPr/>
          </p:nvSpPr>
          <p:spPr>
            <a:xfrm>
              <a:off x="5077750" y="5259675"/>
              <a:ext cx="117325" cy="48450"/>
            </a:xfrm>
            <a:custGeom>
              <a:rect b="b" l="l" r="r" t="t"/>
              <a:pathLst>
                <a:path extrusionOk="0" h="1938" w="4693">
                  <a:moveTo>
                    <a:pt x="2498" y="0"/>
                  </a:moveTo>
                  <a:cubicBezTo>
                    <a:pt x="1914" y="0"/>
                    <a:pt x="1315" y="123"/>
                    <a:pt x="762" y="123"/>
                  </a:cubicBezTo>
                  <a:cubicBezTo>
                    <a:pt x="496" y="123"/>
                    <a:pt x="240" y="94"/>
                    <a:pt x="1" y="10"/>
                  </a:cubicBezTo>
                  <a:lnTo>
                    <a:pt x="1" y="10"/>
                  </a:lnTo>
                  <a:cubicBezTo>
                    <a:pt x="2" y="64"/>
                    <a:pt x="3" y="119"/>
                    <a:pt x="8" y="178"/>
                  </a:cubicBezTo>
                  <a:cubicBezTo>
                    <a:pt x="127" y="1432"/>
                    <a:pt x="1924" y="1598"/>
                    <a:pt x="2114" y="1715"/>
                  </a:cubicBezTo>
                  <a:cubicBezTo>
                    <a:pt x="2163" y="1746"/>
                    <a:pt x="2145" y="1827"/>
                    <a:pt x="2096" y="1937"/>
                  </a:cubicBezTo>
                  <a:cubicBezTo>
                    <a:pt x="2889" y="1928"/>
                    <a:pt x="3636" y="1777"/>
                    <a:pt x="4266" y="1195"/>
                  </a:cubicBezTo>
                  <a:cubicBezTo>
                    <a:pt x="4692" y="911"/>
                    <a:pt x="3982" y="344"/>
                    <a:pt x="3556" y="201"/>
                  </a:cubicBezTo>
                  <a:cubicBezTo>
                    <a:pt x="3219" y="48"/>
                    <a:pt x="2861" y="0"/>
                    <a:pt x="2498" y="0"/>
                  </a:cubicBezTo>
                  <a:close/>
                </a:path>
              </a:pathLst>
            </a:custGeom>
            <a:solidFill>
              <a:srgbClr val="DB8F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55"/>
            <p:cNvSpPr/>
            <p:nvPr/>
          </p:nvSpPr>
          <p:spPr>
            <a:xfrm>
              <a:off x="5286925" y="5422225"/>
              <a:ext cx="212900" cy="170525"/>
            </a:xfrm>
            <a:custGeom>
              <a:rect b="b" l="l" r="r" t="t"/>
              <a:pathLst>
                <a:path extrusionOk="0" h="6821" w="8516">
                  <a:moveTo>
                    <a:pt x="5600" y="0"/>
                  </a:moveTo>
                  <a:cubicBezTo>
                    <a:pt x="5339" y="0"/>
                    <a:pt x="5079" y="70"/>
                    <a:pt x="4842" y="229"/>
                  </a:cubicBezTo>
                  <a:cubicBezTo>
                    <a:pt x="3563" y="1252"/>
                    <a:pt x="1270" y="3287"/>
                    <a:pt x="0" y="4208"/>
                  </a:cubicBezTo>
                  <a:cubicBezTo>
                    <a:pt x="170" y="4156"/>
                    <a:pt x="326" y="4120"/>
                    <a:pt x="465" y="4109"/>
                  </a:cubicBezTo>
                  <a:cubicBezTo>
                    <a:pt x="472" y="4108"/>
                    <a:pt x="479" y="4108"/>
                    <a:pt x="486" y="4108"/>
                  </a:cubicBezTo>
                  <a:cubicBezTo>
                    <a:pt x="1024" y="4108"/>
                    <a:pt x="1578" y="5916"/>
                    <a:pt x="1612" y="6616"/>
                  </a:cubicBezTo>
                  <a:cubicBezTo>
                    <a:pt x="1616" y="6681"/>
                    <a:pt x="1617" y="6750"/>
                    <a:pt x="1618" y="6821"/>
                  </a:cubicBezTo>
                  <a:lnTo>
                    <a:pt x="8515" y="6821"/>
                  </a:lnTo>
                  <a:cubicBezTo>
                    <a:pt x="8377" y="4869"/>
                    <a:pt x="8026" y="2933"/>
                    <a:pt x="7254" y="1080"/>
                  </a:cubicBezTo>
                  <a:cubicBezTo>
                    <a:pt x="6947" y="466"/>
                    <a:pt x="6272" y="0"/>
                    <a:pt x="5600" y="0"/>
                  </a:cubicBezTo>
                  <a:close/>
                </a:path>
              </a:pathLst>
            </a:custGeom>
            <a:solidFill>
              <a:srgbClr val="DB8F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55"/>
            <p:cNvSpPr/>
            <p:nvPr/>
          </p:nvSpPr>
          <p:spPr>
            <a:xfrm>
              <a:off x="5420350" y="5045450"/>
              <a:ext cx="162675" cy="194475"/>
            </a:xfrm>
            <a:custGeom>
              <a:rect b="b" l="l" r="r" t="t"/>
              <a:pathLst>
                <a:path extrusionOk="0" h="7779" w="6507">
                  <a:moveTo>
                    <a:pt x="3591" y="0"/>
                  </a:moveTo>
                  <a:cubicBezTo>
                    <a:pt x="3459" y="0"/>
                    <a:pt x="3348" y="23"/>
                    <a:pt x="3266" y="65"/>
                  </a:cubicBezTo>
                  <a:cubicBezTo>
                    <a:pt x="2722" y="349"/>
                    <a:pt x="1534" y="3504"/>
                    <a:pt x="1406" y="3567"/>
                  </a:cubicBezTo>
                  <a:cubicBezTo>
                    <a:pt x="1203" y="3668"/>
                    <a:pt x="815" y="3886"/>
                    <a:pt x="646" y="3886"/>
                  </a:cubicBezTo>
                  <a:cubicBezTo>
                    <a:pt x="625" y="3886"/>
                    <a:pt x="606" y="3882"/>
                    <a:pt x="593" y="3874"/>
                  </a:cubicBezTo>
                  <a:cubicBezTo>
                    <a:pt x="491" y="3813"/>
                    <a:pt x="267" y="2737"/>
                    <a:pt x="222" y="2091"/>
                  </a:cubicBezTo>
                  <a:lnTo>
                    <a:pt x="222" y="2091"/>
                  </a:lnTo>
                  <a:cubicBezTo>
                    <a:pt x="1" y="3998"/>
                    <a:pt x="829" y="7162"/>
                    <a:pt x="1610" y="7441"/>
                  </a:cubicBezTo>
                  <a:cubicBezTo>
                    <a:pt x="1632" y="7436"/>
                    <a:pt x="1657" y="7434"/>
                    <a:pt x="1684" y="7434"/>
                  </a:cubicBezTo>
                  <a:cubicBezTo>
                    <a:pt x="2044" y="7434"/>
                    <a:pt x="2861" y="7778"/>
                    <a:pt x="3676" y="7778"/>
                  </a:cubicBezTo>
                  <a:cubicBezTo>
                    <a:pt x="3697" y="7778"/>
                    <a:pt x="3718" y="7778"/>
                    <a:pt x="3739" y="7778"/>
                  </a:cubicBezTo>
                  <a:cubicBezTo>
                    <a:pt x="4757" y="7753"/>
                    <a:pt x="6506" y="4750"/>
                    <a:pt x="6105" y="2573"/>
                  </a:cubicBezTo>
                  <a:cubicBezTo>
                    <a:pt x="5762" y="722"/>
                    <a:pt x="4343" y="0"/>
                    <a:pt x="3591" y="0"/>
                  </a:cubicBezTo>
                  <a:close/>
                </a:path>
              </a:pathLst>
            </a:custGeom>
            <a:solidFill>
              <a:srgbClr val="DB8F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55"/>
            <p:cNvSpPr/>
            <p:nvPr/>
          </p:nvSpPr>
          <p:spPr>
            <a:xfrm>
              <a:off x="5115775" y="5302550"/>
              <a:ext cx="102350" cy="144600"/>
            </a:xfrm>
            <a:custGeom>
              <a:rect b="b" l="l" r="r" t="t"/>
              <a:pathLst>
                <a:path extrusionOk="0" h="5784" w="4094">
                  <a:moveTo>
                    <a:pt x="593" y="0"/>
                  </a:moveTo>
                  <a:lnTo>
                    <a:pt x="593" y="0"/>
                  </a:lnTo>
                  <a:cubicBezTo>
                    <a:pt x="593" y="0"/>
                    <a:pt x="594" y="1"/>
                    <a:pt x="595" y="2"/>
                  </a:cubicBezTo>
                  <a:lnTo>
                    <a:pt x="595" y="2"/>
                  </a:lnTo>
                  <a:cubicBezTo>
                    <a:pt x="594" y="1"/>
                    <a:pt x="593" y="1"/>
                    <a:pt x="593" y="0"/>
                  </a:cubicBezTo>
                  <a:close/>
                  <a:moveTo>
                    <a:pt x="595" y="2"/>
                  </a:moveTo>
                  <a:lnTo>
                    <a:pt x="595" y="2"/>
                  </a:lnTo>
                  <a:cubicBezTo>
                    <a:pt x="776" y="125"/>
                    <a:pt x="1" y="972"/>
                    <a:pt x="24" y="1444"/>
                  </a:cubicBezTo>
                  <a:cubicBezTo>
                    <a:pt x="48" y="1917"/>
                    <a:pt x="829" y="2816"/>
                    <a:pt x="1018" y="3028"/>
                  </a:cubicBezTo>
                  <a:cubicBezTo>
                    <a:pt x="1208" y="3242"/>
                    <a:pt x="403" y="3738"/>
                    <a:pt x="546" y="4401"/>
                  </a:cubicBezTo>
                  <a:cubicBezTo>
                    <a:pt x="687" y="5063"/>
                    <a:pt x="1558" y="5544"/>
                    <a:pt x="1870" y="5751"/>
                  </a:cubicBezTo>
                  <a:cubicBezTo>
                    <a:pt x="1904" y="5773"/>
                    <a:pt x="1949" y="5784"/>
                    <a:pt x="2002" y="5784"/>
                  </a:cubicBezTo>
                  <a:cubicBezTo>
                    <a:pt x="2551" y="5784"/>
                    <a:pt x="4026" y="4658"/>
                    <a:pt x="4058" y="3525"/>
                  </a:cubicBezTo>
                  <a:cubicBezTo>
                    <a:pt x="4094" y="2300"/>
                    <a:pt x="686" y="61"/>
                    <a:pt x="595" y="2"/>
                  </a:cubicBezTo>
                  <a:close/>
                </a:path>
              </a:pathLst>
            </a:custGeom>
            <a:solidFill>
              <a:srgbClr val="D384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55"/>
            <p:cNvSpPr/>
            <p:nvPr/>
          </p:nvSpPr>
          <p:spPr>
            <a:xfrm>
              <a:off x="5464875" y="5075525"/>
              <a:ext cx="82275" cy="109400"/>
            </a:xfrm>
            <a:custGeom>
              <a:rect b="b" l="l" r="r" t="t"/>
              <a:pathLst>
                <a:path extrusionOk="0" h="4376" w="3291">
                  <a:moveTo>
                    <a:pt x="2570" y="0"/>
                  </a:moveTo>
                  <a:cubicBezTo>
                    <a:pt x="2531" y="0"/>
                    <a:pt x="2490" y="5"/>
                    <a:pt x="2448" y="15"/>
                  </a:cubicBezTo>
                  <a:cubicBezTo>
                    <a:pt x="1577" y="244"/>
                    <a:pt x="786" y="1916"/>
                    <a:pt x="506" y="2723"/>
                  </a:cubicBezTo>
                  <a:cubicBezTo>
                    <a:pt x="497" y="2753"/>
                    <a:pt x="513" y="2785"/>
                    <a:pt x="543" y="2796"/>
                  </a:cubicBezTo>
                  <a:cubicBezTo>
                    <a:pt x="1616" y="3177"/>
                    <a:pt x="809" y="4195"/>
                    <a:pt x="37" y="4317"/>
                  </a:cubicBezTo>
                  <a:cubicBezTo>
                    <a:pt x="1" y="4323"/>
                    <a:pt x="9" y="4375"/>
                    <a:pt x="42" y="4375"/>
                  </a:cubicBezTo>
                  <a:cubicBezTo>
                    <a:pt x="44" y="4375"/>
                    <a:pt x="45" y="4375"/>
                    <a:pt x="46" y="4375"/>
                  </a:cubicBezTo>
                  <a:cubicBezTo>
                    <a:pt x="937" y="4266"/>
                    <a:pt x="1731" y="3157"/>
                    <a:pt x="639" y="2706"/>
                  </a:cubicBezTo>
                  <a:lnTo>
                    <a:pt x="639" y="2706"/>
                  </a:lnTo>
                  <a:cubicBezTo>
                    <a:pt x="882" y="2032"/>
                    <a:pt x="1230" y="1374"/>
                    <a:pt x="1651" y="795"/>
                  </a:cubicBezTo>
                  <a:cubicBezTo>
                    <a:pt x="1942" y="399"/>
                    <a:pt x="2269" y="102"/>
                    <a:pt x="2577" y="102"/>
                  </a:cubicBezTo>
                  <a:cubicBezTo>
                    <a:pt x="2814" y="102"/>
                    <a:pt x="3040" y="277"/>
                    <a:pt x="3230" y="719"/>
                  </a:cubicBezTo>
                  <a:cubicBezTo>
                    <a:pt x="3234" y="730"/>
                    <a:pt x="3245" y="737"/>
                    <a:pt x="3257" y="737"/>
                  </a:cubicBezTo>
                  <a:cubicBezTo>
                    <a:pt x="3261" y="737"/>
                    <a:pt x="3265" y="737"/>
                    <a:pt x="3268" y="735"/>
                  </a:cubicBezTo>
                  <a:cubicBezTo>
                    <a:pt x="3284" y="729"/>
                    <a:pt x="3291" y="712"/>
                    <a:pt x="3284" y="696"/>
                  </a:cubicBezTo>
                  <a:cubicBezTo>
                    <a:pt x="3166" y="390"/>
                    <a:pt x="2929" y="0"/>
                    <a:pt x="2570" y="0"/>
                  </a:cubicBezTo>
                  <a:close/>
                </a:path>
              </a:pathLst>
            </a:custGeom>
            <a:solidFill>
              <a:srgbClr val="282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55"/>
            <p:cNvSpPr/>
            <p:nvPr/>
          </p:nvSpPr>
          <p:spPr>
            <a:xfrm>
              <a:off x="5464825" y="5167625"/>
              <a:ext cx="69975" cy="41275"/>
            </a:xfrm>
            <a:custGeom>
              <a:rect b="b" l="l" r="r" t="t"/>
              <a:pathLst>
                <a:path extrusionOk="0" h="1651" w="2799">
                  <a:moveTo>
                    <a:pt x="2762" y="1"/>
                  </a:moveTo>
                  <a:cubicBezTo>
                    <a:pt x="2751" y="1"/>
                    <a:pt x="2740" y="6"/>
                    <a:pt x="2736" y="20"/>
                  </a:cubicBezTo>
                  <a:cubicBezTo>
                    <a:pt x="2516" y="575"/>
                    <a:pt x="2218" y="1527"/>
                    <a:pt x="1531" y="1527"/>
                  </a:cubicBezTo>
                  <a:cubicBezTo>
                    <a:pt x="1462" y="1527"/>
                    <a:pt x="1388" y="1517"/>
                    <a:pt x="1311" y="1496"/>
                  </a:cubicBezTo>
                  <a:cubicBezTo>
                    <a:pt x="935" y="1345"/>
                    <a:pt x="777" y="1018"/>
                    <a:pt x="452" y="1018"/>
                  </a:cubicBezTo>
                  <a:cubicBezTo>
                    <a:pt x="338" y="1018"/>
                    <a:pt x="202" y="1058"/>
                    <a:pt x="29" y="1162"/>
                  </a:cubicBezTo>
                  <a:cubicBezTo>
                    <a:pt x="1" y="1178"/>
                    <a:pt x="18" y="1218"/>
                    <a:pt x="45" y="1218"/>
                  </a:cubicBezTo>
                  <a:cubicBezTo>
                    <a:pt x="49" y="1218"/>
                    <a:pt x="53" y="1217"/>
                    <a:pt x="58" y="1214"/>
                  </a:cubicBezTo>
                  <a:cubicBezTo>
                    <a:pt x="176" y="1160"/>
                    <a:pt x="302" y="1109"/>
                    <a:pt x="425" y="1109"/>
                  </a:cubicBezTo>
                  <a:cubicBezTo>
                    <a:pt x="447" y="1109"/>
                    <a:pt x="468" y="1110"/>
                    <a:pt x="489" y="1114"/>
                  </a:cubicBezTo>
                  <a:cubicBezTo>
                    <a:pt x="632" y="1130"/>
                    <a:pt x="748" y="1232"/>
                    <a:pt x="862" y="1338"/>
                  </a:cubicBezTo>
                  <a:cubicBezTo>
                    <a:pt x="1050" y="1542"/>
                    <a:pt x="1296" y="1651"/>
                    <a:pt x="1540" y="1651"/>
                  </a:cubicBezTo>
                  <a:cubicBezTo>
                    <a:pt x="1776" y="1651"/>
                    <a:pt x="2010" y="1549"/>
                    <a:pt x="2188" y="1336"/>
                  </a:cubicBezTo>
                  <a:cubicBezTo>
                    <a:pt x="2508" y="969"/>
                    <a:pt x="2663" y="495"/>
                    <a:pt x="2793" y="38"/>
                  </a:cubicBezTo>
                  <a:cubicBezTo>
                    <a:pt x="2799" y="16"/>
                    <a:pt x="2780" y="1"/>
                    <a:pt x="2762" y="1"/>
                  </a:cubicBezTo>
                  <a:close/>
                </a:path>
              </a:pathLst>
            </a:custGeom>
            <a:solidFill>
              <a:srgbClr val="282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55"/>
            <p:cNvSpPr/>
            <p:nvPr/>
          </p:nvSpPr>
          <p:spPr>
            <a:xfrm>
              <a:off x="5151200" y="5015375"/>
              <a:ext cx="170200" cy="80350"/>
            </a:xfrm>
            <a:custGeom>
              <a:rect b="b" l="l" r="r" t="t"/>
              <a:pathLst>
                <a:path extrusionOk="0" h="3214" w="6808">
                  <a:moveTo>
                    <a:pt x="896" y="0"/>
                  </a:moveTo>
                  <a:cubicBezTo>
                    <a:pt x="813" y="0"/>
                    <a:pt x="758" y="8"/>
                    <a:pt x="740" y="25"/>
                  </a:cubicBezTo>
                  <a:cubicBezTo>
                    <a:pt x="562" y="182"/>
                    <a:pt x="1" y="3049"/>
                    <a:pt x="136" y="3169"/>
                  </a:cubicBezTo>
                  <a:cubicBezTo>
                    <a:pt x="172" y="3200"/>
                    <a:pt x="244" y="3214"/>
                    <a:pt x="342" y="3214"/>
                  </a:cubicBezTo>
                  <a:cubicBezTo>
                    <a:pt x="934" y="3214"/>
                    <a:pt x="2473" y="2729"/>
                    <a:pt x="2656" y="2729"/>
                  </a:cubicBezTo>
                  <a:cubicBezTo>
                    <a:pt x="2841" y="2729"/>
                    <a:pt x="5697" y="3135"/>
                    <a:pt x="6497" y="3135"/>
                  </a:cubicBezTo>
                  <a:cubicBezTo>
                    <a:pt x="6615" y="3135"/>
                    <a:pt x="6688" y="3126"/>
                    <a:pt x="6701" y="3106"/>
                  </a:cubicBezTo>
                  <a:cubicBezTo>
                    <a:pt x="6807" y="2949"/>
                    <a:pt x="5672" y="1565"/>
                    <a:pt x="4962" y="1032"/>
                  </a:cubicBezTo>
                  <a:cubicBezTo>
                    <a:pt x="4328" y="553"/>
                    <a:pt x="1596" y="0"/>
                    <a:pt x="896" y="0"/>
                  </a:cubicBezTo>
                  <a:close/>
                </a:path>
              </a:pathLst>
            </a:custGeom>
            <a:solidFill>
              <a:srgbClr val="3C35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55"/>
            <p:cNvSpPr/>
            <p:nvPr/>
          </p:nvSpPr>
          <p:spPr>
            <a:xfrm>
              <a:off x="5178200" y="5133550"/>
              <a:ext cx="105700" cy="46375"/>
            </a:xfrm>
            <a:custGeom>
              <a:rect b="b" l="l" r="r" t="t"/>
              <a:pathLst>
                <a:path extrusionOk="0" h="1855" w="4228">
                  <a:moveTo>
                    <a:pt x="293" y="0"/>
                  </a:moveTo>
                  <a:cubicBezTo>
                    <a:pt x="277" y="0"/>
                    <a:pt x="263" y="6"/>
                    <a:pt x="248" y="17"/>
                  </a:cubicBezTo>
                  <a:cubicBezTo>
                    <a:pt x="0" y="217"/>
                    <a:pt x="200" y="1412"/>
                    <a:pt x="380" y="1601"/>
                  </a:cubicBezTo>
                  <a:cubicBezTo>
                    <a:pt x="551" y="1781"/>
                    <a:pt x="781" y="1855"/>
                    <a:pt x="1045" y="1855"/>
                  </a:cubicBezTo>
                  <a:cubicBezTo>
                    <a:pt x="2278" y="1855"/>
                    <a:pt x="4227" y="231"/>
                    <a:pt x="4080" y="173"/>
                  </a:cubicBezTo>
                  <a:cubicBezTo>
                    <a:pt x="4072" y="169"/>
                    <a:pt x="4059" y="168"/>
                    <a:pt x="4042" y="168"/>
                  </a:cubicBezTo>
                  <a:cubicBezTo>
                    <a:pt x="3674" y="168"/>
                    <a:pt x="1306" y="848"/>
                    <a:pt x="1104" y="848"/>
                  </a:cubicBezTo>
                  <a:cubicBezTo>
                    <a:pt x="1103" y="848"/>
                    <a:pt x="1102" y="848"/>
                    <a:pt x="1100" y="848"/>
                  </a:cubicBezTo>
                  <a:cubicBezTo>
                    <a:pt x="727" y="826"/>
                    <a:pt x="481" y="0"/>
                    <a:pt x="293" y="0"/>
                  </a:cubicBezTo>
                  <a:close/>
                </a:path>
              </a:pathLst>
            </a:custGeom>
            <a:solidFill>
              <a:srgbClr val="3C35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55"/>
            <p:cNvSpPr/>
            <p:nvPr/>
          </p:nvSpPr>
          <p:spPr>
            <a:xfrm>
              <a:off x="5119625" y="5280700"/>
              <a:ext cx="56000" cy="18450"/>
            </a:xfrm>
            <a:custGeom>
              <a:rect b="b" l="l" r="r" t="t"/>
              <a:pathLst>
                <a:path extrusionOk="0" h="738" w="2240">
                  <a:moveTo>
                    <a:pt x="300" y="0"/>
                  </a:moveTo>
                  <a:cubicBezTo>
                    <a:pt x="211" y="0"/>
                    <a:pt x="123" y="2"/>
                    <a:pt x="37" y="6"/>
                  </a:cubicBezTo>
                  <a:cubicBezTo>
                    <a:pt x="1" y="7"/>
                    <a:pt x="1" y="62"/>
                    <a:pt x="36" y="64"/>
                  </a:cubicBezTo>
                  <a:cubicBezTo>
                    <a:pt x="782" y="129"/>
                    <a:pt x="1611" y="184"/>
                    <a:pt x="2179" y="729"/>
                  </a:cubicBezTo>
                  <a:cubicBezTo>
                    <a:pt x="2185" y="735"/>
                    <a:pt x="2192" y="737"/>
                    <a:pt x="2199" y="737"/>
                  </a:cubicBezTo>
                  <a:cubicBezTo>
                    <a:pt x="2220" y="737"/>
                    <a:pt x="2240" y="711"/>
                    <a:pt x="2223" y="689"/>
                  </a:cubicBezTo>
                  <a:cubicBezTo>
                    <a:pt x="1762" y="129"/>
                    <a:pt x="999" y="0"/>
                    <a:pt x="300" y="0"/>
                  </a:cubicBezTo>
                  <a:close/>
                </a:path>
              </a:pathLst>
            </a:custGeom>
            <a:solidFill>
              <a:srgbClr val="282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55"/>
            <p:cNvSpPr/>
            <p:nvPr/>
          </p:nvSpPr>
          <p:spPr>
            <a:xfrm>
              <a:off x="5147950" y="5379300"/>
              <a:ext cx="88075" cy="26325"/>
            </a:xfrm>
            <a:custGeom>
              <a:rect b="b" l="l" r="r" t="t"/>
              <a:pathLst>
                <a:path extrusionOk="0" h="1053" w="3523">
                  <a:moveTo>
                    <a:pt x="38" y="0"/>
                  </a:moveTo>
                  <a:cubicBezTo>
                    <a:pt x="1" y="0"/>
                    <a:pt x="1" y="59"/>
                    <a:pt x="38" y="59"/>
                  </a:cubicBezTo>
                  <a:cubicBezTo>
                    <a:pt x="1214" y="248"/>
                    <a:pt x="2338" y="690"/>
                    <a:pt x="3470" y="1051"/>
                  </a:cubicBezTo>
                  <a:cubicBezTo>
                    <a:pt x="3474" y="1052"/>
                    <a:pt x="3477" y="1053"/>
                    <a:pt x="3481" y="1053"/>
                  </a:cubicBezTo>
                  <a:cubicBezTo>
                    <a:pt x="3509" y="1053"/>
                    <a:pt x="3522" y="1008"/>
                    <a:pt x="3492" y="996"/>
                  </a:cubicBezTo>
                  <a:cubicBezTo>
                    <a:pt x="2942" y="753"/>
                    <a:pt x="2375" y="558"/>
                    <a:pt x="1803" y="376"/>
                  </a:cubicBezTo>
                  <a:cubicBezTo>
                    <a:pt x="1224" y="211"/>
                    <a:pt x="647" y="20"/>
                    <a:pt x="39" y="0"/>
                  </a:cubicBezTo>
                  <a:cubicBezTo>
                    <a:pt x="39" y="0"/>
                    <a:pt x="38" y="0"/>
                    <a:pt x="38" y="0"/>
                  </a:cubicBezTo>
                  <a:close/>
                </a:path>
              </a:pathLst>
            </a:custGeom>
            <a:solidFill>
              <a:srgbClr val="282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55"/>
            <p:cNvSpPr/>
            <p:nvPr/>
          </p:nvSpPr>
          <p:spPr>
            <a:xfrm>
              <a:off x="5362075" y="5276200"/>
              <a:ext cx="84325" cy="188750"/>
            </a:xfrm>
            <a:custGeom>
              <a:rect b="b" l="l" r="r" t="t"/>
              <a:pathLst>
                <a:path extrusionOk="0" h="7550" w="3373">
                  <a:moveTo>
                    <a:pt x="3340" y="1"/>
                  </a:moveTo>
                  <a:cubicBezTo>
                    <a:pt x="3327" y="1"/>
                    <a:pt x="3314" y="11"/>
                    <a:pt x="3311" y="25"/>
                  </a:cubicBezTo>
                  <a:cubicBezTo>
                    <a:pt x="3180" y="717"/>
                    <a:pt x="3067" y="1414"/>
                    <a:pt x="2947" y="2107"/>
                  </a:cubicBezTo>
                  <a:cubicBezTo>
                    <a:pt x="2567" y="4525"/>
                    <a:pt x="1919" y="5896"/>
                    <a:pt x="25" y="7497"/>
                  </a:cubicBezTo>
                  <a:cubicBezTo>
                    <a:pt x="1" y="7518"/>
                    <a:pt x="22" y="7550"/>
                    <a:pt x="45" y="7550"/>
                  </a:cubicBezTo>
                  <a:cubicBezTo>
                    <a:pt x="51" y="7550"/>
                    <a:pt x="57" y="7548"/>
                    <a:pt x="62" y="7544"/>
                  </a:cubicBezTo>
                  <a:cubicBezTo>
                    <a:pt x="613" y="7102"/>
                    <a:pt x="1136" y="6619"/>
                    <a:pt x="1576" y="6060"/>
                  </a:cubicBezTo>
                  <a:cubicBezTo>
                    <a:pt x="2491" y="4951"/>
                    <a:pt x="2846" y="3516"/>
                    <a:pt x="3056" y="2126"/>
                  </a:cubicBezTo>
                  <a:lnTo>
                    <a:pt x="3370" y="35"/>
                  </a:lnTo>
                  <a:cubicBezTo>
                    <a:pt x="3372" y="20"/>
                    <a:pt x="3362" y="4"/>
                    <a:pt x="3346" y="1"/>
                  </a:cubicBezTo>
                  <a:cubicBezTo>
                    <a:pt x="3344" y="1"/>
                    <a:pt x="3342" y="1"/>
                    <a:pt x="3340" y="1"/>
                  </a:cubicBezTo>
                  <a:close/>
                </a:path>
              </a:pathLst>
            </a:custGeom>
            <a:solidFill>
              <a:srgbClr val="282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55"/>
            <p:cNvSpPr/>
            <p:nvPr/>
          </p:nvSpPr>
          <p:spPr>
            <a:xfrm>
              <a:off x="5144075" y="5017400"/>
              <a:ext cx="13675" cy="75925"/>
            </a:xfrm>
            <a:custGeom>
              <a:rect b="b" l="l" r="r" t="t"/>
              <a:pathLst>
                <a:path extrusionOk="0" h="3037" w="547">
                  <a:moveTo>
                    <a:pt x="512" y="1"/>
                  </a:moveTo>
                  <a:cubicBezTo>
                    <a:pt x="500" y="1"/>
                    <a:pt x="488" y="7"/>
                    <a:pt x="484" y="21"/>
                  </a:cubicBezTo>
                  <a:cubicBezTo>
                    <a:pt x="193" y="983"/>
                    <a:pt x="0" y="2001"/>
                    <a:pt x="93" y="3010"/>
                  </a:cubicBezTo>
                  <a:cubicBezTo>
                    <a:pt x="95" y="3028"/>
                    <a:pt x="109" y="3036"/>
                    <a:pt x="123" y="3036"/>
                  </a:cubicBezTo>
                  <a:cubicBezTo>
                    <a:pt x="138" y="3036"/>
                    <a:pt x="153" y="3026"/>
                    <a:pt x="152" y="3008"/>
                  </a:cubicBezTo>
                  <a:cubicBezTo>
                    <a:pt x="155" y="2756"/>
                    <a:pt x="165" y="2507"/>
                    <a:pt x="185" y="2258"/>
                  </a:cubicBezTo>
                  <a:cubicBezTo>
                    <a:pt x="241" y="1508"/>
                    <a:pt x="392" y="773"/>
                    <a:pt x="542" y="36"/>
                  </a:cubicBezTo>
                  <a:cubicBezTo>
                    <a:pt x="546" y="14"/>
                    <a:pt x="529" y="1"/>
                    <a:pt x="512" y="1"/>
                  </a:cubicBezTo>
                  <a:close/>
                </a:path>
              </a:pathLst>
            </a:custGeom>
            <a:solidFill>
              <a:srgbClr val="282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55"/>
            <p:cNvSpPr/>
            <p:nvPr/>
          </p:nvSpPr>
          <p:spPr>
            <a:xfrm>
              <a:off x="5388125" y="4871325"/>
              <a:ext cx="24150" cy="29775"/>
            </a:xfrm>
            <a:custGeom>
              <a:rect b="b" l="l" r="r" t="t"/>
              <a:pathLst>
                <a:path extrusionOk="0" h="1191" w="966">
                  <a:moveTo>
                    <a:pt x="933" y="0"/>
                  </a:moveTo>
                  <a:cubicBezTo>
                    <a:pt x="927" y="0"/>
                    <a:pt x="921" y="2"/>
                    <a:pt x="916" y="5"/>
                  </a:cubicBezTo>
                  <a:cubicBezTo>
                    <a:pt x="514" y="288"/>
                    <a:pt x="192" y="693"/>
                    <a:pt x="10" y="1150"/>
                  </a:cubicBezTo>
                  <a:cubicBezTo>
                    <a:pt x="1" y="1172"/>
                    <a:pt x="20" y="1190"/>
                    <a:pt x="39" y="1190"/>
                  </a:cubicBezTo>
                  <a:cubicBezTo>
                    <a:pt x="48" y="1190"/>
                    <a:pt x="57" y="1186"/>
                    <a:pt x="63" y="1177"/>
                  </a:cubicBezTo>
                  <a:cubicBezTo>
                    <a:pt x="323" y="771"/>
                    <a:pt x="617" y="397"/>
                    <a:pt x="954" y="50"/>
                  </a:cubicBezTo>
                  <a:cubicBezTo>
                    <a:pt x="964" y="41"/>
                    <a:pt x="966" y="25"/>
                    <a:pt x="958" y="13"/>
                  </a:cubicBezTo>
                  <a:cubicBezTo>
                    <a:pt x="952" y="5"/>
                    <a:pt x="942" y="0"/>
                    <a:pt x="933" y="0"/>
                  </a:cubicBezTo>
                  <a:close/>
                </a:path>
              </a:pathLst>
            </a:custGeom>
            <a:solidFill>
              <a:srgbClr val="282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55"/>
            <p:cNvSpPr/>
            <p:nvPr/>
          </p:nvSpPr>
          <p:spPr>
            <a:xfrm>
              <a:off x="5437750" y="4918200"/>
              <a:ext cx="36275" cy="8950"/>
            </a:xfrm>
            <a:custGeom>
              <a:rect b="b" l="l" r="r" t="t"/>
              <a:pathLst>
                <a:path extrusionOk="0" h="358" w="1451">
                  <a:moveTo>
                    <a:pt x="497" y="1"/>
                  </a:moveTo>
                  <a:cubicBezTo>
                    <a:pt x="339" y="1"/>
                    <a:pt x="182" y="22"/>
                    <a:pt x="34" y="63"/>
                  </a:cubicBezTo>
                  <a:cubicBezTo>
                    <a:pt x="1" y="72"/>
                    <a:pt x="9" y="122"/>
                    <a:pt x="40" y="122"/>
                  </a:cubicBezTo>
                  <a:cubicBezTo>
                    <a:pt x="41" y="122"/>
                    <a:pt x="42" y="122"/>
                    <a:pt x="43" y="122"/>
                  </a:cubicBezTo>
                  <a:cubicBezTo>
                    <a:pt x="125" y="116"/>
                    <a:pt x="206" y="113"/>
                    <a:pt x="288" y="113"/>
                  </a:cubicBezTo>
                  <a:cubicBezTo>
                    <a:pt x="670" y="113"/>
                    <a:pt x="1050" y="178"/>
                    <a:pt x="1394" y="354"/>
                  </a:cubicBezTo>
                  <a:cubicBezTo>
                    <a:pt x="1399" y="356"/>
                    <a:pt x="1403" y="358"/>
                    <a:pt x="1408" y="358"/>
                  </a:cubicBezTo>
                  <a:cubicBezTo>
                    <a:pt x="1432" y="358"/>
                    <a:pt x="1450" y="323"/>
                    <a:pt x="1427" y="304"/>
                  </a:cubicBezTo>
                  <a:cubicBezTo>
                    <a:pt x="1166" y="97"/>
                    <a:pt x="831" y="1"/>
                    <a:pt x="497" y="1"/>
                  </a:cubicBezTo>
                  <a:close/>
                </a:path>
              </a:pathLst>
            </a:custGeom>
            <a:solidFill>
              <a:srgbClr val="282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55"/>
            <p:cNvSpPr/>
            <p:nvPr/>
          </p:nvSpPr>
          <p:spPr>
            <a:xfrm>
              <a:off x="5598025" y="5234525"/>
              <a:ext cx="26175" cy="20200"/>
            </a:xfrm>
            <a:custGeom>
              <a:rect b="b" l="l" r="r" t="t"/>
              <a:pathLst>
                <a:path extrusionOk="0" h="808" w="1047">
                  <a:moveTo>
                    <a:pt x="740" y="0"/>
                  </a:moveTo>
                  <a:cubicBezTo>
                    <a:pt x="326" y="0"/>
                    <a:pt x="1" y="304"/>
                    <a:pt x="32" y="780"/>
                  </a:cubicBezTo>
                  <a:cubicBezTo>
                    <a:pt x="32" y="798"/>
                    <a:pt x="48" y="808"/>
                    <a:pt x="63" y="808"/>
                  </a:cubicBezTo>
                  <a:cubicBezTo>
                    <a:pt x="76" y="808"/>
                    <a:pt x="89" y="800"/>
                    <a:pt x="92" y="785"/>
                  </a:cubicBezTo>
                  <a:cubicBezTo>
                    <a:pt x="163" y="308"/>
                    <a:pt x="435" y="96"/>
                    <a:pt x="881" y="96"/>
                  </a:cubicBezTo>
                  <a:cubicBezTo>
                    <a:pt x="921" y="96"/>
                    <a:pt x="961" y="98"/>
                    <a:pt x="1003" y="101"/>
                  </a:cubicBezTo>
                  <a:cubicBezTo>
                    <a:pt x="1004" y="101"/>
                    <a:pt x="1005" y="101"/>
                    <a:pt x="1006" y="101"/>
                  </a:cubicBezTo>
                  <a:cubicBezTo>
                    <a:pt x="1039" y="101"/>
                    <a:pt x="1046" y="51"/>
                    <a:pt x="1013" y="43"/>
                  </a:cubicBezTo>
                  <a:cubicBezTo>
                    <a:pt x="920" y="14"/>
                    <a:pt x="828" y="0"/>
                    <a:pt x="740" y="0"/>
                  </a:cubicBezTo>
                  <a:close/>
                </a:path>
              </a:pathLst>
            </a:custGeom>
            <a:solidFill>
              <a:srgbClr val="282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55"/>
            <p:cNvSpPr/>
            <p:nvPr/>
          </p:nvSpPr>
          <p:spPr>
            <a:xfrm>
              <a:off x="5180025" y="4870125"/>
              <a:ext cx="40875" cy="68825"/>
            </a:xfrm>
            <a:custGeom>
              <a:rect b="b" l="l" r="r" t="t"/>
              <a:pathLst>
                <a:path extrusionOk="0" h="2753" w="1635">
                  <a:moveTo>
                    <a:pt x="1592" y="0"/>
                  </a:moveTo>
                  <a:cubicBezTo>
                    <a:pt x="1585" y="0"/>
                    <a:pt x="1578" y="3"/>
                    <a:pt x="1572" y="9"/>
                  </a:cubicBezTo>
                  <a:cubicBezTo>
                    <a:pt x="858" y="771"/>
                    <a:pt x="215" y="1677"/>
                    <a:pt x="5" y="2719"/>
                  </a:cubicBezTo>
                  <a:cubicBezTo>
                    <a:pt x="0" y="2740"/>
                    <a:pt x="18" y="2753"/>
                    <a:pt x="35" y="2753"/>
                  </a:cubicBezTo>
                  <a:cubicBezTo>
                    <a:pt x="47" y="2753"/>
                    <a:pt x="59" y="2747"/>
                    <a:pt x="63" y="2733"/>
                  </a:cubicBezTo>
                  <a:cubicBezTo>
                    <a:pt x="137" y="2483"/>
                    <a:pt x="230" y="2240"/>
                    <a:pt x="340" y="2005"/>
                  </a:cubicBezTo>
                  <a:cubicBezTo>
                    <a:pt x="670" y="1295"/>
                    <a:pt x="1135" y="664"/>
                    <a:pt x="1617" y="48"/>
                  </a:cubicBezTo>
                  <a:cubicBezTo>
                    <a:pt x="1634" y="26"/>
                    <a:pt x="1614" y="0"/>
                    <a:pt x="1592" y="0"/>
                  </a:cubicBezTo>
                  <a:close/>
                </a:path>
              </a:pathLst>
            </a:custGeom>
            <a:solidFill>
              <a:srgbClr val="282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55"/>
            <p:cNvSpPr/>
            <p:nvPr/>
          </p:nvSpPr>
          <p:spPr>
            <a:xfrm>
              <a:off x="5464950" y="4974125"/>
              <a:ext cx="24950" cy="12625"/>
            </a:xfrm>
            <a:custGeom>
              <a:rect b="b" l="l" r="r" t="t"/>
              <a:pathLst>
                <a:path extrusionOk="0" h="505" w="998">
                  <a:moveTo>
                    <a:pt x="508" y="0"/>
                  </a:moveTo>
                  <a:cubicBezTo>
                    <a:pt x="340" y="0"/>
                    <a:pt x="159" y="69"/>
                    <a:pt x="21" y="199"/>
                  </a:cubicBezTo>
                  <a:cubicBezTo>
                    <a:pt x="0" y="218"/>
                    <a:pt x="18" y="252"/>
                    <a:pt x="42" y="252"/>
                  </a:cubicBezTo>
                  <a:cubicBezTo>
                    <a:pt x="46" y="252"/>
                    <a:pt x="51" y="251"/>
                    <a:pt x="56" y="248"/>
                  </a:cubicBezTo>
                  <a:cubicBezTo>
                    <a:pt x="197" y="173"/>
                    <a:pt x="350" y="124"/>
                    <a:pt x="490" y="124"/>
                  </a:cubicBezTo>
                  <a:cubicBezTo>
                    <a:pt x="690" y="124"/>
                    <a:pt x="864" y="223"/>
                    <a:pt x="938" y="484"/>
                  </a:cubicBezTo>
                  <a:cubicBezTo>
                    <a:pt x="942" y="498"/>
                    <a:pt x="954" y="504"/>
                    <a:pt x="966" y="504"/>
                  </a:cubicBezTo>
                  <a:cubicBezTo>
                    <a:pt x="982" y="504"/>
                    <a:pt x="998" y="493"/>
                    <a:pt x="996" y="473"/>
                  </a:cubicBezTo>
                  <a:cubicBezTo>
                    <a:pt x="976" y="149"/>
                    <a:pt x="755" y="0"/>
                    <a:pt x="508" y="0"/>
                  </a:cubicBezTo>
                  <a:close/>
                </a:path>
              </a:pathLst>
            </a:custGeom>
            <a:solidFill>
              <a:srgbClr val="282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55"/>
            <p:cNvSpPr/>
            <p:nvPr/>
          </p:nvSpPr>
          <p:spPr>
            <a:xfrm>
              <a:off x="5563125" y="4968025"/>
              <a:ext cx="24650" cy="13475"/>
            </a:xfrm>
            <a:custGeom>
              <a:rect b="b" l="l" r="r" t="t"/>
              <a:pathLst>
                <a:path extrusionOk="0" h="539" w="986">
                  <a:moveTo>
                    <a:pt x="403" y="0"/>
                  </a:moveTo>
                  <a:cubicBezTo>
                    <a:pt x="256" y="0"/>
                    <a:pt x="113" y="55"/>
                    <a:pt x="18" y="179"/>
                  </a:cubicBezTo>
                  <a:cubicBezTo>
                    <a:pt x="0" y="200"/>
                    <a:pt x="20" y="228"/>
                    <a:pt x="42" y="228"/>
                  </a:cubicBezTo>
                  <a:cubicBezTo>
                    <a:pt x="48" y="228"/>
                    <a:pt x="54" y="227"/>
                    <a:pt x="59" y="222"/>
                  </a:cubicBezTo>
                  <a:cubicBezTo>
                    <a:pt x="151" y="152"/>
                    <a:pt x="263" y="119"/>
                    <a:pt x="375" y="119"/>
                  </a:cubicBezTo>
                  <a:cubicBezTo>
                    <a:pt x="615" y="119"/>
                    <a:pt x="857" y="267"/>
                    <a:pt x="908" y="512"/>
                  </a:cubicBezTo>
                  <a:cubicBezTo>
                    <a:pt x="910" y="529"/>
                    <a:pt x="924" y="538"/>
                    <a:pt x="938" y="538"/>
                  </a:cubicBezTo>
                  <a:cubicBezTo>
                    <a:pt x="952" y="538"/>
                    <a:pt x="966" y="530"/>
                    <a:pt x="967" y="512"/>
                  </a:cubicBezTo>
                  <a:cubicBezTo>
                    <a:pt x="986" y="205"/>
                    <a:pt x="688" y="0"/>
                    <a:pt x="403" y="0"/>
                  </a:cubicBezTo>
                  <a:close/>
                </a:path>
              </a:pathLst>
            </a:custGeom>
            <a:solidFill>
              <a:srgbClr val="282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55"/>
            <p:cNvSpPr/>
            <p:nvPr/>
          </p:nvSpPr>
          <p:spPr>
            <a:xfrm>
              <a:off x="5136775" y="4801675"/>
              <a:ext cx="41725" cy="70850"/>
            </a:xfrm>
            <a:custGeom>
              <a:rect b="b" l="l" r="r" t="t"/>
              <a:pathLst>
                <a:path extrusionOk="0" h="2834" w="1669">
                  <a:moveTo>
                    <a:pt x="1620" y="1"/>
                  </a:moveTo>
                  <a:cubicBezTo>
                    <a:pt x="1616" y="1"/>
                    <a:pt x="1612" y="2"/>
                    <a:pt x="1608" y="3"/>
                  </a:cubicBezTo>
                  <a:cubicBezTo>
                    <a:pt x="580" y="421"/>
                    <a:pt x="1" y="1744"/>
                    <a:pt x="169" y="2807"/>
                  </a:cubicBezTo>
                  <a:cubicBezTo>
                    <a:pt x="172" y="2825"/>
                    <a:pt x="187" y="2833"/>
                    <a:pt x="201" y="2833"/>
                  </a:cubicBezTo>
                  <a:cubicBezTo>
                    <a:pt x="219" y="2833"/>
                    <a:pt x="238" y="2820"/>
                    <a:pt x="235" y="2797"/>
                  </a:cubicBezTo>
                  <a:cubicBezTo>
                    <a:pt x="190" y="1748"/>
                    <a:pt x="684" y="580"/>
                    <a:pt x="1634" y="65"/>
                  </a:cubicBezTo>
                  <a:cubicBezTo>
                    <a:pt x="1668" y="49"/>
                    <a:pt x="1651" y="1"/>
                    <a:pt x="16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55"/>
            <p:cNvSpPr/>
            <p:nvPr/>
          </p:nvSpPr>
          <p:spPr>
            <a:xfrm>
              <a:off x="5207450" y="4751200"/>
              <a:ext cx="16825" cy="27225"/>
            </a:xfrm>
            <a:custGeom>
              <a:rect b="b" l="l" r="r" t="t"/>
              <a:pathLst>
                <a:path extrusionOk="0" h="1089" w="673">
                  <a:moveTo>
                    <a:pt x="636" y="0"/>
                  </a:moveTo>
                  <a:cubicBezTo>
                    <a:pt x="629" y="0"/>
                    <a:pt x="622" y="2"/>
                    <a:pt x="616" y="7"/>
                  </a:cubicBezTo>
                  <a:cubicBezTo>
                    <a:pt x="294" y="262"/>
                    <a:pt x="66" y="643"/>
                    <a:pt x="5" y="1050"/>
                  </a:cubicBezTo>
                  <a:cubicBezTo>
                    <a:pt x="1" y="1073"/>
                    <a:pt x="20" y="1088"/>
                    <a:pt x="39" y="1088"/>
                  </a:cubicBezTo>
                  <a:cubicBezTo>
                    <a:pt x="51" y="1088"/>
                    <a:pt x="63" y="1082"/>
                    <a:pt x="68" y="1069"/>
                  </a:cubicBezTo>
                  <a:cubicBezTo>
                    <a:pt x="227" y="706"/>
                    <a:pt x="425" y="370"/>
                    <a:pt x="664" y="54"/>
                  </a:cubicBezTo>
                  <a:cubicBezTo>
                    <a:pt x="672" y="43"/>
                    <a:pt x="672" y="26"/>
                    <a:pt x="663" y="14"/>
                  </a:cubicBezTo>
                  <a:cubicBezTo>
                    <a:pt x="656" y="5"/>
                    <a:pt x="646" y="0"/>
                    <a:pt x="6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55"/>
            <p:cNvSpPr/>
            <p:nvPr/>
          </p:nvSpPr>
          <p:spPr>
            <a:xfrm>
              <a:off x="5338675" y="4713575"/>
              <a:ext cx="22200" cy="6350"/>
            </a:xfrm>
            <a:custGeom>
              <a:rect b="b" l="l" r="r" t="t"/>
              <a:pathLst>
                <a:path extrusionOk="0" h="254" w="888">
                  <a:moveTo>
                    <a:pt x="317" y="1"/>
                  </a:moveTo>
                  <a:cubicBezTo>
                    <a:pt x="220" y="1"/>
                    <a:pt x="125" y="16"/>
                    <a:pt x="34" y="48"/>
                  </a:cubicBezTo>
                  <a:cubicBezTo>
                    <a:pt x="0" y="59"/>
                    <a:pt x="8" y="112"/>
                    <a:pt x="44" y="114"/>
                  </a:cubicBezTo>
                  <a:cubicBezTo>
                    <a:pt x="181" y="124"/>
                    <a:pt x="313" y="131"/>
                    <a:pt x="447" y="154"/>
                  </a:cubicBezTo>
                  <a:cubicBezTo>
                    <a:pt x="581" y="176"/>
                    <a:pt x="708" y="213"/>
                    <a:pt x="840" y="252"/>
                  </a:cubicBezTo>
                  <a:cubicBezTo>
                    <a:pt x="843" y="253"/>
                    <a:pt x="846" y="253"/>
                    <a:pt x="849" y="253"/>
                  </a:cubicBezTo>
                  <a:cubicBezTo>
                    <a:pt x="858" y="253"/>
                    <a:pt x="868" y="249"/>
                    <a:pt x="875" y="241"/>
                  </a:cubicBezTo>
                  <a:cubicBezTo>
                    <a:pt x="888" y="228"/>
                    <a:pt x="886" y="206"/>
                    <a:pt x="871" y="193"/>
                  </a:cubicBezTo>
                  <a:cubicBezTo>
                    <a:pt x="718" y="67"/>
                    <a:pt x="517" y="1"/>
                    <a:pt x="3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55"/>
            <p:cNvSpPr/>
            <p:nvPr/>
          </p:nvSpPr>
          <p:spPr>
            <a:xfrm>
              <a:off x="5424000" y="4728875"/>
              <a:ext cx="9450" cy="3975"/>
            </a:xfrm>
            <a:custGeom>
              <a:rect b="b" l="l" r="r" t="t"/>
              <a:pathLst>
                <a:path extrusionOk="0" h="159" w="378">
                  <a:moveTo>
                    <a:pt x="110" y="0"/>
                  </a:moveTo>
                  <a:cubicBezTo>
                    <a:pt x="88" y="0"/>
                    <a:pt x="66" y="2"/>
                    <a:pt x="44" y="5"/>
                  </a:cubicBezTo>
                  <a:cubicBezTo>
                    <a:pt x="15" y="8"/>
                    <a:pt x="1" y="46"/>
                    <a:pt x="21" y="68"/>
                  </a:cubicBezTo>
                  <a:cubicBezTo>
                    <a:pt x="76" y="123"/>
                    <a:pt x="164" y="159"/>
                    <a:pt x="246" y="159"/>
                  </a:cubicBezTo>
                  <a:cubicBezTo>
                    <a:pt x="289" y="159"/>
                    <a:pt x="330" y="149"/>
                    <a:pt x="365" y="128"/>
                  </a:cubicBezTo>
                  <a:cubicBezTo>
                    <a:pt x="378" y="111"/>
                    <a:pt x="373" y="86"/>
                    <a:pt x="356" y="74"/>
                  </a:cubicBezTo>
                  <a:cubicBezTo>
                    <a:pt x="282" y="25"/>
                    <a:pt x="197" y="0"/>
                    <a:pt x="1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55"/>
            <p:cNvSpPr/>
            <p:nvPr/>
          </p:nvSpPr>
          <p:spPr>
            <a:xfrm>
              <a:off x="5187275" y="5101700"/>
              <a:ext cx="3750" cy="32375"/>
            </a:xfrm>
            <a:custGeom>
              <a:rect b="b" l="l" r="r" t="t"/>
              <a:pathLst>
                <a:path extrusionOk="0" h="1295" w="150">
                  <a:moveTo>
                    <a:pt x="63" y="1"/>
                  </a:moveTo>
                  <a:cubicBezTo>
                    <a:pt x="47" y="1"/>
                    <a:pt x="34" y="12"/>
                    <a:pt x="33" y="28"/>
                  </a:cubicBezTo>
                  <a:cubicBezTo>
                    <a:pt x="0" y="443"/>
                    <a:pt x="11" y="858"/>
                    <a:pt x="68" y="1270"/>
                  </a:cubicBezTo>
                  <a:cubicBezTo>
                    <a:pt x="71" y="1286"/>
                    <a:pt x="84" y="1294"/>
                    <a:pt x="98" y="1294"/>
                  </a:cubicBezTo>
                  <a:cubicBezTo>
                    <a:pt x="112" y="1294"/>
                    <a:pt x="127" y="1285"/>
                    <a:pt x="128" y="1268"/>
                  </a:cubicBezTo>
                  <a:cubicBezTo>
                    <a:pt x="139" y="1164"/>
                    <a:pt x="143" y="1060"/>
                    <a:pt x="144" y="957"/>
                  </a:cubicBezTo>
                  <a:cubicBezTo>
                    <a:pt x="150" y="645"/>
                    <a:pt x="137" y="336"/>
                    <a:pt x="92" y="26"/>
                  </a:cubicBezTo>
                  <a:cubicBezTo>
                    <a:pt x="90" y="13"/>
                    <a:pt x="80" y="2"/>
                    <a:pt x="66" y="1"/>
                  </a:cubicBezTo>
                  <a:cubicBezTo>
                    <a:pt x="65" y="1"/>
                    <a:pt x="64" y="1"/>
                    <a:pt x="63" y="1"/>
                  </a:cubicBezTo>
                  <a:close/>
                </a:path>
              </a:pathLst>
            </a:custGeom>
            <a:solidFill>
              <a:srgbClr val="282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55"/>
            <p:cNvSpPr/>
            <p:nvPr/>
          </p:nvSpPr>
          <p:spPr>
            <a:xfrm>
              <a:off x="5168825" y="5028625"/>
              <a:ext cx="14025" cy="57600"/>
            </a:xfrm>
            <a:custGeom>
              <a:rect b="b" l="l" r="r" t="t"/>
              <a:pathLst>
                <a:path extrusionOk="0" h="2304" w="561">
                  <a:moveTo>
                    <a:pt x="528" y="1"/>
                  </a:moveTo>
                  <a:cubicBezTo>
                    <a:pt x="517" y="1"/>
                    <a:pt x="506" y="8"/>
                    <a:pt x="501" y="19"/>
                  </a:cubicBezTo>
                  <a:cubicBezTo>
                    <a:pt x="219" y="737"/>
                    <a:pt x="64" y="1504"/>
                    <a:pt x="2" y="2271"/>
                  </a:cubicBezTo>
                  <a:cubicBezTo>
                    <a:pt x="0" y="2292"/>
                    <a:pt x="17" y="2303"/>
                    <a:pt x="33" y="2303"/>
                  </a:cubicBezTo>
                  <a:cubicBezTo>
                    <a:pt x="46" y="2303"/>
                    <a:pt x="58" y="2296"/>
                    <a:pt x="61" y="2280"/>
                  </a:cubicBezTo>
                  <a:cubicBezTo>
                    <a:pt x="130" y="1949"/>
                    <a:pt x="220" y="1480"/>
                    <a:pt x="292" y="1155"/>
                  </a:cubicBezTo>
                  <a:cubicBezTo>
                    <a:pt x="370" y="780"/>
                    <a:pt x="463" y="410"/>
                    <a:pt x="557" y="38"/>
                  </a:cubicBezTo>
                  <a:cubicBezTo>
                    <a:pt x="560" y="24"/>
                    <a:pt x="553" y="8"/>
                    <a:pt x="539" y="3"/>
                  </a:cubicBezTo>
                  <a:cubicBezTo>
                    <a:pt x="536" y="2"/>
                    <a:pt x="532" y="1"/>
                    <a:pt x="528" y="1"/>
                  </a:cubicBezTo>
                  <a:close/>
                </a:path>
              </a:pathLst>
            </a:custGeom>
            <a:solidFill>
              <a:srgbClr val="282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55"/>
            <p:cNvSpPr/>
            <p:nvPr/>
          </p:nvSpPr>
          <p:spPr>
            <a:xfrm>
              <a:off x="5187950" y="5045300"/>
              <a:ext cx="5900" cy="27200"/>
            </a:xfrm>
            <a:custGeom>
              <a:rect b="b" l="l" r="r" t="t"/>
              <a:pathLst>
                <a:path extrusionOk="0" h="1088" w="236">
                  <a:moveTo>
                    <a:pt x="191" y="1"/>
                  </a:moveTo>
                  <a:cubicBezTo>
                    <a:pt x="93" y="1"/>
                    <a:pt x="0" y="1001"/>
                    <a:pt x="18" y="1061"/>
                  </a:cubicBezTo>
                  <a:cubicBezTo>
                    <a:pt x="27" y="1079"/>
                    <a:pt x="36" y="1088"/>
                    <a:pt x="46" y="1088"/>
                  </a:cubicBezTo>
                  <a:cubicBezTo>
                    <a:pt x="145" y="1088"/>
                    <a:pt x="236" y="90"/>
                    <a:pt x="219" y="28"/>
                  </a:cubicBezTo>
                  <a:cubicBezTo>
                    <a:pt x="210" y="9"/>
                    <a:pt x="200" y="1"/>
                    <a:pt x="191" y="1"/>
                  </a:cubicBezTo>
                  <a:close/>
                </a:path>
              </a:pathLst>
            </a:custGeom>
            <a:solidFill>
              <a:srgbClr val="282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55"/>
            <p:cNvSpPr/>
            <p:nvPr/>
          </p:nvSpPr>
          <p:spPr>
            <a:xfrm>
              <a:off x="5501550" y="5342025"/>
              <a:ext cx="81325" cy="57100"/>
            </a:xfrm>
            <a:custGeom>
              <a:rect b="b" l="l" r="r" t="t"/>
              <a:pathLst>
                <a:path extrusionOk="0" h="2284" w="3253">
                  <a:moveTo>
                    <a:pt x="43" y="1"/>
                  </a:moveTo>
                  <a:cubicBezTo>
                    <a:pt x="17" y="1"/>
                    <a:pt x="0" y="40"/>
                    <a:pt x="26" y="56"/>
                  </a:cubicBezTo>
                  <a:cubicBezTo>
                    <a:pt x="566" y="409"/>
                    <a:pt x="1080" y="796"/>
                    <a:pt x="1592" y="1186"/>
                  </a:cubicBezTo>
                  <a:cubicBezTo>
                    <a:pt x="2111" y="1573"/>
                    <a:pt x="2631" y="1962"/>
                    <a:pt x="3196" y="2279"/>
                  </a:cubicBezTo>
                  <a:cubicBezTo>
                    <a:pt x="3201" y="2282"/>
                    <a:pt x="3206" y="2283"/>
                    <a:pt x="3210" y="2283"/>
                  </a:cubicBezTo>
                  <a:cubicBezTo>
                    <a:pt x="3236" y="2283"/>
                    <a:pt x="3253" y="2245"/>
                    <a:pt x="3227" y="2229"/>
                  </a:cubicBezTo>
                  <a:cubicBezTo>
                    <a:pt x="2169" y="1525"/>
                    <a:pt x="1175" y="616"/>
                    <a:pt x="57" y="4"/>
                  </a:cubicBezTo>
                  <a:cubicBezTo>
                    <a:pt x="52" y="2"/>
                    <a:pt x="47" y="1"/>
                    <a:pt x="43" y="1"/>
                  </a:cubicBezTo>
                  <a:close/>
                </a:path>
              </a:pathLst>
            </a:custGeom>
            <a:solidFill>
              <a:srgbClr val="282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55"/>
            <p:cNvSpPr/>
            <p:nvPr/>
          </p:nvSpPr>
          <p:spPr>
            <a:xfrm>
              <a:off x="5527625" y="5384650"/>
              <a:ext cx="32525" cy="20350"/>
            </a:xfrm>
            <a:custGeom>
              <a:rect b="b" l="l" r="r" t="t"/>
              <a:pathLst>
                <a:path extrusionOk="0" h="814" w="1301">
                  <a:moveTo>
                    <a:pt x="42" y="0"/>
                  </a:moveTo>
                  <a:cubicBezTo>
                    <a:pt x="16" y="0"/>
                    <a:pt x="0" y="38"/>
                    <a:pt x="25" y="54"/>
                  </a:cubicBezTo>
                  <a:cubicBezTo>
                    <a:pt x="221" y="194"/>
                    <a:pt x="425" y="321"/>
                    <a:pt x="630" y="447"/>
                  </a:cubicBezTo>
                  <a:cubicBezTo>
                    <a:pt x="835" y="572"/>
                    <a:pt x="1039" y="697"/>
                    <a:pt x="1253" y="810"/>
                  </a:cubicBezTo>
                  <a:cubicBezTo>
                    <a:pt x="1257" y="812"/>
                    <a:pt x="1262" y="814"/>
                    <a:pt x="1267" y="814"/>
                  </a:cubicBezTo>
                  <a:cubicBezTo>
                    <a:pt x="1275" y="814"/>
                    <a:pt x="1284" y="810"/>
                    <a:pt x="1290" y="803"/>
                  </a:cubicBezTo>
                  <a:cubicBezTo>
                    <a:pt x="1300" y="791"/>
                    <a:pt x="1299" y="771"/>
                    <a:pt x="1286" y="761"/>
                  </a:cubicBezTo>
                  <a:cubicBezTo>
                    <a:pt x="912" y="453"/>
                    <a:pt x="497" y="197"/>
                    <a:pt x="54" y="3"/>
                  </a:cubicBezTo>
                  <a:cubicBezTo>
                    <a:pt x="50" y="1"/>
                    <a:pt x="46" y="0"/>
                    <a:pt x="42" y="0"/>
                  </a:cubicBezTo>
                  <a:close/>
                </a:path>
              </a:pathLst>
            </a:custGeom>
            <a:solidFill>
              <a:srgbClr val="282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55"/>
            <p:cNvSpPr/>
            <p:nvPr/>
          </p:nvSpPr>
          <p:spPr>
            <a:xfrm>
              <a:off x="5312500" y="5167325"/>
              <a:ext cx="45850" cy="84825"/>
            </a:xfrm>
            <a:custGeom>
              <a:rect b="b" l="l" r="r" t="t"/>
              <a:pathLst>
                <a:path extrusionOk="0" h="3393" w="1834">
                  <a:moveTo>
                    <a:pt x="41" y="1"/>
                  </a:moveTo>
                  <a:cubicBezTo>
                    <a:pt x="21" y="1"/>
                    <a:pt x="1" y="21"/>
                    <a:pt x="12" y="43"/>
                  </a:cubicBezTo>
                  <a:cubicBezTo>
                    <a:pt x="146" y="327"/>
                    <a:pt x="287" y="608"/>
                    <a:pt x="429" y="888"/>
                  </a:cubicBezTo>
                  <a:cubicBezTo>
                    <a:pt x="642" y="1307"/>
                    <a:pt x="1084" y="2144"/>
                    <a:pt x="1310" y="2556"/>
                  </a:cubicBezTo>
                  <a:cubicBezTo>
                    <a:pt x="1461" y="2832"/>
                    <a:pt x="1616" y="3105"/>
                    <a:pt x="1773" y="3378"/>
                  </a:cubicBezTo>
                  <a:cubicBezTo>
                    <a:pt x="1779" y="3387"/>
                    <a:pt x="1789" y="3392"/>
                    <a:pt x="1800" y="3392"/>
                  </a:cubicBezTo>
                  <a:cubicBezTo>
                    <a:pt x="1804" y="3392"/>
                    <a:pt x="1808" y="3392"/>
                    <a:pt x="1812" y="3390"/>
                  </a:cubicBezTo>
                  <a:cubicBezTo>
                    <a:pt x="1826" y="3382"/>
                    <a:pt x="1833" y="3365"/>
                    <a:pt x="1825" y="3350"/>
                  </a:cubicBezTo>
                  <a:cubicBezTo>
                    <a:pt x="1689" y="3066"/>
                    <a:pt x="1550" y="2784"/>
                    <a:pt x="1408" y="2505"/>
                  </a:cubicBezTo>
                  <a:cubicBezTo>
                    <a:pt x="1007" y="1726"/>
                    <a:pt x="503" y="767"/>
                    <a:pt x="64" y="15"/>
                  </a:cubicBezTo>
                  <a:cubicBezTo>
                    <a:pt x="59" y="5"/>
                    <a:pt x="50" y="1"/>
                    <a:pt x="41" y="1"/>
                  </a:cubicBezTo>
                  <a:close/>
                </a:path>
              </a:pathLst>
            </a:custGeom>
            <a:solidFill>
              <a:srgbClr val="D676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55"/>
            <p:cNvSpPr/>
            <p:nvPr/>
          </p:nvSpPr>
          <p:spPr>
            <a:xfrm>
              <a:off x="5336125" y="5159475"/>
              <a:ext cx="41075" cy="83225"/>
            </a:xfrm>
            <a:custGeom>
              <a:rect b="b" l="l" r="r" t="t"/>
              <a:pathLst>
                <a:path extrusionOk="0" h="3329" w="1643">
                  <a:moveTo>
                    <a:pt x="39" y="0"/>
                  </a:moveTo>
                  <a:cubicBezTo>
                    <a:pt x="20" y="0"/>
                    <a:pt x="0" y="18"/>
                    <a:pt x="9" y="40"/>
                  </a:cubicBezTo>
                  <a:cubicBezTo>
                    <a:pt x="116" y="325"/>
                    <a:pt x="235" y="603"/>
                    <a:pt x="357" y="880"/>
                  </a:cubicBezTo>
                  <a:cubicBezTo>
                    <a:pt x="605" y="1433"/>
                    <a:pt x="872" y="1978"/>
                    <a:pt x="1150" y="2515"/>
                  </a:cubicBezTo>
                  <a:cubicBezTo>
                    <a:pt x="1290" y="2784"/>
                    <a:pt x="1434" y="3050"/>
                    <a:pt x="1583" y="3314"/>
                  </a:cubicBezTo>
                  <a:cubicBezTo>
                    <a:pt x="1589" y="3323"/>
                    <a:pt x="1599" y="3329"/>
                    <a:pt x="1609" y="3329"/>
                  </a:cubicBezTo>
                  <a:cubicBezTo>
                    <a:pt x="1613" y="3329"/>
                    <a:pt x="1618" y="3328"/>
                    <a:pt x="1622" y="3326"/>
                  </a:cubicBezTo>
                  <a:cubicBezTo>
                    <a:pt x="1637" y="3319"/>
                    <a:pt x="1643" y="3301"/>
                    <a:pt x="1636" y="3287"/>
                  </a:cubicBezTo>
                  <a:cubicBezTo>
                    <a:pt x="1508" y="3012"/>
                    <a:pt x="1380" y="2738"/>
                    <a:pt x="1249" y="2466"/>
                  </a:cubicBezTo>
                  <a:cubicBezTo>
                    <a:pt x="997" y="1941"/>
                    <a:pt x="327" y="560"/>
                    <a:pt x="64" y="17"/>
                  </a:cubicBezTo>
                  <a:cubicBezTo>
                    <a:pt x="59" y="5"/>
                    <a:pt x="49" y="0"/>
                    <a:pt x="39" y="0"/>
                  </a:cubicBezTo>
                  <a:close/>
                </a:path>
              </a:pathLst>
            </a:custGeom>
            <a:solidFill>
              <a:srgbClr val="D676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55"/>
            <p:cNvSpPr/>
            <p:nvPr/>
          </p:nvSpPr>
          <p:spPr>
            <a:xfrm>
              <a:off x="5361250" y="5162625"/>
              <a:ext cx="30175" cy="58050"/>
            </a:xfrm>
            <a:custGeom>
              <a:rect b="b" l="l" r="r" t="t"/>
              <a:pathLst>
                <a:path extrusionOk="0" h="2322" w="1207">
                  <a:moveTo>
                    <a:pt x="41" y="1"/>
                  </a:moveTo>
                  <a:cubicBezTo>
                    <a:pt x="21" y="1"/>
                    <a:pt x="1" y="21"/>
                    <a:pt x="12" y="43"/>
                  </a:cubicBezTo>
                  <a:lnTo>
                    <a:pt x="285" y="614"/>
                  </a:lnTo>
                  <a:cubicBezTo>
                    <a:pt x="553" y="1165"/>
                    <a:pt x="848" y="1772"/>
                    <a:pt x="1144" y="2307"/>
                  </a:cubicBezTo>
                  <a:cubicBezTo>
                    <a:pt x="1149" y="2317"/>
                    <a:pt x="1159" y="2322"/>
                    <a:pt x="1168" y="2322"/>
                  </a:cubicBezTo>
                  <a:cubicBezTo>
                    <a:pt x="1187" y="2322"/>
                    <a:pt x="1207" y="2303"/>
                    <a:pt x="1197" y="2280"/>
                  </a:cubicBezTo>
                  <a:cubicBezTo>
                    <a:pt x="871" y="1501"/>
                    <a:pt x="508" y="734"/>
                    <a:pt x="64" y="14"/>
                  </a:cubicBezTo>
                  <a:cubicBezTo>
                    <a:pt x="58" y="4"/>
                    <a:pt x="50" y="1"/>
                    <a:pt x="41" y="1"/>
                  </a:cubicBezTo>
                  <a:close/>
                </a:path>
              </a:pathLst>
            </a:custGeom>
            <a:solidFill>
              <a:srgbClr val="D676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55"/>
            <p:cNvSpPr/>
            <p:nvPr/>
          </p:nvSpPr>
          <p:spPr>
            <a:xfrm>
              <a:off x="5296750" y="5205100"/>
              <a:ext cx="20725" cy="29700"/>
            </a:xfrm>
            <a:custGeom>
              <a:rect b="b" l="l" r="r" t="t"/>
              <a:pathLst>
                <a:path extrusionOk="0" h="1188" w="829">
                  <a:moveTo>
                    <a:pt x="42" y="1"/>
                  </a:moveTo>
                  <a:cubicBezTo>
                    <a:pt x="21" y="1"/>
                    <a:pt x="0" y="27"/>
                    <a:pt x="17" y="48"/>
                  </a:cubicBezTo>
                  <a:cubicBezTo>
                    <a:pt x="281" y="416"/>
                    <a:pt x="512" y="800"/>
                    <a:pt x="768" y="1174"/>
                  </a:cubicBezTo>
                  <a:cubicBezTo>
                    <a:pt x="773" y="1184"/>
                    <a:pt x="782" y="1188"/>
                    <a:pt x="791" y="1188"/>
                  </a:cubicBezTo>
                  <a:cubicBezTo>
                    <a:pt x="810" y="1188"/>
                    <a:pt x="829" y="1169"/>
                    <a:pt x="820" y="1147"/>
                  </a:cubicBezTo>
                  <a:cubicBezTo>
                    <a:pt x="642" y="725"/>
                    <a:pt x="400" y="319"/>
                    <a:pt x="60" y="8"/>
                  </a:cubicBezTo>
                  <a:cubicBezTo>
                    <a:pt x="55" y="3"/>
                    <a:pt x="48" y="1"/>
                    <a:pt x="42" y="1"/>
                  </a:cubicBezTo>
                  <a:close/>
                </a:path>
              </a:pathLst>
            </a:custGeom>
            <a:solidFill>
              <a:srgbClr val="D676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55"/>
            <p:cNvSpPr/>
            <p:nvPr/>
          </p:nvSpPr>
          <p:spPr>
            <a:xfrm>
              <a:off x="5753475" y="5034825"/>
              <a:ext cx="112000" cy="97500"/>
            </a:xfrm>
            <a:custGeom>
              <a:rect b="b" l="l" r="r" t="t"/>
              <a:pathLst>
                <a:path extrusionOk="0" h="3900" w="4480">
                  <a:moveTo>
                    <a:pt x="103" y="0"/>
                  </a:moveTo>
                  <a:cubicBezTo>
                    <a:pt x="97" y="0"/>
                    <a:pt x="94" y="1"/>
                    <a:pt x="92" y="2"/>
                  </a:cubicBezTo>
                  <a:cubicBezTo>
                    <a:pt x="0" y="99"/>
                    <a:pt x="1498" y="3899"/>
                    <a:pt x="2543" y="3899"/>
                  </a:cubicBezTo>
                  <a:cubicBezTo>
                    <a:pt x="2606" y="3899"/>
                    <a:pt x="2667" y="3886"/>
                    <a:pt x="2726" y="3856"/>
                  </a:cubicBezTo>
                  <a:cubicBezTo>
                    <a:pt x="3443" y="3501"/>
                    <a:pt x="2417" y="2160"/>
                    <a:pt x="2488" y="2102"/>
                  </a:cubicBezTo>
                  <a:cubicBezTo>
                    <a:pt x="2490" y="2100"/>
                    <a:pt x="2493" y="2100"/>
                    <a:pt x="2498" y="2100"/>
                  </a:cubicBezTo>
                  <a:cubicBezTo>
                    <a:pt x="2592" y="2100"/>
                    <a:pt x="3196" y="2522"/>
                    <a:pt x="3668" y="2522"/>
                  </a:cubicBezTo>
                  <a:cubicBezTo>
                    <a:pt x="3887" y="2522"/>
                    <a:pt x="4078" y="2430"/>
                    <a:pt x="4174" y="2161"/>
                  </a:cubicBezTo>
                  <a:cubicBezTo>
                    <a:pt x="4480" y="1309"/>
                    <a:pt x="345" y="0"/>
                    <a:pt x="1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55"/>
            <p:cNvSpPr/>
            <p:nvPr/>
          </p:nvSpPr>
          <p:spPr>
            <a:xfrm>
              <a:off x="5760325" y="5040475"/>
              <a:ext cx="28975" cy="51750"/>
            </a:xfrm>
            <a:custGeom>
              <a:rect b="b" l="l" r="r" t="t"/>
              <a:pathLst>
                <a:path extrusionOk="0" h="2070" w="1159">
                  <a:moveTo>
                    <a:pt x="38" y="0"/>
                  </a:moveTo>
                  <a:cubicBezTo>
                    <a:pt x="19" y="0"/>
                    <a:pt x="0" y="17"/>
                    <a:pt x="8" y="39"/>
                  </a:cubicBezTo>
                  <a:cubicBezTo>
                    <a:pt x="69" y="221"/>
                    <a:pt x="141" y="400"/>
                    <a:pt x="221" y="575"/>
                  </a:cubicBezTo>
                  <a:cubicBezTo>
                    <a:pt x="461" y="1098"/>
                    <a:pt x="753" y="1598"/>
                    <a:pt x="1101" y="2058"/>
                  </a:cubicBezTo>
                  <a:cubicBezTo>
                    <a:pt x="1107" y="2065"/>
                    <a:pt x="1116" y="2069"/>
                    <a:pt x="1125" y="2069"/>
                  </a:cubicBezTo>
                  <a:cubicBezTo>
                    <a:pt x="1130" y="2069"/>
                    <a:pt x="1135" y="2068"/>
                    <a:pt x="1139" y="2066"/>
                  </a:cubicBezTo>
                  <a:cubicBezTo>
                    <a:pt x="1154" y="2058"/>
                    <a:pt x="1159" y="2039"/>
                    <a:pt x="1151" y="2025"/>
                  </a:cubicBezTo>
                  <a:cubicBezTo>
                    <a:pt x="963" y="1692"/>
                    <a:pt x="767" y="1366"/>
                    <a:pt x="587" y="1030"/>
                  </a:cubicBezTo>
                  <a:cubicBezTo>
                    <a:pt x="402" y="697"/>
                    <a:pt x="234" y="358"/>
                    <a:pt x="63" y="16"/>
                  </a:cubicBezTo>
                  <a:cubicBezTo>
                    <a:pt x="57" y="5"/>
                    <a:pt x="48" y="0"/>
                    <a:pt x="38" y="0"/>
                  </a:cubicBezTo>
                  <a:close/>
                </a:path>
              </a:pathLst>
            </a:custGeom>
            <a:solidFill>
              <a:srgbClr val="282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55"/>
            <p:cNvSpPr/>
            <p:nvPr/>
          </p:nvSpPr>
          <p:spPr>
            <a:xfrm>
              <a:off x="5041625" y="4559575"/>
              <a:ext cx="105850" cy="57350"/>
            </a:xfrm>
            <a:custGeom>
              <a:rect b="b" l="l" r="r" t="t"/>
              <a:pathLst>
                <a:path extrusionOk="0" h="2294" w="4234">
                  <a:moveTo>
                    <a:pt x="2024" y="1"/>
                  </a:moveTo>
                  <a:cubicBezTo>
                    <a:pt x="948" y="1"/>
                    <a:pt x="1" y="1598"/>
                    <a:pt x="1" y="1598"/>
                  </a:cubicBezTo>
                  <a:cubicBezTo>
                    <a:pt x="1" y="1598"/>
                    <a:pt x="1261" y="2293"/>
                    <a:pt x="2023" y="2293"/>
                  </a:cubicBezTo>
                  <a:cubicBezTo>
                    <a:pt x="2109" y="2293"/>
                    <a:pt x="2189" y="2284"/>
                    <a:pt x="2260" y="2265"/>
                  </a:cubicBezTo>
                  <a:cubicBezTo>
                    <a:pt x="2957" y="2070"/>
                    <a:pt x="4234" y="1440"/>
                    <a:pt x="4234" y="1440"/>
                  </a:cubicBezTo>
                  <a:cubicBezTo>
                    <a:pt x="4234" y="1440"/>
                    <a:pt x="3147" y="35"/>
                    <a:pt x="2056" y="1"/>
                  </a:cubicBezTo>
                  <a:cubicBezTo>
                    <a:pt x="2046" y="1"/>
                    <a:pt x="2035" y="1"/>
                    <a:pt x="202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55"/>
            <p:cNvSpPr/>
            <p:nvPr/>
          </p:nvSpPr>
          <p:spPr>
            <a:xfrm>
              <a:off x="5133675" y="4654400"/>
              <a:ext cx="87675" cy="70300"/>
            </a:xfrm>
            <a:custGeom>
              <a:rect b="b" l="l" r="r" t="t"/>
              <a:pathLst>
                <a:path extrusionOk="0" h="2812" w="3507">
                  <a:moveTo>
                    <a:pt x="2153" y="0"/>
                  </a:moveTo>
                  <a:cubicBezTo>
                    <a:pt x="1711" y="0"/>
                    <a:pt x="1246" y="73"/>
                    <a:pt x="900" y="310"/>
                  </a:cubicBezTo>
                  <a:cubicBezTo>
                    <a:pt x="1" y="927"/>
                    <a:pt x="182" y="2812"/>
                    <a:pt x="182" y="2812"/>
                  </a:cubicBezTo>
                  <a:cubicBezTo>
                    <a:pt x="182" y="2812"/>
                    <a:pt x="1951" y="2586"/>
                    <a:pt x="2399" y="2017"/>
                  </a:cubicBezTo>
                  <a:cubicBezTo>
                    <a:pt x="2847" y="1448"/>
                    <a:pt x="3506" y="187"/>
                    <a:pt x="3506" y="187"/>
                  </a:cubicBezTo>
                  <a:cubicBezTo>
                    <a:pt x="3506" y="187"/>
                    <a:pt x="2860" y="0"/>
                    <a:pt x="21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55"/>
            <p:cNvSpPr/>
            <p:nvPr/>
          </p:nvSpPr>
          <p:spPr>
            <a:xfrm>
              <a:off x="5151950" y="4520625"/>
              <a:ext cx="67625" cy="106050"/>
            </a:xfrm>
            <a:custGeom>
              <a:rect b="b" l="l" r="r" t="t"/>
              <a:pathLst>
                <a:path extrusionOk="0" h="4242" w="2705">
                  <a:moveTo>
                    <a:pt x="1672" y="1"/>
                  </a:moveTo>
                  <a:cubicBezTo>
                    <a:pt x="1672" y="1"/>
                    <a:pt x="1" y="1049"/>
                    <a:pt x="115" y="2137"/>
                  </a:cubicBezTo>
                  <a:cubicBezTo>
                    <a:pt x="229" y="3224"/>
                    <a:pt x="1811" y="4242"/>
                    <a:pt x="1811" y="4242"/>
                  </a:cubicBezTo>
                  <a:cubicBezTo>
                    <a:pt x="1811" y="4242"/>
                    <a:pt x="2390" y="2933"/>
                    <a:pt x="2548" y="2226"/>
                  </a:cubicBezTo>
                  <a:cubicBezTo>
                    <a:pt x="2705" y="1518"/>
                    <a:pt x="1672" y="1"/>
                    <a:pt x="16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55"/>
            <p:cNvSpPr/>
            <p:nvPr/>
          </p:nvSpPr>
          <p:spPr>
            <a:xfrm>
              <a:off x="5070625" y="4581750"/>
              <a:ext cx="66225" cy="7925"/>
            </a:xfrm>
            <a:custGeom>
              <a:rect b="b" l="l" r="r" t="t"/>
              <a:pathLst>
                <a:path extrusionOk="0" h="317" w="2649">
                  <a:moveTo>
                    <a:pt x="1505" y="0"/>
                  </a:moveTo>
                  <a:cubicBezTo>
                    <a:pt x="1007" y="0"/>
                    <a:pt x="500" y="112"/>
                    <a:pt x="34" y="259"/>
                  </a:cubicBezTo>
                  <a:cubicBezTo>
                    <a:pt x="1" y="269"/>
                    <a:pt x="12" y="317"/>
                    <a:pt x="42" y="317"/>
                  </a:cubicBezTo>
                  <a:cubicBezTo>
                    <a:pt x="44" y="317"/>
                    <a:pt x="46" y="316"/>
                    <a:pt x="48" y="316"/>
                  </a:cubicBezTo>
                  <a:cubicBezTo>
                    <a:pt x="544" y="218"/>
                    <a:pt x="1056" y="124"/>
                    <a:pt x="1564" y="124"/>
                  </a:cubicBezTo>
                  <a:cubicBezTo>
                    <a:pt x="1913" y="124"/>
                    <a:pt x="2260" y="169"/>
                    <a:pt x="2597" y="287"/>
                  </a:cubicBezTo>
                  <a:cubicBezTo>
                    <a:pt x="2601" y="288"/>
                    <a:pt x="2604" y="289"/>
                    <a:pt x="2608" y="289"/>
                  </a:cubicBezTo>
                  <a:cubicBezTo>
                    <a:pt x="2635" y="289"/>
                    <a:pt x="2649" y="246"/>
                    <a:pt x="2620" y="233"/>
                  </a:cubicBezTo>
                  <a:cubicBezTo>
                    <a:pt x="2268" y="66"/>
                    <a:pt x="1889" y="0"/>
                    <a:pt x="15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55"/>
            <p:cNvSpPr/>
            <p:nvPr/>
          </p:nvSpPr>
          <p:spPr>
            <a:xfrm>
              <a:off x="5171900" y="4553375"/>
              <a:ext cx="23225" cy="72025"/>
            </a:xfrm>
            <a:custGeom>
              <a:rect b="b" l="l" r="r" t="t"/>
              <a:pathLst>
                <a:path extrusionOk="0" h="2881" w="929">
                  <a:moveTo>
                    <a:pt x="410" y="1"/>
                  </a:moveTo>
                  <a:cubicBezTo>
                    <a:pt x="400" y="1"/>
                    <a:pt x="389" y="6"/>
                    <a:pt x="384" y="18"/>
                  </a:cubicBezTo>
                  <a:cubicBezTo>
                    <a:pt x="1" y="960"/>
                    <a:pt x="278" y="2071"/>
                    <a:pt x="866" y="2868"/>
                  </a:cubicBezTo>
                  <a:cubicBezTo>
                    <a:pt x="872" y="2877"/>
                    <a:pt x="880" y="2880"/>
                    <a:pt x="888" y="2880"/>
                  </a:cubicBezTo>
                  <a:cubicBezTo>
                    <a:pt x="908" y="2880"/>
                    <a:pt x="929" y="2857"/>
                    <a:pt x="915" y="2836"/>
                  </a:cubicBezTo>
                  <a:cubicBezTo>
                    <a:pt x="422" y="2005"/>
                    <a:pt x="155" y="985"/>
                    <a:pt x="440" y="38"/>
                  </a:cubicBezTo>
                  <a:cubicBezTo>
                    <a:pt x="447" y="16"/>
                    <a:pt x="428" y="1"/>
                    <a:pt x="4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55"/>
            <p:cNvSpPr/>
            <p:nvPr/>
          </p:nvSpPr>
          <p:spPr>
            <a:xfrm>
              <a:off x="5162075" y="4657225"/>
              <a:ext cx="59550" cy="39700"/>
            </a:xfrm>
            <a:custGeom>
              <a:rect b="b" l="l" r="r" t="t"/>
              <a:pathLst>
                <a:path extrusionOk="0" h="1588" w="2382">
                  <a:moveTo>
                    <a:pt x="2338" y="0"/>
                  </a:moveTo>
                  <a:cubicBezTo>
                    <a:pt x="2335" y="0"/>
                    <a:pt x="2332" y="1"/>
                    <a:pt x="2329" y="2"/>
                  </a:cubicBezTo>
                  <a:cubicBezTo>
                    <a:pt x="1458" y="315"/>
                    <a:pt x="565" y="770"/>
                    <a:pt x="16" y="1542"/>
                  </a:cubicBezTo>
                  <a:cubicBezTo>
                    <a:pt x="0" y="1564"/>
                    <a:pt x="21" y="1587"/>
                    <a:pt x="42" y="1587"/>
                  </a:cubicBezTo>
                  <a:cubicBezTo>
                    <a:pt x="50" y="1587"/>
                    <a:pt x="58" y="1584"/>
                    <a:pt x="64" y="1577"/>
                  </a:cubicBezTo>
                  <a:cubicBezTo>
                    <a:pt x="212" y="1401"/>
                    <a:pt x="381" y="1245"/>
                    <a:pt x="560" y="1102"/>
                  </a:cubicBezTo>
                  <a:cubicBezTo>
                    <a:pt x="1104" y="670"/>
                    <a:pt x="1723" y="352"/>
                    <a:pt x="2350" y="58"/>
                  </a:cubicBezTo>
                  <a:cubicBezTo>
                    <a:pt x="2381" y="44"/>
                    <a:pt x="2366" y="0"/>
                    <a:pt x="23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55"/>
            <p:cNvSpPr/>
            <p:nvPr/>
          </p:nvSpPr>
          <p:spPr>
            <a:xfrm>
              <a:off x="5130175" y="4585975"/>
              <a:ext cx="128250" cy="123825"/>
            </a:xfrm>
            <a:custGeom>
              <a:rect b="b" l="l" r="r" t="t"/>
              <a:pathLst>
                <a:path extrusionOk="0" h="4953" w="5130">
                  <a:moveTo>
                    <a:pt x="8" y="0"/>
                  </a:moveTo>
                  <a:cubicBezTo>
                    <a:pt x="3" y="0"/>
                    <a:pt x="1" y="2"/>
                    <a:pt x="1" y="5"/>
                  </a:cubicBezTo>
                  <a:cubicBezTo>
                    <a:pt x="54" y="253"/>
                    <a:pt x="1787" y="1292"/>
                    <a:pt x="2553" y="1847"/>
                  </a:cubicBezTo>
                  <a:cubicBezTo>
                    <a:pt x="3319" y="2402"/>
                    <a:pt x="4665" y="4908"/>
                    <a:pt x="4776" y="4947"/>
                  </a:cubicBezTo>
                  <a:cubicBezTo>
                    <a:pt x="4786" y="4951"/>
                    <a:pt x="4796" y="4952"/>
                    <a:pt x="4806" y="4952"/>
                  </a:cubicBezTo>
                  <a:cubicBezTo>
                    <a:pt x="4922" y="4952"/>
                    <a:pt x="5096" y="4766"/>
                    <a:pt x="5112" y="4671"/>
                  </a:cubicBezTo>
                  <a:cubicBezTo>
                    <a:pt x="5129" y="4567"/>
                    <a:pt x="4110" y="2875"/>
                    <a:pt x="3068" y="1911"/>
                  </a:cubicBezTo>
                  <a:cubicBezTo>
                    <a:pt x="2064" y="980"/>
                    <a:pt x="134" y="0"/>
                    <a:pt x="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55"/>
            <p:cNvSpPr/>
            <p:nvPr/>
          </p:nvSpPr>
          <p:spPr>
            <a:xfrm>
              <a:off x="5082450" y="4562325"/>
              <a:ext cx="34200" cy="8975"/>
            </a:xfrm>
            <a:custGeom>
              <a:rect b="b" l="l" r="r" t="t"/>
              <a:pathLst>
                <a:path extrusionOk="0" h="359" w="1368">
                  <a:moveTo>
                    <a:pt x="419" y="0"/>
                  </a:moveTo>
                  <a:cubicBezTo>
                    <a:pt x="288" y="0"/>
                    <a:pt x="158" y="16"/>
                    <a:pt x="33" y="49"/>
                  </a:cubicBezTo>
                  <a:cubicBezTo>
                    <a:pt x="0" y="57"/>
                    <a:pt x="7" y="108"/>
                    <a:pt x="40" y="108"/>
                  </a:cubicBezTo>
                  <a:cubicBezTo>
                    <a:pt x="41" y="108"/>
                    <a:pt x="41" y="108"/>
                    <a:pt x="42" y="108"/>
                  </a:cubicBezTo>
                  <a:cubicBezTo>
                    <a:pt x="86" y="106"/>
                    <a:pt x="130" y="105"/>
                    <a:pt x="174" y="105"/>
                  </a:cubicBezTo>
                  <a:cubicBezTo>
                    <a:pt x="571" y="105"/>
                    <a:pt x="959" y="184"/>
                    <a:pt x="1323" y="356"/>
                  </a:cubicBezTo>
                  <a:cubicBezTo>
                    <a:pt x="1326" y="358"/>
                    <a:pt x="1330" y="358"/>
                    <a:pt x="1334" y="358"/>
                  </a:cubicBezTo>
                  <a:cubicBezTo>
                    <a:pt x="1343" y="358"/>
                    <a:pt x="1352" y="354"/>
                    <a:pt x="1358" y="346"/>
                  </a:cubicBezTo>
                  <a:cubicBezTo>
                    <a:pt x="1368" y="333"/>
                    <a:pt x="1366" y="315"/>
                    <a:pt x="1352" y="304"/>
                  </a:cubicBezTo>
                  <a:cubicBezTo>
                    <a:pt x="1088" y="105"/>
                    <a:pt x="752" y="0"/>
                    <a:pt x="4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55"/>
            <p:cNvSpPr/>
            <p:nvPr/>
          </p:nvSpPr>
          <p:spPr>
            <a:xfrm>
              <a:off x="5166375" y="4658975"/>
              <a:ext cx="26725" cy="5700"/>
            </a:xfrm>
            <a:custGeom>
              <a:rect b="b" l="l" r="r" t="t"/>
              <a:pathLst>
                <a:path extrusionOk="0" h="228" w="1069">
                  <a:moveTo>
                    <a:pt x="1039" y="1"/>
                  </a:moveTo>
                  <a:cubicBezTo>
                    <a:pt x="1038" y="1"/>
                    <a:pt x="1037" y="1"/>
                    <a:pt x="1036" y="1"/>
                  </a:cubicBezTo>
                  <a:cubicBezTo>
                    <a:pt x="696" y="30"/>
                    <a:pt x="362" y="84"/>
                    <a:pt x="32" y="168"/>
                  </a:cubicBezTo>
                  <a:cubicBezTo>
                    <a:pt x="1" y="175"/>
                    <a:pt x="6" y="226"/>
                    <a:pt x="39" y="227"/>
                  </a:cubicBezTo>
                  <a:cubicBezTo>
                    <a:pt x="58" y="227"/>
                    <a:pt x="76" y="227"/>
                    <a:pt x="95" y="227"/>
                  </a:cubicBezTo>
                  <a:cubicBezTo>
                    <a:pt x="419" y="227"/>
                    <a:pt x="743" y="170"/>
                    <a:pt x="1049" y="58"/>
                  </a:cubicBezTo>
                  <a:cubicBezTo>
                    <a:pt x="1061" y="54"/>
                    <a:pt x="1069" y="42"/>
                    <a:pt x="1068" y="29"/>
                  </a:cubicBezTo>
                  <a:cubicBezTo>
                    <a:pt x="1067" y="13"/>
                    <a:pt x="1055" y="1"/>
                    <a:pt x="10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55"/>
            <p:cNvSpPr/>
            <p:nvPr/>
          </p:nvSpPr>
          <p:spPr>
            <a:xfrm>
              <a:off x="5164475" y="4537375"/>
              <a:ext cx="18200" cy="16025"/>
            </a:xfrm>
            <a:custGeom>
              <a:rect b="b" l="l" r="r" t="t"/>
              <a:pathLst>
                <a:path extrusionOk="0" h="641" w="728">
                  <a:moveTo>
                    <a:pt x="695" y="1"/>
                  </a:moveTo>
                  <a:cubicBezTo>
                    <a:pt x="691" y="1"/>
                    <a:pt x="686" y="2"/>
                    <a:pt x="682" y="4"/>
                  </a:cubicBezTo>
                  <a:cubicBezTo>
                    <a:pt x="412" y="140"/>
                    <a:pt x="176" y="345"/>
                    <a:pt x="6" y="595"/>
                  </a:cubicBezTo>
                  <a:cubicBezTo>
                    <a:pt x="1" y="628"/>
                    <a:pt x="8" y="641"/>
                    <a:pt x="23" y="641"/>
                  </a:cubicBezTo>
                  <a:cubicBezTo>
                    <a:pt x="68" y="641"/>
                    <a:pt x="180" y="528"/>
                    <a:pt x="223" y="496"/>
                  </a:cubicBezTo>
                  <a:lnTo>
                    <a:pt x="390" y="352"/>
                  </a:lnTo>
                  <a:cubicBezTo>
                    <a:pt x="499" y="254"/>
                    <a:pt x="610" y="159"/>
                    <a:pt x="716" y="52"/>
                  </a:cubicBezTo>
                  <a:cubicBezTo>
                    <a:pt x="725" y="43"/>
                    <a:pt x="727" y="29"/>
                    <a:pt x="722" y="18"/>
                  </a:cubicBezTo>
                  <a:cubicBezTo>
                    <a:pt x="717" y="7"/>
                    <a:pt x="706" y="1"/>
                    <a:pt x="6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55"/>
            <p:cNvSpPr/>
            <p:nvPr/>
          </p:nvSpPr>
          <p:spPr>
            <a:xfrm>
              <a:off x="5231050" y="4441200"/>
              <a:ext cx="213275" cy="236800"/>
            </a:xfrm>
            <a:custGeom>
              <a:rect b="b" l="l" r="r" t="t"/>
              <a:pathLst>
                <a:path extrusionOk="0" h="9472" w="8531">
                  <a:moveTo>
                    <a:pt x="2207" y="1"/>
                  </a:moveTo>
                  <a:cubicBezTo>
                    <a:pt x="2091" y="1"/>
                    <a:pt x="1965" y="19"/>
                    <a:pt x="1829" y="60"/>
                  </a:cubicBezTo>
                  <a:cubicBezTo>
                    <a:pt x="0" y="603"/>
                    <a:pt x="3040" y="9450"/>
                    <a:pt x="3217" y="9471"/>
                  </a:cubicBezTo>
                  <a:cubicBezTo>
                    <a:pt x="3217" y="9471"/>
                    <a:pt x="3218" y="9472"/>
                    <a:pt x="3219" y="9472"/>
                  </a:cubicBezTo>
                  <a:cubicBezTo>
                    <a:pt x="3530" y="9472"/>
                    <a:pt x="8531" y="1499"/>
                    <a:pt x="6410" y="400"/>
                  </a:cubicBezTo>
                  <a:cubicBezTo>
                    <a:pt x="6260" y="323"/>
                    <a:pt x="6116" y="288"/>
                    <a:pt x="5977" y="288"/>
                  </a:cubicBezTo>
                  <a:cubicBezTo>
                    <a:pt x="4764" y="288"/>
                    <a:pt x="3964" y="2934"/>
                    <a:pt x="3789" y="2934"/>
                  </a:cubicBezTo>
                  <a:cubicBezTo>
                    <a:pt x="3788" y="2934"/>
                    <a:pt x="3786" y="2934"/>
                    <a:pt x="3785" y="2933"/>
                  </a:cubicBezTo>
                  <a:cubicBezTo>
                    <a:pt x="3614" y="2888"/>
                    <a:pt x="3650" y="1"/>
                    <a:pt x="22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55"/>
            <p:cNvSpPr/>
            <p:nvPr/>
          </p:nvSpPr>
          <p:spPr>
            <a:xfrm>
              <a:off x="5315725" y="4552475"/>
              <a:ext cx="60375" cy="110975"/>
            </a:xfrm>
            <a:custGeom>
              <a:rect b="b" l="l" r="r" t="t"/>
              <a:pathLst>
                <a:path extrusionOk="0" h="4439" w="2415">
                  <a:moveTo>
                    <a:pt x="2381" y="0"/>
                  </a:moveTo>
                  <a:cubicBezTo>
                    <a:pt x="2370" y="0"/>
                    <a:pt x="2360" y="7"/>
                    <a:pt x="2354" y="17"/>
                  </a:cubicBezTo>
                  <a:cubicBezTo>
                    <a:pt x="2177" y="391"/>
                    <a:pt x="1987" y="758"/>
                    <a:pt x="1792" y="1122"/>
                  </a:cubicBezTo>
                  <a:cubicBezTo>
                    <a:pt x="1205" y="2217"/>
                    <a:pt x="546" y="3274"/>
                    <a:pt x="12" y="4397"/>
                  </a:cubicBezTo>
                  <a:cubicBezTo>
                    <a:pt x="0" y="4420"/>
                    <a:pt x="21" y="4439"/>
                    <a:pt x="40" y="4439"/>
                  </a:cubicBezTo>
                  <a:cubicBezTo>
                    <a:pt x="50" y="4439"/>
                    <a:pt x="59" y="4435"/>
                    <a:pt x="65" y="4424"/>
                  </a:cubicBezTo>
                  <a:cubicBezTo>
                    <a:pt x="264" y="4062"/>
                    <a:pt x="471" y="3704"/>
                    <a:pt x="677" y="3345"/>
                  </a:cubicBezTo>
                  <a:cubicBezTo>
                    <a:pt x="1042" y="2712"/>
                    <a:pt x="1565" y="1817"/>
                    <a:pt x="1889" y="1173"/>
                  </a:cubicBezTo>
                  <a:cubicBezTo>
                    <a:pt x="2078" y="803"/>
                    <a:pt x="2253" y="426"/>
                    <a:pt x="2409" y="41"/>
                  </a:cubicBezTo>
                  <a:cubicBezTo>
                    <a:pt x="2414" y="26"/>
                    <a:pt x="2408" y="9"/>
                    <a:pt x="2394" y="3"/>
                  </a:cubicBezTo>
                  <a:cubicBezTo>
                    <a:pt x="2390" y="1"/>
                    <a:pt x="2386" y="0"/>
                    <a:pt x="2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55"/>
            <p:cNvSpPr/>
            <p:nvPr/>
          </p:nvSpPr>
          <p:spPr>
            <a:xfrm>
              <a:off x="5269450" y="4452675"/>
              <a:ext cx="6825" cy="17575"/>
            </a:xfrm>
            <a:custGeom>
              <a:rect b="b" l="l" r="r" t="t"/>
              <a:pathLst>
                <a:path extrusionOk="0" h="703" w="273">
                  <a:moveTo>
                    <a:pt x="240" y="0"/>
                  </a:moveTo>
                  <a:cubicBezTo>
                    <a:pt x="231" y="0"/>
                    <a:pt x="222" y="4"/>
                    <a:pt x="216" y="11"/>
                  </a:cubicBezTo>
                  <a:cubicBezTo>
                    <a:pt x="69" y="195"/>
                    <a:pt x="1" y="445"/>
                    <a:pt x="39" y="678"/>
                  </a:cubicBezTo>
                  <a:cubicBezTo>
                    <a:pt x="41" y="689"/>
                    <a:pt x="49" y="698"/>
                    <a:pt x="60" y="702"/>
                  </a:cubicBezTo>
                  <a:cubicBezTo>
                    <a:pt x="63" y="703"/>
                    <a:pt x="66" y="703"/>
                    <a:pt x="68" y="703"/>
                  </a:cubicBezTo>
                  <a:cubicBezTo>
                    <a:pt x="82" y="703"/>
                    <a:pt x="94" y="694"/>
                    <a:pt x="98" y="681"/>
                  </a:cubicBezTo>
                  <a:cubicBezTo>
                    <a:pt x="114" y="626"/>
                    <a:pt x="126" y="572"/>
                    <a:pt x="140" y="518"/>
                  </a:cubicBezTo>
                  <a:lnTo>
                    <a:pt x="180" y="359"/>
                  </a:lnTo>
                  <a:lnTo>
                    <a:pt x="269" y="38"/>
                  </a:lnTo>
                  <a:cubicBezTo>
                    <a:pt x="272" y="27"/>
                    <a:pt x="269" y="15"/>
                    <a:pt x="259" y="7"/>
                  </a:cubicBezTo>
                  <a:cubicBezTo>
                    <a:pt x="253" y="2"/>
                    <a:pt x="247" y="0"/>
                    <a:pt x="2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55"/>
            <p:cNvSpPr/>
            <p:nvPr/>
          </p:nvSpPr>
          <p:spPr>
            <a:xfrm>
              <a:off x="5596000" y="4479500"/>
              <a:ext cx="112700" cy="215700"/>
            </a:xfrm>
            <a:custGeom>
              <a:rect b="b" l="l" r="r" t="t"/>
              <a:pathLst>
                <a:path extrusionOk="0" h="8628" w="4508">
                  <a:moveTo>
                    <a:pt x="1666" y="1"/>
                  </a:moveTo>
                  <a:cubicBezTo>
                    <a:pt x="1653" y="1"/>
                    <a:pt x="1643" y="2"/>
                    <a:pt x="1634" y="5"/>
                  </a:cubicBezTo>
                  <a:cubicBezTo>
                    <a:pt x="1314" y="111"/>
                    <a:pt x="1" y="3908"/>
                    <a:pt x="1" y="4085"/>
                  </a:cubicBezTo>
                  <a:cubicBezTo>
                    <a:pt x="1" y="4263"/>
                    <a:pt x="1634" y="5505"/>
                    <a:pt x="1634" y="5753"/>
                  </a:cubicBezTo>
                  <a:cubicBezTo>
                    <a:pt x="1634" y="6002"/>
                    <a:pt x="577" y="8599"/>
                    <a:pt x="781" y="8627"/>
                  </a:cubicBezTo>
                  <a:cubicBezTo>
                    <a:pt x="783" y="8628"/>
                    <a:pt x="785" y="8628"/>
                    <a:pt x="787" y="8628"/>
                  </a:cubicBezTo>
                  <a:cubicBezTo>
                    <a:pt x="1072" y="8628"/>
                    <a:pt x="4259" y="5929"/>
                    <a:pt x="4295" y="5647"/>
                  </a:cubicBezTo>
                  <a:cubicBezTo>
                    <a:pt x="4330" y="5363"/>
                    <a:pt x="2734" y="4121"/>
                    <a:pt x="2769" y="3979"/>
                  </a:cubicBezTo>
                  <a:cubicBezTo>
                    <a:pt x="2804" y="3837"/>
                    <a:pt x="4508" y="2027"/>
                    <a:pt x="4508" y="1885"/>
                  </a:cubicBezTo>
                  <a:cubicBezTo>
                    <a:pt x="4508" y="1748"/>
                    <a:pt x="2094" y="1"/>
                    <a:pt x="1666" y="1"/>
                  </a:cubicBezTo>
                  <a:close/>
                </a:path>
              </a:pathLst>
            </a:custGeom>
            <a:solidFill>
              <a:srgbClr val="9485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55"/>
            <p:cNvSpPr/>
            <p:nvPr/>
          </p:nvSpPr>
          <p:spPr>
            <a:xfrm>
              <a:off x="5602900" y="4579050"/>
              <a:ext cx="40625" cy="42350"/>
            </a:xfrm>
            <a:custGeom>
              <a:rect b="b" l="l" r="r" t="t"/>
              <a:pathLst>
                <a:path extrusionOk="0" h="1694" w="1625">
                  <a:moveTo>
                    <a:pt x="43" y="1"/>
                  </a:moveTo>
                  <a:cubicBezTo>
                    <a:pt x="21" y="1"/>
                    <a:pt x="1" y="28"/>
                    <a:pt x="19" y="49"/>
                  </a:cubicBezTo>
                  <a:cubicBezTo>
                    <a:pt x="257" y="340"/>
                    <a:pt x="514" y="615"/>
                    <a:pt x="771" y="890"/>
                  </a:cubicBezTo>
                  <a:cubicBezTo>
                    <a:pt x="1033" y="1160"/>
                    <a:pt x="1293" y="1431"/>
                    <a:pt x="1571" y="1686"/>
                  </a:cubicBezTo>
                  <a:cubicBezTo>
                    <a:pt x="1577" y="1691"/>
                    <a:pt x="1584" y="1693"/>
                    <a:pt x="1591" y="1693"/>
                  </a:cubicBezTo>
                  <a:cubicBezTo>
                    <a:pt x="1598" y="1693"/>
                    <a:pt x="1604" y="1691"/>
                    <a:pt x="1610" y="1686"/>
                  </a:cubicBezTo>
                  <a:cubicBezTo>
                    <a:pt x="1623" y="1676"/>
                    <a:pt x="1625" y="1657"/>
                    <a:pt x="1614" y="1644"/>
                  </a:cubicBezTo>
                  <a:cubicBezTo>
                    <a:pt x="1130" y="1069"/>
                    <a:pt x="612" y="522"/>
                    <a:pt x="63" y="9"/>
                  </a:cubicBezTo>
                  <a:cubicBezTo>
                    <a:pt x="57" y="3"/>
                    <a:pt x="50" y="1"/>
                    <a:pt x="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55"/>
            <p:cNvSpPr/>
            <p:nvPr/>
          </p:nvSpPr>
          <p:spPr>
            <a:xfrm>
              <a:off x="5630675" y="4633575"/>
              <a:ext cx="45850" cy="43400"/>
            </a:xfrm>
            <a:custGeom>
              <a:rect b="b" l="l" r="r" t="t"/>
              <a:pathLst>
                <a:path extrusionOk="0" h="1736" w="1834">
                  <a:moveTo>
                    <a:pt x="1802" y="1"/>
                  </a:moveTo>
                  <a:cubicBezTo>
                    <a:pt x="1795" y="1"/>
                    <a:pt x="1788" y="3"/>
                    <a:pt x="1782" y="7"/>
                  </a:cubicBezTo>
                  <a:cubicBezTo>
                    <a:pt x="1471" y="268"/>
                    <a:pt x="1175" y="545"/>
                    <a:pt x="879" y="823"/>
                  </a:cubicBezTo>
                  <a:cubicBezTo>
                    <a:pt x="587" y="1105"/>
                    <a:pt x="295" y="1387"/>
                    <a:pt x="20" y="1686"/>
                  </a:cubicBezTo>
                  <a:cubicBezTo>
                    <a:pt x="1" y="1707"/>
                    <a:pt x="21" y="1736"/>
                    <a:pt x="44" y="1736"/>
                  </a:cubicBezTo>
                  <a:cubicBezTo>
                    <a:pt x="50" y="1736"/>
                    <a:pt x="56" y="1734"/>
                    <a:pt x="62" y="1728"/>
                  </a:cubicBezTo>
                  <a:cubicBezTo>
                    <a:pt x="374" y="1468"/>
                    <a:pt x="670" y="1191"/>
                    <a:pt x="966" y="913"/>
                  </a:cubicBezTo>
                  <a:cubicBezTo>
                    <a:pt x="1257" y="631"/>
                    <a:pt x="1548" y="350"/>
                    <a:pt x="1823" y="51"/>
                  </a:cubicBezTo>
                  <a:cubicBezTo>
                    <a:pt x="1833" y="40"/>
                    <a:pt x="1834" y="23"/>
                    <a:pt x="1824" y="11"/>
                  </a:cubicBezTo>
                  <a:cubicBezTo>
                    <a:pt x="1818" y="4"/>
                    <a:pt x="1810" y="1"/>
                    <a:pt x="18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55"/>
            <p:cNvSpPr/>
            <p:nvPr/>
          </p:nvSpPr>
          <p:spPr>
            <a:xfrm>
              <a:off x="5616750" y="4488175"/>
              <a:ext cx="23550" cy="56325"/>
            </a:xfrm>
            <a:custGeom>
              <a:rect b="b" l="l" r="r" t="t"/>
              <a:pathLst>
                <a:path extrusionOk="0" h="2253" w="942">
                  <a:moveTo>
                    <a:pt x="908" y="0"/>
                  </a:moveTo>
                  <a:cubicBezTo>
                    <a:pt x="898" y="0"/>
                    <a:pt x="889" y="5"/>
                    <a:pt x="883" y="14"/>
                  </a:cubicBezTo>
                  <a:cubicBezTo>
                    <a:pt x="469" y="693"/>
                    <a:pt x="245" y="1461"/>
                    <a:pt x="8" y="2214"/>
                  </a:cubicBezTo>
                  <a:cubicBezTo>
                    <a:pt x="1" y="2236"/>
                    <a:pt x="20" y="2252"/>
                    <a:pt x="38" y="2252"/>
                  </a:cubicBezTo>
                  <a:cubicBezTo>
                    <a:pt x="48" y="2252"/>
                    <a:pt x="58" y="2247"/>
                    <a:pt x="63" y="2235"/>
                  </a:cubicBezTo>
                  <a:cubicBezTo>
                    <a:pt x="146" y="2055"/>
                    <a:pt x="219" y="1871"/>
                    <a:pt x="289" y="1687"/>
                  </a:cubicBezTo>
                  <a:lnTo>
                    <a:pt x="496" y="1134"/>
                  </a:lnTo>
                  <a:cubicBezTo>
                    <a:pt x="629" y="764"/>
                    <a:pt x="774" y="400"/>
                    <a:pt x="935" y="42"/>
                  </a:cubicBezTo>
                  <a:cubicBezTo>
                    <a:pt x="942" y="28"/>
                    <a:pt x="936" y="13"/>
                    <a:pt x="924" y="5"/>
                  </a:cubicBezTo>
                  <a:cubicBezTo>
                    <a:pt x="919" y="2"/>
                    <a:pt x="913" y="0"/>
                    <a:pt x="9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55"/>
            <p:cNvSpPr/>
            <p:nvPr/>
          </p:nvSpPr>
          <p:spPr>
            <a:xfrm>
              <a:off x="5672150" y="4587450"/>
              <a:ext cx="281375" cy="243825"/>
            </a:xfrm>
            <a:custGeom>
              <a:rect b="b" l="l" r="r" t="t"/>
              <a:pathLst>
                <a:path extrusionOk="0" h="9753" w="11255">
                  <a:moveTo>
                    <a:pt x="5682" y="1"/>
                  </a:moveTo>
                  <a:cubicBezTo>
                    <a:pt x="5094" y="1"/>
                    <a:pt x="4485" y="150"/>
                    <a:pt x="3879" y="482"/>
                  </a:cubicBezTo>
                  <a:cubicBezTo>
                    <a:pt x="91" y="2555"/>
                    <a:pt x="1677" y="5945"/>
                    <a:pt x="1767" y="6064"/>
                  </a:cubicBezTo>
                  <a:cubicBezTo>
                    <a:pt x="1859" y="6184"/>
                    <a:pt x="0" y="9524"/>
                    <a:pt x="97" y="9707"/>
                  </a:cubicBezTo>
                  <a:cubicBezTo>
                    <a:pt x="114" y="9739"/>
                    <a:pt x="168" y="9753"/>
                    <a:pt x="252" y="9753"/>
                  </a:cubicBezTo>
                  <a:cubicBezTo>
                    <a:pt x="881" y="9753"/>
                    <a:pt x="3155" y="8956"/>
                    <a:pt x="3327" y="8852"/>
                  </a:cubicBezTo>
                  <a:cubicBezTo>
                    <a:pt x="3331" y="8850"/>
                    <a:pt x="3338" y="8848"/>
                    <a:pt x="3347" y="8848"/>
                  </a:cubicBezTo>
                  <a:cubicBezTo>
                    <a:pt x="3547" y="8848"/>
                    <a:pt x="4844" y="9550"/>
                    <a:pt x="6289" y="9550"/>
                  </a:cubicBezTo>
                  <a:cubicBezTo>
                    <a:pt x="7472" y="9550"/>
                    <a:pt x="8753" y="9080"/>
                    <a:pt x="9613" y="7370"/>
                  </a:cubicBezTo>
                  <a:cubicBezTo>
                    <a:pt x="11255" y="4102"/>
                    <a:pt x="8765" y="1"/>
                    <a:pt x="568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55"/>
            <p:cNvSpPr/>
            <p:nvPr/>
          </p:nvSpPr>
          <p:spPr>
            <a:xfrm>
              <a:off x="5761300" y="4797550"/>
              <a:ext cx="124625" cy="22800"/>
            </a:xfrm>
            <a:custGeom>
              <a:rect b="b" l="l" r="r" t="t"/>
              <a:pathLst>
                <a:path extrusionOk="0" h="912" w="4985">
                  <a:moveTo>
                    <a:pt x="42" y="0"/>
                  </a:moveTo>
                  <a:cubicBezTo>
                    <a:pt x="19" y="0"/>
                    <a:pt x="0" y="32"/>
                    <a:pt x="21" y="52"/>
                  </a:cubicBezTo>
                  <a:cubicBezTo>
                    <a:pt x="342" y="356"/>
                    <a:pt x="739" y="578"/>
                    <a:pt x="1160" y="717"/>
                  </a:cubicBezTo>
                  <a:cubicBezTo>
                    <a:pt x="1570" y="848"/>
                    <a:pt x="2000" y="911"/>
                    <a:pt x="2432" y="911"/>
                  </a:cubicBezTo>
                  <a:cubicBezTo>
                    <a:pt x="3329" y="911"/>
                    <a:pt x="4229" y="637"/>
                    <a:pt x="4958" y="120"/>
                  </a:cubicBezTo>
                  <a:cubicBezTo>
                    <a:pt x="4985" y="102"/>
                    <a:pt x="4965" y="66"/>
                    <a:pt x="4940" y="66"/>
                  </a:cubicBezTo>
                  <a:cubicBezTo>
                    <a:pt x="4935" y="66"/>
                    <a:pt x="4930" y="68"/>
                    <a:pt x="4925" y="71"/>
                  </a:cubicBezTo>
                  <a:cubicBezTo>
                    <a:pt x="4192" y="529"/>
                    <a:pt x="3294" y="791"/>
                    <a:pt x="2410" y="791"/>
                  </a:cubicBezTo>
                  <a:cubicBezTo>
                    <a:pt x="1563" y="791"/>
                    <a:pt x="727" y="550"/>
                    <a:pt x="60" y="7"/>
                  </a:cubicBezTo>
                  <a:cubicBezTo>
                    <a:pt x="54" y="2"/>
                    <a:pt x="48" y="0"/>
                    <a:pt x="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55"/>
            <p:cNvSpPr/>
            <p:nvPr/>
          </p:nvSpPr>
          <p:spPr>
            <a:xfrm>
              <a:off x="5718175" y="4805275"/>
              <a:ext cx="27475" cy="11750"/>
            </a:xfrm>
            <a:custGeom>
              <a:rect b="b" l="l" r="r" t="t"/>
              <a:pathLst>
                <a:path extrusionOk="0" h="470" w="1099">
                  <a:moveTo>
                    <a:pt x="1066" y="0"/>
                  </a:moveTo>
                  <a:cubicBezTo>
                    <a:pt x="1063" y="0"/>
                    <a:pt x="1061" y="1"/>
                    <a:pt x="1058" y="1"/>
                  </a:cubicBezTo>
                  <a:cubicBezTo>
                    <a:pt x="700" y="97"/>
                    <a:pt x="352" y="235"/>
                    <a:pt x="28" y="414"/>
                  </a:cubicBezTo>
                  <a:cubicBezTo>
                    <a:pt x="0" y="428"/>
                    <a:pt x="15" y="469"/>
                    <a:pt x="42" y="469"/>
                  </a:cubicBezTo>
                  <a:cubicBezTo>
                    <a:pt x="45" y="469"/>
                    <a:pt x="48" y="469"/>
                    <a:pt x="51" y="468"/>
                  </a:cubicBezTo>
                  <a:cubicBezTo>
                    <a:pt x="410" y="374"/>
                    <a:pt x="752" y="236"/>
                    <a:pt x="1078" y="57"/>
                  </a:cubicBezTo>
                  <a:cubicBezTo>
                    <a:pt x="1090" y="51"/>
                    <a:pt x="1098" y="37"/>
                    <a:pt x="1095" y="23"/>
                  </a:cubicBezTo>
                  <a:cubicBezTo>
                    <a:pt x="1091" y="9"/>
                    <a:pt x="1079" y="0"/>
                    <a:pt x="1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55"/>
            <p:cNvSpPr/>
            <p:nvPr/>
          </p:nvSpPr>
          <p:spPr>
            <a:xfrm>
              <a:off x="5716800" y="4613750"/>
              <a:ext cx="52750" cy="65500"/>
            </a:xfrm>
            <a:custGeom>
              <a:rect b="b" l="l" r="r" t="t"/>
              <a:pathLst>
                <a:path extrusionOk="0" h="2620" w="2110">
                  <a:moveTo>
                    <a:pt x="2067" y="1"/>
                  </a:moveTo>
                  <a:cubicBezTo>
                    <a:pt x="2065" y="1"/>
                    <a:pt x="2062" y="1"/>
                    <a:pt x="2060" y="2"/>
                  </a:cubicBezTo>
                  <a:cubicBezTo>
                    <a:pt x="902" y="277"/>
                    <a:pt x="56" y="1419"/>
                    <a:pt x="2" y="2589"/>
                  </a:cubicBezTo>
                  <a:cubicBezTo>
                    <a:pt x="0" y="2609"/>
                    <a:pt x="16" y="2619"/>
                    <a:pt x="31" y="2619"/>
                  </a:cubicBezTo>
                  <a:cubicBezTo>
                    <a:pt x="45" y="2619"/>
                    <a:pt x="58" y="2611"/>
                    <a:pt x="60" y="2594"/>
                  </a:cubicBezTo>
                  <a:cubicBezTo>
                    <a:pt x="210" y="1469"/>
                    <a:pt x="980" y="416"/>
                    <a:pt x="2076" y="58"/>
                  </a:cubicBezTo>
                  <a:cubicBezTo>
                    <a:pt x="2109" y="48"/>
                    <a:pt x="2098" y="1"/>
                    <a:pt x="20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55"/>
            <p:cNvSpPr/>
            <p:nvPr/>
          </p:nvSpPr>
          <p:spPr>
            <a:xfrm>
              <a:off x="5740950" y="4636600"/>
              <a:ext cx="162175" cy="138825"/>
            </a:xfrm>
            <a:custGeom>
              <a:rect b="b" l="l" r="r" t="t"/>
              <a:pathLst>
                <a:path extrusionOk="0" h="5553" w="6487">
                  <a:moveTo>
                    <a:pt x="3772" y="74"/>
                  </a:moveTo>
                  <a:cubicBezTo>
                    <a:pt x="4082" y="74"/>
                    <a:pt x="4394" y="176"/>
                    <a:pt x="4657" y="393"/>
                  </a:cubicBezTo>
                  <a:cubicBezTo>
                    <a:pt x="4910" y="575"/>
                    <a:pt x="5107" y="812"/>
                    <a:pt x="5250" y="1079"/>
                  </a:cubicBezTo>
                  <a:lnTo>
                    <a:pt x="5250" y="1079"/>
                  </a:lnTo>
                  <a:cubicBezTo>
                    <a:pt x="5115" y="1040"/>
                    <a:pt x="4974" y="1022"/>
                    <a:pt x="4833" y="1022"/>
                  </a:cubicBezTo>
                  <a:cubicBezTo>
                    <a:pt x="4758" y="1022"/>
                    <a:pt x="4683" y="1027"/>
                    <a:pt x="4608" y="1037"/>
                  </a:cubicBezTo>
                  <a:lnTo>
                    <a:pt x="4608" y="1037"/>
                  </a:lnTo>
                  <a:cubicBezTo>
                    <a:pt x="4396" y="749"/>
                    <a:pt x="4117" y="510"/>
                    <a:pt x="3787" y="354"/>
                  </a:cubicBezTo>
                  <a:cubicBezTo>
                    <a:pt x="3631" y="272"/>
                    <a:pt x="3463" y="207"/>
                    <a:pt x="3287" y="157"/>
                  </a:cubicBezTo>
                  <a:lnTo>
                    <a:pt x="3287" y="157"/>
                  </a:lnTo>
                  <a:cubicBezTo>
                    <a:pt x="3444" y="102"/>
                    <a:pt x="3608" y="74"/>
                    <a:pt x="3772" y="74"/>
                  </a:cubicBezTo>
                  <a:close/>
                  <a:moveTo>
                    <a:pt x="3098" y="239"/>
                  </a:moveTo>
                  <a:cubicBezTo>
                    <a:pt x="3642" y="364"/>
                    <a:pt x="4140" y="644"/>
                    <a:pt x="4480" y="1060"/>
                  </a:cubicBezTo>
                  <a:lnTo>
                    <a:pt x="4480" y="1060"/>
                  </a:lnTo>
                  <a:cubicBezTo>
                    <a:pt x="4324" y="1093"/>
                    <a:pt x="4173" y="1148"/>
                    <a:pt x="4033" y="1223"/>
                  </a:cubicBezTo>
                  <a:lnTo>
                    <a:pt x="4033" y="1223"/>
                  </a:lnTo>
                  <a:cubicBezTo>
                    <a:pt x="3733" y="818"/>
                    <a:pt x="3336" y="480"/>
                    <a:pt x="2872" y="382"/>
                  </a:cubicBezTo>
                  <a:lnTo>
                    <a:pt x="2872" y="382"/>
                  </a:lnTo>
                  <a:cubicBezTo>
                    <a:pt x="2944" y="327"/>
                    <a:pt x="3020" y="280"/>
                    <a:pt x="3098" y="239"/>
                  </a:cubicBezTo>
                  <a:close/>
                  <a:moveTo>
                    <a:pt x="2766" y="471"/>
                  </a:moveTo>
                  <a:cubicBezTo>
                    <a:pt x="3129" y="520"/>
                    <a:pt x="3464" y="717"/>
                    <a:pt x="3768" y="1055"/>
                  </a:cubicBezTo>
                  <a:cubicBezTo>
                    <a:pt x="3828" y="1113"/>
                    <a:pt x="3890" y="1186"/>
                    <a:pt x="3952" y="1270"/>
                  </a:cubicBezTo>
                  <a:lnTo>
                    <a:pt x="3952" y="1270"/>
                  </a:lnTo>
                  <a:cubicBezTo>
                    <a:pt x="3937" y="1279"/>
                    <a:pt x="3923" y="1287"/>
                    <a:pt x="3909" y="1297"/>
                  </a:cubicBezTo>
                  <a:cubicBezTo>
                    <a:pt x="3855" y="1328"/>
                    <a:pt x="3802" y="1362"/>
                    <a:pt x="3751" y="1400"/>
                  </a:cubicBezTo>
                  <a:lnTo>
                    <a:pt x="3751" y="1400"/>
                  </a:lnTo>
                  <a:cubicBezTo>
                    <a:pt x="3674" y="1358"/>
                    <a:pt x="3591" y="1324"/>
                    <a:pt x="3504" y="1299"/>
                  </a:cubicBezTo>
                  <a:cubicBezTo>
                    <a:pt x="3073" y="1317"/>
                    <a:pt x="2986" y="1875"/>
                    <a:pt x="2895" y="2208"/>
                  </a:cubicBezTo>
                  <a:lnTo>
                    <a:pt x="2895" y="2208"/>
                  </a:lnTo>
                  <a:cubicBezTo>
                    <a:pt x="2857" y="2201"/>
                    <a:pt x="2819" y="2198"/>
                    <a:pt x="2782" y="2198"/>
                  </a:cubicBezTo>
                  <a:cubicBezTo>
                    <a:pt x="2735" y="2198"/>
                    <a:pt x="2689" y="2203"/>
                    <a:pt x="2644" y="2212"/>
                  </a:cubicBezTo>
                  <a:lnTo>
                    <a:pt x="2644" y="2212"/>
                  </a:lnTo>
                  <a:cubicBezTo>
                    <a:pt x="2571" y="2029"/>
                    <a:pt x="2482" y="1855"/>
                    <a:pt x="2329" y="1722"/>
                  </a:cubicBezTo>
                  <a:cubicBezTo>
                    <a:pt x="2267" y="1679"/>
                    <a:pt x="2201" y="1661"/>
                    <a:pt x="2135" y="1661"/>
                  </a:cubicBezTo>
                  <a:cubicBezTo>
                    <a:pt x="2117" y="1661"/>
                    <a:pt x="2099" y="1663"/>
                    <a:pt x="2081" y="1665"/>
                  </a:cubicBezTo>
                  <a:lnTo>
                    <a:pt x="2081" y="1665"/>
                  </a:lnTo>
                  <a:cubicBezTo>
                    <a:pt x="2163" y="1263"/>
                    <a:pt x="2361" y="879"/>
                    <a:pt x="2657" y="581"/>
                  </a:cubicBezTo>
                  <a:cubicBezTo>
                    <a:pt x="2692" y="542"/>
                    <a:pt x="2729" y="505"/>
                    <a:pt x="2766" y="471"/>
                  </a:cubicBezTo>
                  <a:close/>
                  <a:moveTo>
                    <a:pt x="3502" y="1372"/>
                  </a:moveTo>
                  <a:cubicBezTo>
                    <a:pt x="3566" y="1390"/>
                    <a:pt x="3629" y="1415"/>
                    <a:pt x="3690" y="1446"/>
                  </a:cubicBezTo>
                  <a:lnTo>
                    <a:pt x="3690" y="1446"/>
                  </a:lnTo>
                  <a:cubicBezTo>
                    <a:pt x="3421" y="1657"/>
                    <a:pt x="3198" y="1944"/>
                    <a:pt x="3061" y="2259"/>
                  </a:cubicBezTo>
                  <a:lnTo>
                    <a:pt x="3061" y="2259"/>
                  </a:lnTo>
                  <a:cubicBezTo>
                    <a:pt x="3030" y="2245"/>
                    <a:pt x="2998" y="2234"/>
                    <a:pt x="2967" y="2224"/>
                  </a:cubicBezTo>
                  <a:lnTo>
                    <a:pt x="2967" y="2224"/>
                  </a:lnTo>
                  <a:cubicBezTo>
                    <a:pt x="3049" y="1929"/>
                    <a:pt x="3127" y="1392"/>
                    <a:pt x="3502" y="1372"/>
                  </a:cubicBezTo>
                  <a:close/>
                  <a:moveTo>
                    <a:pt x="2586" y="459"/>
                  </a:moveTo>
                  <a:cubicBezTo>
                    <a:pt x="2619" y="459"/>
                    <a:pt x="2650" y="460"/>
                    <a:pt x="2682" y="462"/>
                  </a:cubicBezTo>
                  <a:lnTo>
                    <a:pt x="2682" y="462"/>
                  </a:lnTo>
                  <a:cubicBezTo>
                    <a:pt x="2340" y="777"/>
                    <a:pt x="2103" y="1218"/>
                    <a:pt x="2012" y="1680"/>
                  </a:cubicBezTo>
                  <a:lnTo>
                    <a:pt x="2012" y="1680"/>
                  </a:lnTo>
                  <a:cubicBezTo>
                    <a:pt x="1869" y="1723"/>
                    <a:pt x="1733" y="1832"/>
                    <a:pt x="1635" y="1930"/>
                  </a:cubicBezTo>
                  <a:cubicBezTo>
                    <a:pt x="1548" y="2034"/>
                    <a:pt x="1491" y="2147"/>
                    <a:pt x="1459" y="2266"/>
                  </a:cubicBezTo>
                  <a:lnTo>
                    <a:pt x="1459" y="2266"/>
                  </a:lnTo>
                  <a:cubicBezTo>
                    <a:pt x="1410" y="2254"/>
                    <a:pt x="1358" y="2247"/>
                    <a:pt x="1304" y="2243"/>
                  </a:cubicBezTo>
                  <a:lnTo>
                    <a:pt x="1304" y="2243"/>
                  </a:lnTo>
                  <a:cubicBezTo>
                    <a:pt x="1059" y="1653"/>
                    <a:pt x="1120" y="988"/>
                    <a:pt x="1784" y="675"/>
                  </a:cubicBezTo>
                  <a:cubicBezTo>
                    <a:pt x="2063" y="530"/>
                    <a:pt x="2331" y="459"/>
                    <a:pt x="2586" y="459"/>
                  </a:cubicBezTo>
                  <a:close/>
                  <a:moveTo>
                    <a:pt x="1346" y="2336"/>
                  </a:moveTo>
                  <a:cubicBezTo>
                    <a:pt x="1378" y="2340"/>
                    <a:pt x="1410" y="2346"/>
                    <a:pt x="1441" y="2353"/>
                  </a:cubicBezTo>
                  <a:lnTo>
                    <a:pt x="1441" y="2353"/>
                  </a:lnTo>
                  <a:cubicBezTo>
                    <a:pt x="1434" y="2399"/>
                    <a:pt x="1430" y="2446"/>
                    <a:pt x="1429" y="2493"/>
                  </a:cubicBezTo>
                  <a:lnTo>
                    <a:pt x="1429" y="2493"/>
                  </a:lnTo>
                  <a:cubicBezTo>
                    <a:pt x="1399" y="2442"/>
                    <a:pt x="1371" y="2390"/>
                    <a:pt x="1346" y="2336"/>
                  </a:cubicBezTo>
                  <a:close/>
                  <a:moveTo>
                    <a:pt x="2136" y="1725"/>
                  </a:moveTo>
                  <a:cubicBezTo>
                    <a:pt x="2189" y="1725"/>
                    <a:pt x="2242" y="1739"/>
                    <a:pt x="2292" y="1774"/>
                  </a:cubicBezTo>
                  <a:cubicBezTo>
                    <a:pt x="2429" y="1898"/>
                    <a:pt x="2512" y="2058"/>
                    <a:pt x="2580" y="2228"/>
                  </a:cubicBezTo>
                  <a:lnTo>
                    <a:pt x="2580" y="2228"/>
                  </a:lnTo>
                  <a:cubicBezTo>
                    <a:pt x="2404" y="2281"/>
                    <a:pt x="2239" y="2398"/>
                    <a:pt x="2092" y="2547"/>
                  </a:cubicBezTo>
                  <a:lnTo>
                    <a:pt x="2092" y="2547"/>
                  </a:lnTo>
                  <a:cubicBezTo>
                    <a:pt x="2028" y="2283"/>
                    <a:pt x="2022" y="2004"/>
                    <a:pt x="2069" y="1732"/>
                  </a:cubicBezTo>
                  <a:lnTo>
                    <a:pt x="2069" y="1732"/>
                  </a:lnTo>
                  <a:cubicBezTo>
                    <a:pt x="2091" y="1727"/>
                    <a:pt x="2113" y="1725"/>
                    <a:pt x="2136" y="1725"/>
                  </a:cubicBezTo>
                  <a:close/>
                  <a:moveTo>
                    <a:pt x="2000" y="1752"/>
                  </a:moveTo>
                  <a:cubicBezTo>
                    <a:pt x="1953" y="2037"/>
                    <a:pt x="1963" y="2329"/>
                    <a:pt x="2039" y="2602"/>
                  </a:cubicBezTo>
                  <a:lnTo>
                    <a:pt x="2039" y="2602"/>
                  </a:lnTo>
                  <a:cubicBezTo>
                    <a:pt x="2037" y="2605"/>
                    <a:pt x="2035" y="2607"/>
                    <a:pt x="2033" y="2610"/>
                  </a:cubicBezTo>
                  <a:lnTo>
                    <a:pt x="2033" y="2610"/>
                  </a:lnTo>
                  <a:cubicBezTo>
                    <a:pt x="1883" y="2460"/>
                    <a:pt x="1717" y="2339"/>
                    <a:pt x="1516" y="2280"/>
                  </a:cubicBezTo>
                  <a:lnTo>
                    <a:pt x="1516" y="2280"/>
                  </a:lnTo>
                  <a:cubicBezTo>
                    <a:pt x="1555" y="2128"/>
                    <a:pt x="1645" y="1991"/>
                    <a:pt x="1768" y="1891"/>
                  </a:cubicBezTo>
                  <a:cubicBezTo>
                    <a:pt x="1835" y="1839"/>
                    <a:pt x="1915" y="1784"/>
                    <a:pt x="2000" y="1752"/>
                  </a:cubicBezTo>
                  <a:close/>
                  <a:moveTo>
                    <a:pt x="2773" y="2296"/>
                  </a:moveTo>
                  <a:cubicBezTo>
                    <a:pt x="2806" y="2299"/>
                    <a:pt x="2839" y="2304"/>
                    <a:pt x="2871" y="2311"/>
                  </a:cubicBezTo>
                  <a:lnTo>
                    <a:pt x="2871" y="2311"/>
                  </a:lnTo>
                  <a:cubicBezTo>
                    <a:pt x="2846" y="2423"/>
                    <a:pt x="2824" y="2536"/>
                    <a:pt x="2805" y="2650"/>
                  </a:cubicBezTo>
                  <a:lnTo>
                    <a:pt x="2805" y="2650"/>
                  </a:lnTo>
                  <a:cubicBezTo>
                    <a:pt x="2759" y="2538"/>
                    <a:pt x="2721" y="2421"/>
                    <a:pt x="2679" y="2306"/>
                  </a:cubicBezTo>
                  <a:lnTo>
                    <a:pt x="2679" y="2306"/>
                  </a:lnTo>
                  <a:cubicBezTo>
                    <a:pt x="2710" y="2300"/>
                    <a:pt x="2742" y="2297"/>
                    <a:pt x="2773" y="2296"/>
                  </a:cubicBezTo>
                  <a:close/>
                  <a:moveTo>
                    <a:pt x="2436" y="164"/>
                  </a:moveTo>
                  <a:cubicBezTo>
                    <a:pt x="2628" y="164"/>
                    <a:pt x="2821" y="183"/>
                    <a:pt x="3008" y="220"/>
                  </a:cubicBezTo>
                  <a:lnTo>
                    <a:pt x="3008" y="220"/>
                  </a:lnTo>
                  <a:cubicBezTo>
                    <a:pt x="2933" y="264"/>
                    <a:pt x="2861" y="313"/>
                    <a:pt x="2792" y="368"/>
                  </a:cubicBezTo>
                  <a:lnTo>
                    <a:pt x="2792" y="368"/>
                  </a:lnTo>
                  <a:cubicBezTo>
                    <a:pt x="2729" y="358"/>
                    <a:pt x="2664" y="353"/>
                    <a:pt x="2598" y="353"/>
                  </a:cubicBezTo>
                  <a:cubicBezTo>
                    <a:pt x="2496" y="353"/>
                    <a:pt x="2390" y="365"/>
                    <a:pt x="2283" y="391"/>
                  </a:cubicBezTo>
                  <a:cubicBezTo>
                    <a:pt x="1061" y="676"/>
                    <a:pt x="885" y="1460"/>
                    <a:pt x="1202" y="2247"/>
                  </a:cubicBezTo>
                  <a:lnTo>
                    <a:pt x="1202" y="2247"/>
                  </a:lnTo>
                  <a:cubicBezTo>
                    <a:pt x="761" y="2299"/>
                    <a:pt x="462" y="2544"/>
                    <a:pt x="296" y="2872"/>
                  </a:cubicBezTo>
                  <a:lnTo>
                    <a:pt x="296" y="2872"/>
                  </a:lnTo>
                  <a:cubicBezTo>
                    <a:pt x="191" y="2537"/>
                    <a:pt x="158" y="2175"/>
                    <a:pt x="185" y="1844"/>
                  </a:cubicBezTo>
                  <a:cubicBezTo>
                    <a:pt x="253" y="1090"/>
                    <a:pt x="864" y="507"/>
                    <a:pt x="1568" y="300"/>
                  </a:cubicBezTo>
                  <a:cubicBezTo>
                    <a:pt x="1846" y="209"/>
                    <a:pt x="2141" y="164"/>
                    <a:pt x="2436" y="164"/>
                  </a:cubicBezTo>
                  <a:close/>
                  <a:moveTo>
                    <a:pt x="2940" y="2331"/>
                  </a:moveTo>
                  <a:cubicBezTo>
                    <a:pt x="2967" y="2340"/>
                    <a:pt x="2994" y="2350"/>
                    <a:pt x="3020" y="2362"/>
                  </a:cubicBezTo>
                  <a:lnTo>
                    <a:pt x="3020" y="2362"/>
                  </a:lnTo>
                  <a:cubicBezTo>
                    <a:pt x="2959" y="2531"/>
                    <a:pt x="2922" y="2706"/>
                    <a:pt x="2916" y="2880"/>
                  </a:cubicBezTo>
                  <a:lnTo>
                    <a:pt x="2916" y="2880"/>
                  </a:lnTo>
                  <a:cubicBezTo>
                    <a:pt x="2896" y="2846"/>
                    <a:pt x="2877" y="2811"/>
                    <a:pt x="2859" y="2775"/>
                  </a:cubicBezTo>
                  <a:lnTo>
                    <a:pt x="2859" y="2775"/>
                  </a:lnTo>
                  <a:cubicBezTo>
                    <a:pt x="2885" y="2609"/>
                    <a:pt x="2911" y="2457"/>
                    <a:pt x="2940" y="2331"/>
                  </a:cubicBezTo>
                  <a:close/>
                  <a:moveTo>
                    <a:pt x="1499" y="2369"/>
                  </a:moveTo>
                  <a:cubicBezTo>
                    <a:pt x="1683" y="2425"/>
                    <a:pt x="1836" y="2538"/>
                    <a:pt x="1975" y="2677"/>
                  </a:cubicBezTo>
                  <a:lnTo>
                    <a:pt x="1975" y="2677"/>
                  </a:lnTo>
                  <a:cubicBezTo>
                    <a:pt x="1928" y="2733"/>
                    <a:pt x="1884" y="2792"/>
                    <a:pt x="1843" y="2852"/>
                  </a:cubicBezTo>
                  <a:cubicBezTo>
                    <a:pt x="1815" y="2891"/>
                    <a:pt x="1787" y="2931"/>
                    <a:pt x="1760" y="2972"/>
                  </a:cubicBezTo>
                  <a:lnTo>
                    <a:pt x="1760" y="2972"/>
                  </a:lnTo>
                  <a:cubicBezTo>
                    <a:pt x="1658" y="2850"/>
                    <a:pt x="1570" y="2729"/>
                    <a:pt x="1501" y="2615"/>
                  </a:cubicBezTo>
                  <a:lnTo>
                    <a:pt x="1501" y="2615"/>
                  </a:lnTo>
                  <a:cubicBezTo>
                    <a:pt x="1493" y="2544"/>
                    <a:pt x="1491" y="2472"/>
                    <a:pt x="1496" y="2400"/>
                  </a:cubicBezTo>
                  <a:cubicBezTo>
                    <a:pt x="1497" y="2390"/>
                    <a:pt x="1498" y="2379"/>
                    <a:pt x="1499" y="2369"/>
                  </a:cubicBezTo>
                  <a:close/>
                  <a:moveTo>
                    <a:pt x="1560" y="2883"/>
                  </a:moveTo>
                  <a:lnTo>
                    <a:pt x="1560" y="2883"/>
                  </a:lnTo>
                  <a:cubicBezTo>
                    <a:pt x="1605" y="2945"/>
                    <a:pt x="1652" y="3005"/>
                    <a:pt x="1700" y="3065"/>
                  </a:cubicBezTo>
                  <a:lnTo>
                    <a:pt x="1700" y="3065"/>
                  </a:lnTo>
                  <a:cubicBezTo>
                    <a:pt x="1688" y="3085"/>
                    <a:pt x="1675" y="3105"/>
                    <a:pt x="1663" y="3125"/>
                  </a:cubicBezTo>
                  <a:lnTo>
                    <a:pt x="1663" y="3125"/>
                  </a:lnTo>
                  <a:cubicBezTo>
                    <a:pt x="1622" y="3048"/>
                    <a:pt x="1588" y="2967"/>
                    <a:pt x="1560" y="2883"/>
                  </a:cubicBezTo>
                  <a:close/>
                  <a:moveTo>
                    <a:pt x="3769" y="1490"/>
                  </a:moveTo>
                  <a:lnTo>
                    <a:pt x="3769" y="1490"/>
                  </a:lnTo>
                  <a:cubicBezTo>
                    <a:pt x="4211" y="1766"/>
                    <a:pt x="4500" y="2370"/>
                    <a:pt x="4369" y="2894"/>
                  </a:cubicBezTo>
                  <a:cubicBezTo>
                    <a:pt x="4325" y="3109"/>
                    <a:pt x="4178" y="3267"/>
                    <a:pt x="3989" y="3329"/>
                  </a:cubicBezTo>
                  <a:lnTo>
                    <a:pt x="3989" y="3329"/>
                  </a:lnTo>
                  <a:cubicBezTo>
                    <a:pt x="3802" y="3002"/>
                    <a:pt x="3594" y="2690"/>
                    <a:pt x="3315" y="2430"/>
                  </a:cubicBezTo>
                  <a:cubicBezTo>
                    <a:pt x="3253" y="2374"/>
                    <a:pt x="3191" y="2329"/>
                    <a:pt x="3130" y="2294"/>
                  </a:cubicBezTo>
                  <a:lnTo>
                    <a:pt x="3130" y="2294"/>
                  </a:lnTo>
                  <a:cubicBezTo>
                    <a:pt x="3264" y="1981"/>
                    <a:pt x="3491" y="1700"/>
                    <a:pt x="3769" y="1490"/>
                  </a:cubicBezTo>
                  <a:close/>
                  <a:moveTo>
                    <a:pt x="3089" y="2397"/>
                  </a:moveTo>
                  <a:cubicBezTo>
                    <a:pt x="3397" y="2571"/>
                    <a:pt x="3656" y="2941"/>
                    <a:pt x="3892" y="3352"/>
                  </a:cubicBezTo>
                  <a:lnTo>
                    <a:pt x="3892" y="3352"/>
                  </a:lnTo>
                  <a:cubicBezTo>
                    <a:pt x="3864" y="3357"/>
                    <a:pt x="3835" y="3359"/>
                    <a:pt x="3806" y="3359"/>
                  </a:cubicBezTo>
                  <a:cubicBezTo>
                    <a:pt x="3759" y="3359"/>
                    <a:pt x="3710" y="3353"/>
                    <a:pt x="3661" y="3341"/>
                  </a:cubicBezTo>
                  <a:cubicBezTo>
                    <a:pt x="3434" y="3289"/>
                    <a:pt x="3196" y="3186"/>
                    <a:pt x="3021" y="3027"/>
                  </a:cubicBezTo>
                  <a:cubicBezTo>
                    <a:pt x="3014" y="3019"/>
                    <a:pt x="3007" y="3010"/>
                    <a:pt x="3000" y="3001"/>
                  </a:cubicBezTo>
                  <a:lnTo>
                    <a:pt x="3000" y="3001"/>
                  </a:lnTo>
                  <a:cubicBezTo>
                    <a:pt x="2988" y="2795"/>
                    <a:pt x="3021" y="2591"/>
                    <a:pt x="3089" y="2397"/>
                  </a:cubicBezTo>
                  <a:close/>
                  <a:moveTo>
                    <a:pt x="2616" y="2321"/>
                  </a:moveTo>
                  <a:lnTo>
                    <a:pt x="2616" y="2321"/>
                  </a:lnTo>
                  <a:cubicBezTo>
                    <a:pt x="2670" y="2471"/>
                    <a:pt x="2719" y="2626"/>
                    <a:pt x="2784" y="2770"/>
                  </a:cubicBezTo>
                  <a:lnTo>
                    <a:pt x="2784" y="2770"/>
                  </a:lnTo>
                  <a:cubicBezTo>
                    <a:pt x="2749" y="2985"/>
                    <a:pt x="2719" y="3201"/>
                    <a:pt x="2685" y="3417"/>
                  </a:cubicBezTo>
                  <a:lnTo>
                    <a:pt x="2685" y="3417"/>
                  </a:lnTo>
                  <a:cubicBezTo>
                    <a:pt x="2501" y="3205"/>
                    <a:pt x="2337" y="2954"/>
                    <a:pt x="2151" y="2738"/>
                  </a:cubicBezTo>
                  <a:lnTo>
                    <a:pt x="2151" y="2738"/>
                  </a:lnTo>
                  <a:cubicBezTo>
                    <a:pt x="2141" y="2712"/>
                    <a:pt x="2132" y="2686"/>
                    <a:pt x="2124" y="2659"/>
                  </a:cubicBezTo>
                  <a:lnTo>
                    <a:pt x="2124" y="2659"/>
                  </a:lnTo>
                  <a:cubicBezTo>
                    <a:pt x="2277" y="2497"/>
                    <a:pt x="2445" y="2372"/>
                    <a:pt x="2616" y="2321"/>
                  </a:cubicBezTo>
                  <a:close/>
                  <a:moveTo>
                    <a:pt x="2043" y="2750"/>
                  </a:moveTo>
                  <a:cubicBezTo>
                    <a:pt x="2070" y="2780"/>
                    <a:pt x="2097" y="2811"/>
                    <a:pt x="2124" y="2843"/>
                  </a:cubicBezTo>
                  <a:lnTo>
                    <a:pt x="2124" y="2843"/>
                  </a:lnTo>
                  <a:cubicBezTo>
                    <a:pt x="2243" y="3114"/>
                    <a:pt x="2439" y="3348"/>
                    <a:pt x="2666" y="3535"/>
                  </a:cubicBezTo>
                  <a:lnTo>
                    <a:pt x="2666" y="3535"/>
                  </a:lnTo>
                  <a:cubicBezTo>
                    <a:pt x="2654" y="3609"/>
                    <a:pt x="2641" y="3682"/>
                    <a:pt x="2627" y="3755"/>
                  </a:cubicBezTo>
                  <a:lnTo>
                    <a:pt x="2627" y="3755"/>
                  </a:lnTo>
                  <a:cubicBezTo>
                    <a:pt x="2326" y="3553"/>
                    <a:pt x="2047" y="3300"/>
                    <a:pt x="1826" y="3049"/>
                  </a:cubicBezTo>
                  <a:lnTo>
                    <a:pt x="1826" y="3049"/>
                  </a:lnTo>
                  <a:cubicBezTo>
                    <a:pt x="1892" y="2944"/>
                    <a:pt x="1965" y="2843"/>
                    <a:pt x="2043" y="2750"/>
                  </a:cubicBezTo>
                  <a:close/>
                  <a:moveTo>
                    <a:pt x="4001" y="1338"/>
                  </a:moveTo>
                  <a:cubicBezTo>
                    <a:pt x="4479" y="2030"/>
                    <a:pt x="4918" y="3334"/>
                    <a:pt x="4233" y="3779"/>
                  </a:cubicBezTo>
                  <a:lnTo>
                    <a:pt x="4233" y="3779"/>
                  </a:lnTo>
                  <a:cubicBezTo>
                    <a:pt x="4164" y="3649"/>
                    <a:pt x="4095" y="3518"/>
                    <a:pt x="4023" y="3390"/>
                  </a:cubicBezTo>
                  <a:lnTo>
                    <a:pt x="4023" y="3390"/>
                  </a:lnTo>
                  <a:cubicBezTo>
                    <a:pt x="4227" y="3318"/>
                    <a:pt x="4387" y="3145"/>
                    <a:pt x="4436" y="2912"/>
                  </a:cubicBezTo>
                  <a:cubicBezTo>
                    <a:pt x="4563" y="2360"/>
                    <a:pt x="4302" y="1749"/>
                    <a:pt x="3830" y="1446"/>
                  </a:cubicBezTo>
                  <a:lnTo>
                    <a:pt x="3830" y="1446"/>
                  </a:lnTo>
                  <a:cubicBezTo>
                    <a:pt x="3885" y="1407"/>
                    <a:pt x="3942" y="1371"/>
                    <a:pt x="4001" y="1338"/>
                  </a:cubicBezTo>
                  <a:close/>
                  <a:moveTo>
                    <a:pt x="2843" y="2886"/>
                  </a:moveTo>
                  <a:lnTo>
                    <a:pt x="2843" y="2886"/>
                  </a:lnTo>
                  <a:cubicBezTo>
                    <a:pt x="2865" y="2926"/>
                    <a:pt x="2890" y="2965"/>
                    <a:pt x="2917" y="3002"/>
                  </a:cubicBezTo>
                  <a:lnTo>
                    <a:pt x="2917" y="3002"/>
                  </a:lnTo>
                  <a:cubicBezTo>
                    <a:pt x="2931" y="3272"/>
                    <a:pt x="3022" y="3537"/>
                    <a:pt x="3212" y="3772"/>
                  </a:cubicBezTo>
                  <a:cubicBezTo>
                    <a:pt x="3230" y="3795"/>
                    <a:pt x="3249" y="3818"/>
                    <a:pt x="3268" y="3841"/>
                  </a:cubicBezTo>
                  <a:lnTo>
                    <a:pt x="3268" y="3841"/>
                  </a:lnTo>
                  <a:cubicBezTo>
                    <a:pt x="3155" y="3803"/>
                    <a:pt x="3049" y="3750"/>
                    <a:pt x="2957" y="3678"/>
                  </a:cubicBezTo>
                  <a:cubicBezTo>
                    <a:pt x="2884" y="3624"/>
                    <a:pt x="2817" y="3560"/>
                    <a:pt x="2751" y="3491"/>
                  </a:cubicBezTo>
                  <a:lnTo>
                    <a:pt x="2751" y="3491"/>
                  </a:lnTo>
                  <a:cubicBezTo>
                    <a:pt x="2785" y="3282"/>
                    <a:pt x="2814" y="3076"/>
                    <a:pt x="2843" y="2886"/>
                  </a:cubicBezTo>
                  <a:close/>
                  <a:moveTo>
                    <a:pt x="4539" y="1136"/>
                  </a:moveTo>
                  <a:cubicBezTo>
                    <a:pt x="4757" y="1430"/>
                    <a:pt x="4898" y="1787"/>
                    <a:pt x="4927" y="2202"/>
                  </a:cubicBezTo>
                  <a:cubicBezTo>
                    <a:pt x="4952" y="2743"/>
                    <a:pt x="4915" y="3343"/>
                    <a:pt x="4594" y="3798"/>
                  </a:cubicBezTo>
                  <a:cubicBezTo>
                    <a:pt x="4578" y="3818"/>
                    <a:pt x="4562" y="3836"/>
                    <a:pt x="4545" y="3854"/>
                  </a:cubicBezTo>
                  <a:lnTo>
                    <a:pt x="4545" y="3854"/>
                  </a:lnTo>
                  <a:cubicBezTo>
                    <a:pt x="4484" y="3850"/>
                    <a:pt x="4422" y="3849"/>
                    <a:pt x="4361" y="3849"/>
                  </a:cubicBezTo>
                  <a:cubicBezTo>
                    <a:pt x="4342" y="3849"/>
                    <a:pt x="4323" y="3849"/>
                    <a:pt x="4304" y="3849"/>
                  </a:cubicBezTo>
                  <a:lnTo>
                    <a:pt x="4304" y="3849"/>
                  </a:lnTo>
                  <a:cubicBezTo>
                    <a:pt x="4858" y="3469"/>
                    <a:pt x="4697" y="2520"/>
                    <a:pt x="4450" y="1959"/>
                  </a:cubicBezTo>
                  <a:cubicBezTo>
                    <a:pt x="4358" y="1738"/>
                    <a:pt x="4235" y="1508"/>
                    <a:pt x="4084" y="1294"/>
                  </a:cubicBezTo>
                  <a:lnTo>
                    <a:pt x="4084" y="1294"/>
                  </a:lnTo>
                  <a:cubicBezTo>
                    <a:pt x="4230" y="1221"/>
                    <a:pt x="4383" y="1167"/>
                    <a:pt x="4539" y="1136"/>
                  </a:cubicBezTo>
                  <a:close/>
                  <a:moveTo>
                    <a:pt x="3010" y="3105"/>
                  </a:moveTo>
                  <a:lnTo>
                    <a:pt x="3010" y="3105"/>
                  </a:lnTo>
                  <a:cubicBezTo>
                    <a:pt x="3187" y="3256"/>
                    <a:pt x="3423" y="3356"/>
                    <a:pt x="3648" y="3408"/>
                  </a:cubicBezTo>
                  <a:cubicBezTo>
                    <a:pt x="3702" y="3421"/>
                    <a:pt x="3755" y="3427"/>
                    <a:pt x="3807" y="3427"/>
                  </a:cubicBezTo>
                  <a:cubicBezTo>
                    <a:pt x="3848" y="3427"/>
                    <a:pt x="3888" y="3423"/>
                    <a:pt x="3928" y="3416"/>
                  </a:cubicBezTo>
                  <a:lnTo>
                    <a:pt x="3928" y="3416"/>
                  </a:lnTo>
                  <a:cubicBezTo>
                    <a:pt x="4004" y="3551"/>
                    <a:pt x="4078" y="3689"/>
                    <a:pt x="4150" y="3826"/>
                  </a:cubicBezTo>
                  <a:lnTo>
                    <a:pt x="4150" y="3826"/>
                  </a:lnTo>
                  <a:cubicBezTo>
                    <a:pt x="4125" y="3838"/>
                    <a:pt x="4098" y="3850"/>
                    <a:pt x="4071" y="3860"/>
                  </a:cubicBezTo>
                  <a:lnTo>
                    <a:pt x="4071" y="3860"/>
                  </a:lnTo>
                  <a:cubicBezTo>
                    <a:pt x="3928" y="3871"/>
                    <a:pt x="3786" y="3888"/>
                    <a:pt x="3644" y="3909"/>
                  </a:cubicBezTo>
                  <a:lnTo>
                    <a:pt x="3644" y="3909"/>
                  </a:lnTo>
                  <a:cubicBezTo>
                    <a:pt x="3563" y="3905"/>
                    <a:pt x="3481" y="3895"/>
                    <a:pt x="3401" y="3877"/>
                  </a:cubicBezTo>
                  <a:lnTo>
                    <a:pt x="3401" y="3877"/>
                  </a:lnTo>
                  <a:cubicBezTo>
                    <a:pt x="3231" y="3690"/>
                    <a:pt x="3091" y="3476"/>
                    <a:pt x="3033" y="3232"/>
                  </a:cubicBezTo>
                  <a:cubicBezTo>
                    <a:pt x="3023" y="3190"/>
                    <a:pt x="3015" y="3147"/>
                    <a:pt x="3010" y="3105"/>
                  </a:cubicBezTo>
                  <a:close/>
                  <a:moveTo>
                    <a:pt x="4848" y="1104"/>
                  </a:moveTo>
                  <a:cubicBezTo>
                    <a:pt x="4901" y="1104"/>
                    <a:pt x="4955" y="1107"/>
                    <a:pt x="5009" y="1113"/>
                  </a:cubicBezTo>
                  <a:cubicBezTo>
                    <a:pt x="5114" y="1124"/>
                    <a:pt x="5211" y="1147"/>
                    <a:pt x="5301" y="1179"/>
                  </a:cubicBezTo>
                  <a:lnTo>
                    <a:pt x="5301" y="1179"/>
                  </a:lnTo>
                  <a:cubicBezTo>
                    <a:pt x="5472" y="1541"/>
                    <a:pt x="5549" y="1951"/>
                    <a:pt x="5540" y="2354"/>
                  </a:cubicBezTo>
                  <a:cubicBezTo>
                    <a:pt x="5519" y="2900"/>
                    <a:pt x="5399" y="3528"/>
                    <a:pt x="5052" y="3968"/>
                  </a:cubicBezTo>
                  <a:lnTo>
                    <a:pt x="5052" y="3968"/>
                  </a:lnTo>
                  <a:cubicBezTo>
                    <a:pt x="4982" y="3929"/>
                    <a:pt x="4907" y="3900"/>
                    <a:pt x="4828" y="3885"/>
                  </a:cubicBezTo>
                  <a:cubicBezTo>
                    <a:pt x="4778" y="3877"/>
                    <a:pt x="4727" y="3870"/>
                    <a:pt x="4677" y="3865"/>
                  </a:cubicBezTo>
                  <a:lnTo>
                    <a:pt x="4677" y="3865"/>
                  </a:lnTo>
                  <a:cubicBezTo>
                    <a:pt x="4931" y="3533"/>
                    <a:pt x="5054" y="3038"/>
                    <a:pt x="5051" y="2481"/>
                  </a:cubicBezTo>
                  <a:cubicBezTo>
                    <a:pt x="5074" y="1994"/>
                    <a:pt x="4931" y="1513"/>
                    <a:pt x="4663" y="1116"/>
                  </a:cubicBezTo>
                  <a:lnTo>
                    <a:pt x="4663" y="1116"/>
                  </a:lnTo>
                  <a:cubicBezTo>
                    <a:pt x="4725" y="1108"/>
                    <a:pt x="4786" y="1104"/>
                    <a:pt x="4848" y="1104"/>
                  </a:cubicBezTo>
                  <a:close/>
                  <a:moveTo>
                    <a:pt x="1237" y="2331"/>
                  </a:moveTo>
                  <a:lnTo>
                    <a:pt x="1237" y="2331"/>
                  </a:lnTo>
                  <a:cubicBezTo>
                    <a:pt x="1296" y="2463"/>
                    <a:pt x="1368" y="2595"/>
                    <a:pt x="1451" y="2723"/>
                  </a:cubicBezTo>
                  <a:lnTo>
                    <a:pt x="1451" y="2723"/>
                  </a:lnTo>
                  <a:cubicBezTo>
                    <a:pt x="1482" y="2882"/>
                    <a:pt x="1545" y="3040"/>
                    <a:pt x="1628" y="3186"/>
                  </a:cubicBezTo>
                  <a:lnTo>
                    <a:pt x="1628" y="3186"/>
                  </a:lnTo>
                  <a:cubicBezTo>
                    <a:pt x="1487" y="3438"/>
                    <a:pt x="1378" y="3717"/>
                    <a:pt x="1361" y="3999"/>
                  </a:cubicBezTo>
                  <a:lnTo>
                    <a:pt x="1361" y="3999"/>
                  </a:lnTo>
                  <a:cubicBezTo>
                    <a:pt x="1214" y="3955"/>
                    <a:pt x="1074" y="3892"/>
                    <a:pt x="948" y="3807"/>
                  </a:cubicBezTo>
                  <a:cubicBezTo>
                    <a:pt x="659" y="3610"/>
                    <a:pt x="460" y="3317"/>
                    <a:pt x="336" y="2987"/>
                  </a:cubicBezTo>
                  <a:lnTo>
                    <a:pt x="336" y="2987"/>
                  </a:lnTo>
                  <a:cubicBezTo>
                    <a:pt x="485" y="2640"/>
                    <a:pt x="780" y="2377"/>
                    <a:pt x="1237" y="2331"/>
                  </a:cubicBezTo>
                  <a:close/>
                  <a:moveTo>
                    <a:pt x="2733" y="3604"/>
                  </a:moveTo>
                  <a:cubicBezTo>
                    <a:pt x="2786" y="3658"/>
                    <a:pt x="2841" y="3707"/>
                    <a:pt x="2900" y="3751"/>
                  </a:cubicBezTo>
                  <a:cubicBezTo>
                    <a:pt x="3029" y="3849"/>
                    <a:pt x="3178" y="3917"/>
                    <a:pt x="3336" y="3957"/>
                  </a:cubicBezTo>
                  <a:lnTo>
                    <a:pt x="3336" y="3957"/>
                  </a:lnTo>
                  <a:cubicBezTo>
                    <a:pt x="3244" y="3972"/>
                    <a:pt x="3153" y="3987"/>
                    <a:pt x="3062" y="4002"/>
                  </a:cubicBezTo>
                  <a:lnTo>
                    <a:pt x="3062" y="4002"/>
                  </a:lnTo>
                  <a:cubicBezTo>
                    <a:pt x="2939" y="3945"/>
                    <a:pt x="2817" y="3877"/>
                    <a:pt x="2697" y="3801"/>
                  </a:cubicBezTo>
                  <a:lnTo>
                    <a:pt x="2697" y="3801"/>
                  </a:lnTo>
                  <a:cubicBezTo>
                    <a:pt x="2710" y="3736"/>
                    <a:pt x="2721" y="3670"/>
                    <a:pt x="2733" y="3604"/>
                  </a:cubicBezTo>
                  <a:close/>
                  <a:moveTo>
                    <a:pt x="4429" y="3958"/>
                  </a:moveTo>
                  <a:cubicBezTo>
                    <a:pt x="4431" y="3958"/>
                    <a:pt x="4432" y="3958"/>
                    <a:pt x="4434" y="3958"/>
                  </a:cubicBezTo>
                  <a:lnTo>
                    <a:pt x="4434" y="3958"/>
                  </a:lnTo>
                  <a:cubicBezTo>
                    <a:pt x="4409" y="3978"/>
                    <a:pt x="4384" y="3997"/>
                    <a:pt x="4358" y="4014"/>
                  </a:cubicBezTo>
                  <a:lnTo>
                    <a:pt x="4358" y="4014"/>
                  </a:lnTo>
                  <a:cubicBezTo>
                    <a:pt x="4348" y="3996"/>
                    <a:pt x="4339" y="3978"/>
                    <a:pt x="4329" y="3960"/>
                  </a:cubicBezTo>
                  <a:lnTo>
                    <a:pt x="4329" y="3960"/>
                  </a:lnTo>
                  <a:cubicBezTo>
                    <a:pt x="4362" y="3959"/>
                    <a:pt x="4395" y="3958"/>
                    <a:pt x="4429" y="3958"/>
                  </a:cubicBezTo>
                  <a:close/>
                  <a:moveTo>
                    <a:pt x="2673" y="3921"/>
                  </a:moveTo>
                  <a:lnTo>
                    <a:pt x="2673" y="3921"/>
                  </a:lnTo>
                  <a:cubicBezTo>
                    <a:pt x="2739" y="3961"/>
                    <a:pt x="2805" y="3998"/>
                    <a:pt x="2871" y="4031"/>
                  </a:cubicBezTo>
                  <a:lnTo>
                    <a:pt x="2871" y="4031"/>
                  </a:lnTo>
                  <a:cubicBezTo>
                    <a:pt x="2795" y="4042"/>
                    <a:pt x="2719" y="4053"/>
                    <a:pt x="2643" y="4062"/>
                  </a:cubicBezTo>
                  <a:lnTo>
                    <a:pt x="2643" y="4062"/>
                  </a:lnTo>
                  <a:cubicBezTo>
                    <a:pt x="2654" y="4015"/>
                    <a:pt x="2664" y="3968"/>
                    <a:pt x="2673" y="3921"/>
                  </a:cubicBezTo>
                  <a:close/>
                  <a:moveTo>
                    <a:pt x="1768" y="3145"/>
                  </a:moveTo>
                  <a:lnTo>
                    <a:pt x="1768" y="3145"/>
                  </a:lnTo>
                  <a:cubicBezTo>
                    <a:pt x="2015" y="3430"/>
                    <a:pt x="2305" y="3684"/>
                    <a:pt x="2603" y="3877"/>
                  </a:cubicBezTo>
                  <a:lnTo>
                    <a:pt x="2603" y="3877"/>
                  </a:lnTo>
                  <a:cubicBezTo>
                    <a:pt x="2590" y="3942"/>
                    <a:pt x="2575" y="4006"/>
                    <a:pt x="2560" y="4071"/>
                  </a:cubicBezTo>
                  <a:lnTo>
                    <a:pt x="2560" y="4071"/>
                  </a:lnTo>
                  <a:cubicBezTo>
                    <a:pt x="2420" y="4085"/>
                    <a:pt x="2280" y="4094"/>
                    <a:pt x="2141" y="4094"/>
                  </a:cubicBezTo>
                  <a:cubicBezTo>
                    <a:pt x="2093" y="4094"/>
                    <a:pt x="2044" y="4093"/>
                    <a:pt x="1996" y="4091"/>
                  </a:cubicBezTo>
                  <a:cubicBezTo>
                    <a:pt x="1819" y="4086"/>
                    <a:pt x="1640" y="4068"/>
                    <a:pt x="1468" y="4027"/>
                  </a:cubicBezTo>
                  <a:lnTo>
                    <a:pt x="1468" y="4027"/>
                  </a:lnTo>
                  <a:cubicBezTo>
                    <a:pt x="1468" y="3990"/>
                    <a:pt x="1470" y="3953"/>
                    <a:pt x="1474" y="3914"/>
                  </a:cubicBezTo>
                  <a:cubicBezTo>
                    <a:pt x="1496" y="3742"/>
                    <a:pt x="1574" y="3516"/>
                    <a:pt x="1691" y="3288"/>
                  </a:cubicBezTo>
                  <a:lnTo>
                    <a:pt x="1691" y="3288"/>
                  </a:lnTo>
                  <a:cubicBezTo>
                    <a:pt x="1799" y="3452"/>
                    <a:pt x="1933" y="3597"/>
                    <a:pt x="2074" y="3706"/>
                  </a:cubicBezTo>
                  <a:cubicBezTo>
                    <a:pt x="2080" y="3711"/>
                    <a:pt x="2085" y="3713"/>
                    <a:pt x="2091" y="3713"/>
                  </a:cubicBezTo>
                  <a:cubicBezTo>
                    <a:pt x="2116" y="3713"/>
                    <a:pt x="2136" y="3675"/>
                    <a:pt x="2108" y="3658"/>
                  </a:cubicBezTo>
                  <a:cubicBezTo>
                    <a:pt x="1959" y="3541"/>
                    <a:pt x="1826" y="3394"/>
                    <a:pt x="1722" y="3228"/>
                  </a:cubicBezTo>
                  <a:lnTo>
                    <a:pt x="1722" y="3228"/>
                  </a:lnTo>
                  <a:cubicBezTo>
                    <a:pt x="1737" y="3200"/>
                    <a:pt x="1752" y="3173"/>
                    <a:pt x="1768" y="3145"/>
                  </a:cubicBezTo>
                  <a:close/>
                  <a:moveTo>
                    <a:pt x="3469" y="4059"/>
                  </a:moveTo>
                  <a:cubicBezTo>
                    <a:pt x="3506" y="4096"/>
                    <a:pt x="3545" y="4132"/>
                    <a:pt x="3585" y="4166"/>
                  </a:cubicBezTo>
                  <a:lnTo>
                    <a:pt x="3585" y="4166"/>
                  </a:lnTo>
                  <a:cubicBezTo>
                    <a:pt x="3484" y="4150"/>
                    <a:pt x="3381" y="4124"/>
                    <a:pt x="3279" y="4089"/>
                  </a:cubicBezTo>
                  <a:lnTo>
                    <a:pt x="3279" y="4089"/>
                  </a:lnTo>
                  <a:cubicBezTo>
                    <a:pt x="3342" y="4079"/>
                    <a:pt x="3405" y="4069"/>
                    <a:pt x="3469" y="4059"/>
                  </a:cubicBezTo>
                  <a:close/>
                  <a:moveTo>
                    <a:pt x="4224" y="3965"/>
                  </a:moveTo>
                  <a:cubicBezTo>
                    <a:pt x="4241" y="3998"/>
                    <a:pt x="4259" y="4031"/>
                    <a:pt x="4276" y="4064"/>
                  </a:cubicBezTo>
                  <a:lnTo>
                    <a:pt x="4276" y="4064"/>
                  </a:lnTo>
                  <a:cubicBezTo>
                    <a:pt x="4125" y="4145"/>
                    <a:pt x="3960" y="4182"/>
                    <a:pt x="3789" y="4182"/>
                  </a:cubicBezTo>
                  <a:cubicBezTo>
                    <a:pt x="3768" y="4182"/>
                    <a:pt x="3748" y="4181"/>
                    <a:pt x="3727" y="4180"/>
                  </a:cubicBezTo>
                  <a:lnTo>
                    <a:pt x="3727" y="4180"/>
                  </a:lnTo>
                  <a:cubicBezTo>
                    <a:pt x="3704" y="4163"/>
                    <a:pt x="3682" y="4144"/>
                    <a:pt x="3661" y="4126"/>
                  </a:cubicBezTo>
                  <a:cubicBezTo>
                    <a:pt x="3630" y="4099"/>
                    <a:pt x="3599" y="4072"/>
                    <a:pt x="3568" y="4044"/>
                  </a:cubicBezTo>
                  <a:lnTo>
                    <a:pt x="3568" y="4044"/>
                  </a:lnTo>
                  <a:cubicBezTo>
                    <a:pt x="3787" y="4011"/>
                    <a:pt x="4005" y="3982"/>
                    <a:pt x="4224" y="3965"/>
                  </a:cubicBezTo>
                  <a:close/>
                  <a:moveTo>
                    <a:pt x="4592" y="3964"/>
                  </a:moveTo>
                  <a:cubicBezTo>
                    <a:pt x="4727" y="3975"/>
                    <a:pt x="4860" y="4001"/>
                    <a:pt x="4976" y="4057"/>
                  </a:cubicBezTo>
                  <a:lnTo>
                    <a:pt x="4976" y="4057"/>
                  </a:lnTo>
                  <a:cubicBezTo>
                    <a:pt x="4887" y="4154"/>
                    <a:pt x="4784" y="4239"/>
                    <a:pt x="4667" y="4310"/>
                  </a:cubicBezTo>
                  <a:cubicBezTo>
                    <a:pt x="4631" y="4330"/>
                    <a:pt x="4593" y="4347"/>
                    <a:pt x="4555" y="4360"/>
                  </a:cubicBezTo>
                  <a:lnTo>
                    <a:pt x="4555" y="4360"/>
                  </a:lnTo>
                  <a:cubicBezTo>
                    <a:pt x="4552" y="4355"/>
                    <a:pt x="4549" y="4350"/>
                    <a:pt x="4546" y="4346"/>
                  </a:cubicBezTo>
                  <a:cubicBezTo>
                    <a:pt x="4501" y="4270"/>
                    <a:pt x="4457" y="4193"/>
                    <a:pt x="4414" y="4116"/>
                  </a:cubicBezTo>
                  <a:lnTo>
                    <a:pt x="4414" y="4116"/>
                  </a:lnTo>
                  <a:cubicBezTo>
                    <a:pt x="4478" y="4072"/>
                    <a:pt x="4538" y="4021"/>
                    <a:pt x="4592" y="3964"/>
                  </a:cubicBezTo>
                  <a:close/>
                  <a:moveTo>
                    <a:pt x="4331" y="4166"/>
                  </a:moveTo>
                  <a:lnTo>
                    <a:pt x="4331" y="4166"/>
                  </a:lnTo>
                  <a:cubicBezTo>
                    <a:pt x="4372" y="4242"/>
                    <a:pt x="4413" y="4315"/>
                    <a:pt x="4454" y="4386"/>
                  </a:cubicBezTo>
                  <a:lnTo>
                    <a:pt x="4454" y="4386"/>
                  </a:lnTo>
                  <a:cubicBezTo>
                    <a:pt x="4411" y="4393"/>
                    <a:pt x="4368" y="4397"/>
                    <a:pt x="4324" y="4397"/>
                  </a:cubicBezTo>
                  <a:cubicBezTo>
                    <a:pt x="4179" y="4397"/>
                    <a:pt x="4034" y="4356"/>
                    <a:pt x="3902" y="4289"/>
                  </a:cubicBezTo>
                  <a:lnTo>
                    <a:pt x="3902" y="4289"/>
                  </a:lnTo>
                  <a:cubicBezTo>
                    <a:pt x="4062" y="4277"/>
                    <a:pt x="4205" y="4235"/>
                    <a:pt x="4331" y="4166"/>
                  </a:cubicBezTo>
                  <a:close/>
                  <a:moveTo>
                    <a:pt x="5401" y="1221"/>
                  </a:moveTo>
                  <a:cubicBezTo>
                    <a:pt x="5945" y="1476"/>
                    <a:pt x="6189" y="2114"/>
                    <a:pt x="6283" y="2715"/>
                  </a:cubicBezTo>
                  <a:cubicBezTo>
                    <a:pt x="6365" y="3264"/>
                    <a:pt x="6365" y="3850"/>
                    <a:pt x="6144" y="4366"/>
                  </a:cubicBezTo>
                  <a:cubicBezTo>
                    <a:pt x="6016" y="4695"/>
                    <a:pt x="5713" y="4944"/>
                    <a:pt x="5373" y="4986"/>
                  </a:cubicBezTo>
                  <a:lnTo>
                    <a:pt x="5373" y="4986"/>
                  </a:lnTo>
                  <a:cubicBezTo>
                    <a:pt x="5411" y="4929"/>
                    <a:pt x="5441" y="4866"/>
                    <a:pt x="5458" y="4796"/>
                  </a:cubicBezTo>
                  <a:cubicBezTo>
                    <a:pt x="5520" y="4488"/>
                    <a:pt x="5363" y="4178"/>
                    <a:pt x="5116" y="4008"/>
                  </a:cubicBezTo>
                  <a:lnTo>
                    <a:pt x="5116" y="4008"/>
                  </a:lnTo>
                  <a:cubicBezTo>
                    <a:pt x="5241" y="3845"/>
                    <a:pt x="5340" y="3659"/>
                    <a:pt x="5402" y="3479"/>
                  </a:cubicBezTo>
                  <a:cubicBezTo>
                    <a:pt x="5669" y="2763"/>
                    <a:pt x="5696" y="1944"/>
                    <a:pt x="5406" y="1232"/>
                  </a:cubicBezTo>
                  <a:cubicBezTo>
                    <a:pt x="5404" y="1228"/>
                    <a:pt x="5403" y="1224"/>
                    <a:pt x="5401" y="1221"/>
                  </a:cubicBezTo>
                  <a:close/>
                  <a:moveTo>
                    <a:pt x="5044" y="4094"/>
                  </a:moveTo>
                  <a:cubicBezTo>
                    <a:pt x="5116" y="4139"/>
                    <a:pt x="5179" y="4199"/>
                    <a:pt x="5229" y="4277"/>
                  </a:cubicBezTo>
                  <a:cubicBezTo>
                    <a:pt x="5428" y="4579"/>
                    <a:pt x="5387" y="4814"/>
                    <a:pt x="5225" y="4990"/>
                  </a:cubicBezTo>
                  <a:lnTo>
                    <a:pt x="5225" y="4990"/>
                  </a:lnTo>
                  <a:cubicBezTo>
                    <a:pt x="5172" y="4987"/>
                    <a:pt x="5119" y="4979"/>
                    <a:pt x="5066" y="4965"/>
                  </a:cubicBezTo>
                  <a:cubicBezTo>
                    <a:pt x="4851" y="4853"/>
                    <a:pt x="4720" y="4630"/>
                    <a:pt x="4593" y="4423"/>
                  </a:cubicBezTo>
                  <a:lnTo>
                    <a:pt x="4593" y="4423"/>
                  </a:lnTo>
                  <a:cubicBezTo>
                    <a:pt x="4763" y="4357"/>
                    <a:pt x="4915" y="4239"/>
                    <a:pt x="5044" y="4094"/>
                  </a:cubicBezTo>
                  <a:close/>
                  <a:moveTo>
                    <a:pt x="1471" y="4150"/>
                  </a:moveTo>
                  <a:cubicBezTo>
                    <a:pt x="1644" y="4188"/>
                    <a:pt x="1821" y="4205"/>
                    <a:pt x="1994" y="4208"/>
                  </a:cubicBezTo>
                  <a:cubicBezTo>
                    <a:pt x="2022" y="4209"/>
                    <a:pt x="2049" y="4209"/>
                    <a:pt x="2077" y="4209"/>
                  </a:cubicBezTo>
                  <a:cubicBezTo>
                    <a:pt x="2229" y="4209"/>
                    <a:pt x="2380" y="4201"/>
                    <a:pt x="2530" y="4188"/>
                  </a:cubicBezTo>
                  <a:lnTo>
                    <a:pt x="2530" y="4188"/>
                  </a:lnTo>
                  <a:cubicBezTo>
                    <a:pt x="2460" y="4450"/>
                    <a:pt x="2367" y="4704"/>
                    <a:pt x="2234" y="4945"/>
                  </a:cubicBezTo>
                  <a:cubicBezTo>
                    <a:pt x="2203" y="4999"/>
                    <a:pt x="2169" y="5046"/>
                    <a:pt x="2133" y="5086"/>
                  </a:cubicBezTo>
                  <a:lnTo>
                    <a:pt x="2133" y="5086"/>
                  </a:lnTo>
                  <a:cubicBezTo>
                    <a:pt x="1771" y="4883"/>
                    <a:pt x="1507" y="4582"/>
                    <a:pt x="1471" y="4150"/>
                  </a:cubicBezTo>
                  <a:close/>
                  <a:moveTo>
                    <a:pt x="275" y="3162"/>
                  </a:moveTo>
                  <a:cubicBezTo>
                    <a:pt x="408" y="3458"/>
                    <a:pt x="606" y="3719"/>
                    <a:pt x="881" y="3907"/>
                  </a:cubicBezTo>
                  <a:cubicBezTo>
                    <a:pt x="1029" y="4007"/>
                    <a:pt x="1191" y="4076"/>
                    <a:pt x="1360" y="4123"/>
                  </a:cubicBezTo>
                  <a:lnTo>
                    <a:pt x="1360" y="4123"/>
                  </a:lnTo>
                  <a:cubicBezTo>
                    <a:pt x="1364" y="4244"/>
                    <a:pt x="1387" y="4365"/>
                    <a:pt x="1433" y="4484"/>
                  </a:cubicBezTo>
                  <a:cubicBezTo>
                    <a:pt x="1553" y="4768"/>
                    <a:pt x="1775" y="4991"/>
                    <a:pt x="2057" y="5159"/>
                  </a:cubicBezTo>
                  <a:lnTo>
                    <a:pt x="2057" y="5159"/>
                  </a:lnTo>
                  <a:cubicBezTo>
                    <a:pt x="1947" y="5247"/>
                    <a:pt x="1823" y="5283"/>
                    <a:pt x="1694" y="5283"/>
                  </a:cubicBezTo>
                  <a:cubicBezTo>
                    <a:pt x="1399" y="5283"/>
                    <a:pt x="1077" y="5092"/>
                    <a:pt x="832" y="4890"/>
                  </a:cubicBezTo>
                  <a:cubicBezTo>
                    <a:pt x="318" y="4518"/>
                    <a:pt x="111" y="3759"/>
                    <a:pt x="275" y="3162"/>
                  </a:cubicBezTo>
                  <a:close/>
                  <a:moveTo>
                    <a:pt x="3068" y="4121"/>
                  </a:moveTo>
                  <a:lnTo>
                    <a:pt x="3068" y="4121"/>
                  </a:lnTo>
                  <a:cubicBezTo>
                    <a:pt x="3321" y="4229"/>
                    <a:pt x="3550" y="4283"/>
                    <a:pt x="3754" y="4292"/>
                  </a:cubicBezTo>
                  <a:lnTo>
                    <a:pt x="3754" y="4292"/>
                  </a:lnTo>
                  <a:cubicBezTo>
                    <a:pt x="3827" y="4339"/>
                    <a:pt x="3903" y="4379"/>
                    <a:pt x="3984" y="4412"/>
                  </a:cubicBezTo>
                  <a:cubicBezTo>
                    <a:pt x="4094" y="4457"/>
                    <a:pt x="4201" y="4478"/>
                    <a:pt x="4303" y="4478"/>
                  </a:cubicBezTo>
                  <a:cubicBezTo>
                    <a:pt x="4369" y="4478"/>
                    <a:pt x="4433" y="4470"/>
                    <a:pt x="4495" y="4454"/>
                  </a:cubicBezTo>
                  <a:lnTo>
                    <a:pt x="4495" y="4454"/>
                  </a:lnTo>
                  <a:cubicBezTo>
                    <a:pt x="4593" y="4618"/>
                    <a:pt x="4691" y="4761"/>
                    <a:pt x="4791" y="4868"/>
                  </a:cubicBezTo>
                  <a:cubicBezTo>
                    <a:pt x="4856" y="4941"/>
                    <a:pt x="4934" y="5007"/>
                    <a:pt x="5031" y="5053"/>
                  </a:cubicBezTo>
                  <a:cubicBezTo>
                    <a:pt x="5064" y="5063"/>
                    <a:pt x="5098" y="5070"/>
                    <a:pt x="5133" y="5075"/>
                  </a:cubicBezTo>
                  <a:lnTo>
                    <a:pt x="5133" y="5075"/>
                  </a:lnTo>
                  <a:cubicBezTo>
                    <a:pt x="4832" y="5314"/>
                    <a:pt x="4301" y="5423"/>
                    <a:pt x="3955" y="5433"/>
                  </a:cubicBezTo>
                  <a:cubicBezTo>
                    <a:pt x="3881" y="5438"/>
                    <a:pt x="3804" y="5440"/>
                    <a:pt x="3724" y="5440"/>
                  </a:cubicBezTo>
                  <a:cubicBezTo>
                    <a:pt x="3237" y="5440"/>
                    <a:pt x="2650" y="5352"/>
                    <a:pt x="2197" y="5120"/>
                  </a:cubicBezTo>
                  <a:lnTo>
                    <a:pt x="2197" y="5120"/>
                  </a:lnTo>
                  <a:cubicBezTo>
                    <a:pt x="2391" y="4900"/>
                    <a:pt x="2520" y="4558"/>
                    <a:pt x="2615" y="4179"/>
                  </a:cubicBezTo>
                  <a:lnTo>
                    <a:pt x="2615" y="4179"/>
                  </a:lnTo>
                  <a:cubicBezTo>
                    <a:pt x="2767" y="4164"/>
                    <a:pt x="2918" y="4143"/>
                    <a:pt x="3068" y="4121"/>
                  </a:cubicBezTo>
                  <a:close/>
                  <a:moveTo>
                    <a:pt x="3754" y="1"/>
                  </a:moveTo>
                  <a:cubicBezTo>
                    <a:pt x="3708" y="1"/>
                    <a:pt x="3662" y="3"/>
                    <a:pt x="3615" y="8"/>
                  </a:cubicBezTo>
                  <a:cubicBezTo>
                    <a:pt x="3464" y="29"/>
                    <a:pt x="3319" y="71"/>
                    <a:pt x="3184" y="130"/>
                  </a:cubicBezTo>
                  <a:lnTo>
                    <a:pt x="3184" y="130"/>
                  </a:lnTo>
                  <a:cubicBezTo>
                    <a:pt x="2949" y="74"/>
                    <a:pt x="2703" y="46"/>
                    <a:pt x="2456" y="46"/>
                  </a:cubicBezTo>
                  <a:cubicBezTo>
                    <a:pt x="1333" y="46"/>
                    <a:pt x="199" y="633"/>
                    <a:pt x="62" y="1829"/>
                  </a:cubicBezTo>
                  <a:cubicBezTo>
                    <a:pt x="32" y="2228"/>
                    <a:pt x="78" y="2658"/>
                    <a:pt x="224" y="3041"/>
                  </a:cubicBezTo>
                  <a:lnTo>
                    <a:pt x="224" y="3041"/>
                  </a:lnTo>
                  <a:cubicBezTo>
                    <a:pt x="1" y="3682"/>
                    <a:pt x="208" y="4538"/>
                    <a:pt x="781" y="4954"/>
                  </a:cubicBezTo>
                  <a:cubicBezTo>
                    <a:pt x="1042" y="5151"/>
                    <a:pt x="1348" y="5367"/>
                    <a:pt x="1687" y="5367"/>
                  </a:cubicBezTo>
                  <a:cubicBezTo>
                    <a:pt x="1738" y="5367"/>
                    <a:pt x="1791" y="5362"/>
                    <a:pt x="1844" y="5351"/>
                  </a:cubicBezTo>
                  <a:cubicBezTo>
                    <a:pt x="1948" y="5323"/>
                    <a:pt x="2040" y="5269"/>
                    <a:pt x="2122" y="5196"/>
                  </a:cubicBezTo>
                  <a:lnTo>
                    <a:pt x="2122" y="5196"/>
                  </a:lnTo>
                  <a:cubicBezTo>
                    <a:pt x="2565" y="5439"/>
                    <a:pt x="3138" y="5553"/>
                    <a:pt x="3689" y="5553"/>
                  </a:cubicBezTo>
                  <a:cubicBezTo>
                    <a:pt x="4216" y="5553"/>
                    <a:pt x="4724" y="5448"/>
                    <a:pt x="5076" y="5253"/>
                  </a:cubicBezTo>
                  <a:cubicBezTo>
                    <a:pt x="5154" y="5207"/>
                    <a:pt x="5231" y="5150"/>
                    <a:pt x="5296" y="5082"/>
                  </a:cubicBezTo>
                  <a:lnTo>
                    <a:pt x="5296" y="5082"/>
                  </a:lnTo>
                  <a:cubicBezTo>
                    <a:pt x="5308" y="5081"/>
                    <a:pt x="5321" y="5080"/>
                    <a:pt x="5333" y="5079"/>
                  </a:cubicBezTo>
                  <a:cubicBezTo>
                    <a:pt x="5971" y="5060"/>
                    <a:pt x="6314" y="4410"/>
                    <a:pt x="6385" y="3846"/>
                  </a:cubicBezTo>
                  <a:cubicBezTo>
                    <a:pt x="6486" y="3024"/>
                    <a:pt x="6379" y="2033"/>
                    <a:pt x="5805" y="1393"/>
                  </a:cubicBezTo>
                  <a:cubicBezTo>
                    <a:pt x="5670" y="1265"/>
                    <a:pt x="5515" y="1171"/>
                    <a:pt x="5349" y="1111"/>
                  </a:cubicBezTo>
                  <a:lnTo>
                    <a:pt x="5349" y="1111"/>
                  </a:lnTo>
                  <a:cubicBezTo>
                    <a:pt x="5043" y="512"/>
                    <a:pt x="4440" y="1"/>
                    <a:pt x="37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55"/>
            <p:cNvSpPr/>
            <p:nvPr/>
          </p:nvSpPr>
          <p:spPr>
            <a:xfrm>
              <a:off x="5749050" y="4853325"/>
              <a:ext cx="168575" cy="181525"/>
            </a:xfrm>
            <a:custGeom>
              <a:rect b="b" l="l" r="r" t="t"/>
              <a:pathLst>
                <a:path extrusionOk="0" h="7261" w="6743">
                  <a:moveTo>
                    <a:pt x="3951" y="0"/>
                  </a:moveTo>
                  <a:cubicBezTo>
                    <a:pt x="3856" y="0"/>
                    <a:pt x="3789" y="10"/>
                    <a:pt x="3762" y="27"/>
                  </a:cubicBezTo>
                  <a:cubicBezTo>
                    <a:pt x="3549" y="150"/>
                    <a:pt x="3421" y="1002"/>
                    <a:pt x="3421" y="1002"/>
                  </a:cubicBezTo>
                  <a:cubicBezTo>
                    <a:pt x="3421" y="1002"/>
                    <a:pt x="3282" y="27"/>
                    <a:pt x="2892" y="27"/>
                  </a:cubicBezTo>
                  <a:cubicBezTo>
                    <a:pt x="2502" y="27"/>
                    <a:pt x="426" y="80"/>
                    <a:pt x="213" y="3202"/>
                  </a:cubicBezTo>
                  <a:cubicBezTo>
                    <a:pt x="0" y="6324"/>
                    <a:pt x="1952" y="7123"/>
                    <a:pt x="2449" y="7212"/>
                  </a:cubicBezTo>
                  <a:cubicBezTo>
                    <a:pt x="2562" y="7232"/>
                    <a:pt x="2672" y="7242"/>
                    <a:pt x="2776" y="7242"/>
                  </a:cubicBezTo>
                  <a:cubicBezTo>
                    <a:pt x="3126" y="7242"/>
                    <a:pt x="3397" y="7125"/>
                    <a:pt x="3425" y="6893"/>
                  </a:cubicBezTo>
                  <a:cubicBezTo>
                    <a:pt x="3460" y="6591"/>
                    <a:pt x="3495" y="5810"/>
                    <a:pt x="3549" y="5810"/>
                  </a:cubicBezTo>
                  <a:cubicBezTo>
                    <a:pt x="3602" y="5810"/>
                    <a:pt x="3564" y="6813"/>
                    <a:pt x="3619" y="6964"/>
                  </a:cubicBezTo>
                  <a:cubicBezTo>
                    <a:pt x="3686" y="7142"/>
                    <a:pt x="3993" y="7260"/>
                    <a:pt x="4402" y="7260"/>
                  </a:cubicBezTo>
                  <a:cubicBezTo>
                    <a:pt x="4652" y="7260"/>
                    <a:pt x="4939" y="7216"/>
                    <a:pt x="5232" y="7114"/>
                  </a:cubicBezTo>
                  <a:cubicBezTo>
                    <a:pt x="6031" y="6835"/>
                    <a:pt x="6743" y="5650"/>
                    <a:pt x="6636" y="2883"/>
                  </a:cubicBezTo>
                  <a:cubicBezTo>
                    <a:pt x="6543" y="472"/>
                    <a:pt x="4594" y="0"/>
                    <a:pt x="3951" y="0"/>
                  </a:cubicBezTo>
                  <a:close/>
                </a:path>
              </a:pathLst>
            </a:custGeom>
            <a:solidFill>
              <a:srgbClr val="9485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55"/>
            <p:cNvSpPr/>
            <p:nvPr/>
          </p:nvSpPr>
          <p:spPr>
            <a:xfrm>
              <a:off x="5833000" y="4892275"/>
              <a:ext cx="7650" cy="91475"/>
            </a:xfrm>
            <a:custGeom>
              <a:rect b="b" l="l" r="r" t="t"/>
              <a:pathLst>
                <a:path extrusionOk="0" h="3659" w="306">
                  <a:moveTo>
                    <a:pt x="30" y="1"/>
                  </a:moveTo>
                  <a:cubicBezTo>
                    <a:pt x="30" y="1"/>
                    <a:pt x="29" y="1"/>
                    <a:pt x="28" y="1"/>
                  </a:cubicBezTo>
                  <a:cubicBezTo>
                    <a:pt x="12" y="3"/>
                    <a:pt x="0" y="17"/>
                    <a:pt x="1" y="33"/>
                  </a:cubicBezTo>
                  <a:cubicBezTo>
                    <a:pt x="109" y="1214"/>
                    <a:pt x="235" y="2446"/>
                    <a:pt x="161" y="3628"/>
                  </a:cubicBezTo>
                  <a:cubicBezTo>
                    <a:pt x="160" y="3648"/>
                    <a:pt x="175" y="3659"/>
                    <a:pt x="191" y="3659"/>
                  </a:cubicBezTo>
                  <a:cubicBezTo>
                    <a:pt x="205" y="3659"/>
                    <a:pt x="218" y="3651"/>
                    <a:pt x="220" y="3635"/>
                  </a:cubicBezTo>
                  <a:cubicBezTo>
                    <a:pt x="266" y="3335"/>
                    <a:pt x="286" y="3032"/>
                    <a:pt x="293" y="2730"/>
                  </a:cubicBezTo>
                  <a:cubicBezTo>
                    <a:pt x="306" y="2125"/>
                    <a:pt x="263" y="1521"/>
                    <a:pt x="192" y="921"/>
                  </a:cubicBezTo>
                  <a:cubicBezTo>
                    <a:pt x="157" y="622"/>
                    <a:pt x="111" y="323"/>
                    <a:pt x="61" y="26"/>
                  </a:cubicBezTo>
                  <a:cubicBezTo>
                    <a:pt x="58" y="11"/>
                    <a:pt x="45" y="1"/>
                    <a:pt x="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55"/>
            <p:cNvSpPr/>
            <p:nvPr/>
          </p:nvSpPr>
          <p:spPr>
            <a:xfrm>
              <a:off x="5780100" y="4867500"/>
              <a:ext cx="49175" cy="22275"/>
            </a:xfrm>
            <a:custGeom>
              <a:rect b="b" l="l" r="r" t="t"/>
              <a:pathLst>
                <a:path extrusionOk="0" h="891" w="1967">
                  <a:moveTo>
                    <a:pt x="634" y="0"/>
                  </a:moveTo>
                  <a:cubicBezTo>
                    <a:pt x="296" y="0"/>
                    <a:pt x="1" y="487"/>
                    <a:pt x="250" y="766"/>
                  </a:cubicBezTo>
                  <a:cubicBezTo>
                    <a:pt x="342" y="855"/>
                    <a:pt x="434" y="890"/>
                    <a:pt x="526" y="890"/>
                  </a:cubicBezTo>
                  <a:cubicBezTo>
                    <a:pt x="883" y="890"/>
                    <a:pt x="1230" y="351"/>
                    <a:pt x="1524" y="351"/>
                  </a:cubicBezTo>
                  <a:cubicBezTo>
                    <a:pt x="1664" y="351"/>
                    <a:pt x="1793" y="473"/>
                    <a:pt x="1905" y="833"/>
                  </a:cubicBezTo>
                  <a:cubicBezTo>
                    <a:pt x="1910" y="846"/>
                    <a:pt x="1921" y="854"/>
                    <a:pt x="1933" y="854"/>
                  </a:cubicBezTo>
                  <a:cubicBezTo>
                    <a:pt x="1936" y="854"/>
                    <a:pt x="1938" y="854"/>
                    <a:pt x="1940" y="853"/>
                  </a:cubicBezTo>
                  <a:cubicBezTo>
                    <a:pt x="1957" y="850"/>
                    <a:pt x="1966" y="834"/>
                    <a:pt x="1963" y="818"/>
                  </a:cubicBezTo>
                  <a:cubicBezTo>
                    <a:pt x="1930" y="678"/>
                    <a:pt x="1889" y="537"/>
                    <a:pt x="1802" y="409"/>
                  </a:cubicBezTo>
                  <a:cubicBezTo>
                    <a:pt x="1725" y="292"/>
                    <a:pt x="1627" y="248"/>
                    <a:pt x="1524" y="248"/>
                  </a:cubicBezTo>
                  <a:cubicBezTo>
                    <a:pt x="1339" y="248"/>
                    <a:pt x="1135" y="389"/>
                    <a:pt x="995" y="504"/>
                  </a:cubicBezTo>
                  <a:cubicBezTo>
                    <a:pt x="857" y="603"/>
                    <a:pt x="685" y="769"/>
                    <a:pt x="521" y="769"/>
                  </a:cubicBezTo>
                  <a:cubicBezTo>
                    <a:pt x="458" y="769"/>
                    <a:pt x="396" y="745"/>
                    <a:pt x="338" y="685"/>
                  </a:cubicBezTo>
                  <a:cubicBezTo>
                    <a:pt x="170" y="500"/>
                    <a:pt x="358" y="153"/>
                    <a:pt x="579" y="96"/>
                  </a:cubicBezTo>
                  <a:cubicBezTo>
                    <a:pt x="603" y="88"/>
                    <a:pt x="628" y="84"/>
                    <a:pt x="653" y="84"/>
                  </a:cubicBezTo>
                  <a:cubicBezTo>
                    <a:pt x="751" y="84"/>
                    <a:pt x="847" y="141"/>
                    <a:pt x="918" y="224"/>
                  </a:cubicBezTo>
                  <a:cubicBezTo>
                    <a:pt x="923" y="230"/>
                    <a:pt x="931" y="234"/>
                    <a:pt x="940" y="234"/>
                  </a:cubicBezTo>
                  <a:cubicBezTo>
                    <a:pt x="946" y="234"/>
                    <a:pt x="952" y="232"/>
                    <a:pt x="958" y="227"/>
                  </a:cubicBezTo>
                  <a:cubicBezTo>
                    <a:pt x="971" y="217"/>
                    <a:pt x="973" y="199"/>
                    <a:pt x="964" y="186"/>
                  </a:cubicBezTo>
                  <a:cubicBezTo>
                    <a:pt x="918" y="127"/>
                    <a:pt x="863" y="72"/>
                    <a:pt x="792" y="38"/>
                  </a:cubicBezTo>
                  <a:cubicBezTo>
                    <a:pt x="739" y="12"/>
                    <a:pt x="686" y="0"/>
                    <a:pt x="6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55"/>
            <p:cNvSpPr/>
            <p:nvPr/>
          </p:nvSpPr>
          <p:spPr>
            <a:xfrm>
              <a:off x="5762150" y="4900125"/>
              <a:ext cx="72475" cy="31875"/>
            </a:xfrm>
            <a:custGeom>
              <a:rect b="b" l="l" r="r" t="t"/>
              <a:pathLst>
                <a:path extrusionOk="0" h="1275" w="2899">
                  <a:moveTo>
                    <a:pt x="601" y="0"/>
                  </a:moveTo>
                  <a:cubicBezTo>
                    <a:pt x="428" y="0"/>
                    <a:pt x="238" y="103"/>
                    <a:pt x="19" y="371"/>
                  </a:cubicBezTo>
                  <a:cubicBezTo>
                    <a:pt x="0" y="392"/>
                    <a:pt x="22" y="419"/>
                    <a:pt x="44" y="419"/>
                  </a:cubicBezTo>
                  <a:cubicBezTo>
                    <a:pt x="51" y="419"/>
                    <a:pt x="59" y="416"/>
                    <a:pt x="65" y="409"/>
                  </a:cubicBezTo>
                  <a:cubicBezTo>
                    <a:pt x="190" y="279"/>
                    <a:pt x="336" y="140"/>
                    <a:pt x="515" y="105"/>
                  </a:cubicBezTo>
                  <a:cubicBezTo>
                    <a:pt x="540" y="100"/>
                    <a:pt x="564" y="97"/>
                    <a:pt x="588" y="97"/>
                  </a:cubicBezTo>
                  <a:cubicBezTo>
                    <a:pt x="735" y="97"/>
                    <a:pt x="871" y="191"/>
                    <a:pt x="982" y="304"/>
                  </a:cubicBezTo>
                  <a:cubicBezTo>
                    <a:pt x="1322" y="632"/>
                    <a:pt x="1554" y="1172"/>
                    <a:pt x="2067" y="1272"/>
                  </a:cubicBezTo>
                  <a:cubicBezTo>
                    <a:pt x="2096" y="1274"/>
                    <a:pt x="2124" y="1275"/>
                    <a:pt x="2153" y="1275"/>
                  </a:cubicBezTo>
                  <a:cubicBezTo>
                    <a:pt x="2340" y="1275"/>
                    <a:pt x="2524" y="1228"/>
                    <a:pt x="2653" y="1078"/>
                  </a:cubicBezTo>
                  <a:cubicBezTo>
                    <a:pt x="2899" y="770"/>
                    <a:pt x="2393" y="246"/>
                    <a:pt x="2103" y="246"/>
                  </a:cubicBezTo>
                  <a:cubicBezTo>
                    <a:pt x="1977" y="246"/>
                    <a:pt x="1892" y="346"/>
                    <a:pt x="1929" y="607"/>
                  </a:cubicBezTo>
                  <a:cubicBezTo>
                    <a:pt x="1931" y="624"/>
                    <a:pt x="1944" y="632"/>
                    <a:pt x="1958" y="632"/>
                  </a:cubicBezTo>
                  <a:cubicBezTo>
                    <a:pt x="1974" y="632"/>
                    <a:pt x="1991" y="620"/>
                    <a:pt x="1987" y="598"/>
                  </a:cubicBezTo>
                  <a:cubicBezTo>
                    <a:pt x="1962" y="404"/>
                    <a:pt x="2017" y="329"/>
                    <a:pt x="2105" y="329"/>
                  </a:cubicBezTo>
                  <a:cubicBezTo>
                    <a:pt x="2323" y="329"/>
                    <a:pt x="2738" y="795"/>
                    <a:pt x="2560" y="1008"/>
                  </a:cubicBezTo>
                  <a:cubicBezTo>
                    <a:pt x="2419" y="1116"/>
                    <a:pt x="2291" y="1161"/>
                    <a:pt x="2171" y="1161"/>
                  </a:cubicBezTo>
                  <a:cubicBezTo>
                    <a:pt x="1562" y="1161"/>
                    <a:pt x="1180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55"/>
            <p:cNvSpPr/>
            <p:nvPr/>
          </p:nvSpPr>
          <p:spPr>
            <a:xfrm>
              <a:off x="5769800" y="4942025"/>
              <a:ext cx="59725" cy="60525"/>
            </a:xfrm>
            <a:custGeom>
              <a:rect b="b" l="l" r="r" t="t"/>
              <a:pathLst>
                <a:path extrusionOk="0" h="2421" w="2389">
                  <a:moveTo>
                    <a:pt x="1342" y="0"/>
                  </a:moveTo>
                  <a:cubicBezTo>
                    <a:pt x="1025" y="0"/>
                    <a:pt x="755" y="101"/>
                    <a:pt x="718" y="395"/>
                  </a:cubicBezTo>
                  <a:cubicBezTo>
                    <a:pt x="739" y="883"/>
                    <a:pt x="1157" y="1199"/>
                    <a:pt x="1472" y="1510"/>
                  </a:cubicBezTo>
                  <a:cubicBezTo>
                    <a:pt x="1572" y="1612"/>
                    <a:pt x="1652" y="1726"/>
                    <a:pt x="1634" y="1847"/>
                  </a:cubicBezTo>
                  <a:cubicBezTo>
                    <a:pt x="1620" y="1910"/>
                    <a:pt x="1593" y="1971"/>
                    <a:pt x="1559" y="2026"/>
                  </a:cubicBezTo>
                  <a:cubicBezTo>
                    <a:pt x="1460" y="2217"/>
                    <a:pt x="1241" y="2300"/>
                    <a:pt x="1004" y="2300"/>
                  </a:cubicBezTo>
                  <a:cubicBezTo>
                    <a:pt x="585" y="2300"/>
                    <a:pt x="108" y="2041"/>
                    <a:pt x="124" y="1662"/>
                  </a:cubicBezTo>
                  <a:cubicBezTo>
                    <a:pt x="128" y="1423"/>
                    <a:pt x="308" y="1311"/>
                    <a:pt x="479" y="1311"/>
                  </a:cubicBezTo>
                  <a:cubicBezTo>
                    <a:pt x="679" y="1311"/>
                    <a:pt x="867" y="1466"/>
                    <a:pt x="740" y="1752"/>
                  </a:cubicBezTo>
                  <a:cubicBezTo>
                    <a:pt x="731" y="1768"/>
                    <a:pt x="738" y="1789"/>
                    <a:pt x="755" y="1796"/>
                  </a:cubicBezTo>
                  <a:cubicBezTo>
                    <a:pt x="758" y="1797"/>
                    <a:pt x="761" y="1797"/>
                    <a:pt x="764" y="1797"/>
                  </a:cubicBezTo>
                  <a:cubicBezTo>
                    <a:pt x="807" y="1797"/>
                    <a:pt x="819" y="1701"/>
                    <a:pt x="835" y="1668"/>
                  </a:cubicBezTo>
                  <a:cubicBezTo>
                    <a:pt x="868" y="1550"/>
                    <a:pt x="841" y="1412"/>
                    <a:pt x="743" y="1329"/>
                  </a:cubicBezTo>
                  <a:cubicBezTo>
                    <a:pt x="660" y="1255"/>
                    <a:pt x="563" y="1222"/>
                    <a:pt x="467" y="1222"/>
                  </a:cubicBezTo>
                  <a:cubicBezTo>
                    <a:pt x="244" y="1222"/>
                    <a:pt x="29" y="1401"/>
                    <a:pt x="23" y="1655"/>
                  </a:cubicBezTo>
                  <a:cubicBezTo>
                    <a:pt x="0" y="2117"/>
                    <a:pt x="528" y="2420"/>
                    <a:pt x="1005" y="2420"/>
                  </a:cubicBezTo>
                  <a:cubicBezTo>
                    <a:pt x="1279" y="2420"/>
                    <a:pt x="1536" y="2321"/>
                    <a:pt x="1663" y="2094"/>
                  </a:cubicBezTo>
                  <a:cubicBezTo>
                    <a:pt x="2045" y="1529"/>
                    <a:pt x="1174" y="1230"/>
                    <a:pt x="965" y="784"/>
                  </a:cubicBezTo>
                  <a:cubicBezTo>
                    <a:pt x="633" y="266"/>
                    <a:pt x="962" y="98"/>
                    <a:pt x="1394" y="98"/>
                  </a:cubicBezTo>
                  <a:cubicBezTo>
                    <a:pt x="1732" y="98"/>
                    <a:pt x="2134" y="201"/>
                    <a:pt x="2331" y="319"/>
                  </a:cubicBezTo>
                  <a:cubicBezTo>
                    <a:pt x="2336" y="322"/>
                    <a:pt x="2341" y="323"/>
                    <a:pt x="2346" y="323"/>
                  </a:cubicBezTo>
                  <a:cubicBezTo>
                    <a:pt x="2372" y="323"/>
                    <a:pt x="2389" y="284"/>
                    <a:pt x="2361" y="267"/>
                  </a:cubicBezTo>
                  <a:cubicBezTo>
                    <a:pt x="2160" y="142"/>
                    <a:pt x="1718" y="0"/>
                    <a:pt x="13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55"/>
            <p:cNvSpPr/>
            <p:nvPr/>
          </p:nvSpPr>
          <p:spPr>
            <a:xfrm>
              <a:off x="5844875" y="4867525"/>
              <a:ext cx="49050" cy="22250"/>
            </a:xfrm>
            <a:custGeom>
              <a:rect b="b" l="l" r="r" t="t"/>
              <a:pathLst>
                <a:path extrusionOk="0" h="890" w="1962">
                  <a:moveTo>
                    <a:pt x="1314" y="0"/>
                  </a:moveTo>
                  <a:cubicBezTo>
                    <a:pt x="1202" y="0"/>
                    <a:pt x="1088" y="54"/>
                    <a:pt x="998" y="185"/>
                  </a:cubicBezTo>
                  <a:cubicBezTo>
                    <a:pt x="981" y="206"/>
                    <a:pt x="1002" y="233"/>
                    <a:pt x="1023" y="233"/>
                  </a:cubicBezTo>
                  <a:cubicBezTo>
                    <a:pt x="1031" y="233"/>
                    <a:pt x="1038" y="230"/>
                    <a:pt x="1045" y="223"/>
                  </a:cubicBezTo>
                  <a:cubicBezTo>
                    <a:pt x="1113" y="140"/>
                    <a:pt x="1210" y="83"/>
                    <a:pt x="1307" y="83"/>
                  </a:cubicBezTo>
                  <a:cubicBezTo>
                    <a:pt x="1332" y="83"/>
                    <a:pt x="1356" y="87"/>
                    <a:pt x="1381" y="95"/>
                  </a:cubicBezTo>
                  <a:cubicBezTo>
                    <a:pt x="1601" y="154"/>
                    <a:pt x="1784" y="499"/>
                    <a:pt x="1620" y="684"/>
                  </a:cubicBezTo>
                  <a:cubicBezTo>
                    <a:pt x="1562" y="744"/>
                    <a:pt x="1501" y="768"/>
                    <a:pt x="1439" y="768"/>
                  </a:cubicBezTo>
                  <a:cubicBezTo>
                    <a:pt x="1275" y="768"/>
                    <a:pt x="1104" y="602"/>
                    <a:pt x="967" y="503"/>
                  </a:cubicBezTo>
                  <a:cubicBezTo>
                    <a:pt x="768" y="335"/>
                    <a:pt x="595" y="248"/>
                    <a:pt x="451" y="248"/>
                  </a:cubicBezTo>
                  <a:cubicBezTo>
                    <a:pt x="239" y="248"/>
                    <a:pt x="88" y="434"/>
                    <a:pt x="6" y="817"/>
                  </a:cubicBezTo>
                  <a:cubicBezTo>
                    <a:pt x="1" y="839"/>
                    <a:pt x="19" y="853"/>
                    <a:pt x="36" y="853"/>
                  </a:cubicBezTo>
                  <a:cubicBezTo>
                    <a:pt x="48" y="853"/>
                    <a:pt x="59" y="846"/>
                    <a:pt x="63" y="832"/>
                  </a:cubicBezTo>
                  <a:cubicBezTo>
                    <a:pt x="175" y="472"/>
                    <a:pt x="302" y="350"/>
                    <a:pt x="441" y="350"/>
                  </a:cubicBezTo>
                  <a:cubicBezTo>
                    <a:pt x="734" y="350"/>
                    <a:pt x="1078" y="889"/>
                    <a:pt x="1433" y="889"/>
                  </a:cubicBezTo>
                  <a:cubicBezTo>
                    <a:pt x="1524" y="889"/>
                    <a:pt x="1616" y="854"/>
                    <a:pt x="1708" y="764"/>
                  </a:cubicBezTo>
                  <a:cubicBezTo>
                    <a:pt x="1962" y="447"/>
                    <a:pt x="1640" y="0"/>
                    <a:pt x="1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55"/>
            <p:cNvSpPr/>
            <p:nvPr/>
          </p:nvSpPr>
          <p:spPr>
            <a:xfrm>
              <a:off x="5839050" y="4900325"/>
              <a:ext cx="72525" cy="31750"/>
            </a:xfrm>
            <a:custGeom>
              <a:rect b="b" l="l" r="r" t="t"/>
              <a:pathLst>
                <a:path extrusionOk="0" h="1270" w="2901">
                  <a:moveTo>
                    <a:pt x="2318" y="0"/>
                  </a:moveTo>
                  <a:cubicBezTo>
                    <a:pt x="1657" y="0"/>
                    <a:pt x="1408" y="1147"/>
                    <a:pt x="750" y="1147"/>
                  </a:cubicBezTo>
                  <a:cubicBezTo>
                    <a:pt x="694" y="1147"/>
                    <a:pt x="634" y="1139"/>
                    <a:pt x="571" y="1120"/>
                  </a:cubicBezTo>
                  <a:cubicBezTo>
                    <a:pt x="1" y="997"/>
                    <a:pt x="548" y="321"/>
                    <a:pt x="811" y="321"/>
                  </a:cubicBezTo>
                  <a:cubicBezTo>
                    <a:pt x="899" y="321"/>
                    <a:pt x="955" y="396"/>
                    <a:pt x="928" y="590"/>
                  </a:cubicBezTo>
                  <a:cubicBezTo>
                    <a:pt x="925" y="612"/>
                    <a:pt x="942" y="624"/>
                    <a:pt x="958" y="624"/>
                  </a:cubicBezTo>
                  <a:cubicBezTo>
                    <a:pt x="972" y="624"/>
                    <a:pt x="985" y="616"/>
                    <a:pt x="987" y="599"/>
                  </a:cubicBezTo>
                  <a:cubicBezTo>
                    <a:pt x="1023" y="337"/>
                    <a:pt x="939" y="237"/>
                    <a:pt x="813" y="237"/>
                  </a:cubicBezTo>
                  <a:cubicBezTo>
                    <a:pt x="526" y="237"/>
                    <a:pt x="25" y="760"/>
                    <a:pt x="266" y="1068"/>
                  </a:cubicBezTo>
                  <a:cubicBezTo>
                    <a:pt x="385" y="1204"/>
                    <a:pt x="562" y="1269"/>
                    <a:pt x="740" y="1269"/>
                  </a:cubicBezTo>
                  <a:cubicBezTo>
                    <a:pt x="882" y="1269"/>
                    <a:pt x="1025" y="1228"/>
                    <a:pt x="1140" y="1149"/>
                  </a:cubicBezTo>
                  <a:cubicBezTo>
                    <a:pt x="1579" y="870"/>
                    <a:pt x="1883" y="92"/>
                    <a:pt x="2330" y="92"/>
                  </a:cubicBezTo>
                  <a:cubicBezTo>
                    <a:pt x="2480" y="92"/>
                    <a:pt x="2645" y="179"/>
                    <a:pt x="2837" y="401"/>
                  </a:cubicBezTo>
                  <a:cubicBezTo>
                    <a:pt x="2843" y="408"/>
                    <a:pt x="2851" y="412"/>
                    <a:pt x="2858" y="412"/>
                  </a:cubicBezTo>
                  <a:cubicBezTo>
                    <a:pt x="2880" y="412"/>
                    <a:pt x="2901" y="384"/>
                    <a:pt x="2882" y="363"/>
                  </a:cubicBezTo>
                  <a:cubicBezTo>
                    <a:pt x="2754" y="211"/>
                    <a:pt x="2611" y="60"/>
                    <a:pt x="2409" y="7"/>
                  </a:cubicBezTo>
                  <a:cubicBezTo>
                    <a:pt x="2378" y="2"/>
                    <a:pt x="2347" y="0"/>
                    <a:pt x="23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55"/>
            <p:cNvSpPr/>
            <p:nvPr/>
          </p:nvSpPr>
          <p:spPr>
            <a:xfrm>
              <a:off x="5844650" y="4942200"/>
              <a:ext cx="64225" cy="60350"/>
            </a:xfrm>
            <a:custGeom>
              <a:rect b="b" l="l" r="r" t="t"/>
              <a:pathLst>
                <a:path extrusionOk="0" h="2414" w="2569">
                  <a:moveTo>
                    <a:pt x="1015" y="0"/>
                  </a:moveTo>
                  <a:cubicBezTo>
                    <a:pt x="665" y="0"/>
                    <a:pt x="260" y="110"/>
                    <a:pt x="29" y="261"/>
                  </a:cubicBezTo>
                  <a:cubicBezTo>
                    <a:pt x="0" y="276"/>
                    <a:pt x="18" y="317"/>
                    <a:pt x="43" y="317"/>
                  </a:cubicBezTo>
                  <a:cubicBezTo>
                    <a:pt x="48" y="317"/>
                    <a:pt x="53" y="315"/>
                    <a:pt x="57" y="312"/>
                  </a:cubicBezTo>
                  <a:cubicBezTo>
                    <a:pt x="284" y="195"/>
                    <a:pt x="646" y="87"/>
                    <a:pt x="971" y="87"/>
                  </a:cubicBezTo>
                  <a:cubicBezTo>
                    <a:pt x="1169" y="87"/>
                    <a:pt x="1354" y="127"/>
                    <a:pt x="1485" y="231"/>
                  </a:cubicBezTo>
                  <a:cubicBezTo>
                    <a:pt x="1697" y="484"/>
                    <a:pt x="1331" y="922"/>
                    <a:pt x="1146" y="1112"/>
                  </a:cubicBezTo>
                  <a:cubicBezTo>
                    <a:pt x="747" y="1483"/>
                    <a:pt x="350" y="1763"/>
                    <a:pt x="879" y="2268"/>
                  </a:cubicBezTo>
                  <a:cubicBezTo>
                    <a:pt x="1010" y="2369"/>
                    <a:pt x="1184" y="2414"/>
                    <a:pt x="1366" y="2414"/>
                  </a:cubicBezTo>
                  <a:cubicBezTo>
                    <a:pt x="1928" y="2414"/>
                    <a:pt x="2569" y="1986"/>
                    <a:pt x="2279" y="1415"/>
                  </a:cubicBezTo>
                  <a:cubicBezTo>
                    <a:pt x="2207" y="1283"/>
                    <a:pt x="2061" y="1219"/>
                    <a:pt x="1917" y="1219"/>
                  </a:cubicBezTo>
                  <a:cubicBezTo>
                    <a:pt x="1728" y="1219"/>
                    <a:pt x="1543" y="1329"/>
                    <a:pt x="1532" y="1542"/>
                  </a:cubicBezTo>
                  <a:cubicBezTo>
                    <a:pt x="1523" y="1623"/>
                    <a:pt x="1556" y="1700"/>
                    <a:pt x="1586" y="1774"/>
                  </a:cubicBezTo>
                  <a:cubicBezTo>
                    <a:pt x="1591" y="1785"/>
                    <a:pt x="1602" y="1791"/>
                    <a:pt x="1613" y="1791"/>
                  </a:cubicBezTo>
                  <a:cubicBezTo>
                    <a:pt x="1617" y="1791"/>
                    <a:pt x="1622" y="1790"/>
                    <a:pt x="1626" y="1788"/>
                  </a:cubicBezTo>
                  <a:cubicBezTo>
                    <a:pt x="1641" y="1780"/>
                    <a:pt x="1647" y="1760"/>
                    <a:pt x="1639" y="1745"/>
                  </a:cubicBezTo>
                  <a:cubicBezTo>
                    <a:pt x="1513" y="1460"/>
                    <a:pt x="1699" y="1304"/>
                    <a:pt x="1898" y="1304"/>
                  </a:cubicBezTo>
                  <a:cubicBezTo>
                    <a:pt x="2067" y="1304"/>
                    <a:pt x="2245" y="1416"/>
                    <a:pt x="2250" y="1654"/>
                  </a:cubicBezTo>
                  <a:cubicBezTo>
                    <a:pt x="2267" y="2033"/>
                    <a:pt x="1792" y="2293"/>
                    <a:pt x="1376" y="2293"/>
                  </a:cubicBezTo>
                  <a:cubicBezTo>
                    <a:pt x="1141" y="2293"/>
                    <a:pt x="925" y="2211"/>
                    <a:pt x="826" y="2019"/>
                  </a:cubicBezTo>
                  <a:cubicBezTo>
                    <a:pt x="792" y="1963"/>
                    <a:pt x="766" y="1903"/>
                    <a:pt x="752" y="1840"/>
                  </a:cubicBezTo>
                  <a:cubicBezTo>
                    <a:pt x="734" y="1720"/>
                    <a:pt x="812" y="1605"/>
                    <a:pt x="911" y="1503"/>
                  </a:cubicBezTo>
                  <a:cubicBezTo>
                    <a:pt x="1118" y="1296"/>
                    <a:pt x="1365" y="1102"/>
                    <a:pt x="1515" y="838"/>
                  </a:cubicBezTo>
                  <a:cubicBezTo>
                    <a:pt x="1885" y="216"/>
                    <a:pt x="1505" y="0"/>
                    <a:pt x="10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55"/>
            <p:cNvSpPr/>
            <p:nvPr/>
          </p:nvSpPr>
          <p:spPr>
            <a:xfrm>
              <a:off x="5851450" y="5017375"/>
              <a:ext cx="40800" cy="12900"/>
            </a:xfrm>
            <a:custGeom>
              <a:rect b="b" l="l" r="r" t="t"/>
              <a:pathLst>
                <a:path extrusionOk="0" h="516" w="1632">
                  <a:moveTo>
                    <a:pt x="1589" y="1"/>
                  </a:moveTo>
                  <a:cubicBezTo>
                    <a:pt x="1583" y="1"/>
                    <a:pt x="1577" y="3"/>
                    <a:pt x="1572" y="7"/>
                  </a:cubicBezTo>
                  <a:cubicBezTo>
                    <a:pt x="1220" y="260"/>
                    <a:pt x="796" y="405"/>
                    <a:pt x="366" y="405"/>
                  </a:cubicBezTo>
                  <a:cubicBezTo>
                    <a:pt x="260" y="405"/>
                    <a:pt x="153" y="396"/>
                    <a:pt x="47" y="378"/>
                  </a:cubicBezTo>
                  <a:cubicBezTo>
                    <a:pt x="45" y="378"/>
                    <a:pt x="43" y="377"/>
                    <a:pt x="41" y="377"/>
                  </a:cubicBezTo>
                  <a:cubicBezTo>
                    <a:pt x="12" y="377"/>
                    <a:pt x="1" y="423"/>
                    <a:pt x="32" y="435"/>
                  </a:cubicBezTo>
                  <a:cubicBezTo>
                    <a:pt x="181" y="489"/>
                    <a:pt x="340" y="515"/>
                    <a:pt x="499" y="515"/>
                  </a:cubicBezTo>
                  <a:cubicBezTo>
                    <a:pt x="910" y="515"/>
                    <a:pt x="1327" y="343"/>
                    <a:pt x="1611" y="51"/>
                  </a:cubicBezTo>
                  <a:cubicBezTo>
                    <a:pt x="1631" y="31"/>
                    <a:pt x="1612" y="1"/>
                    <a:pt x="15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55"/>
            <p:cNvSpPr/>
            <p:nvPr/>
          </p:nvSpPr>
          <p:spPr>
            <a:xfrm>
              <a:off x="5803325" y="4856925"/>
              <a:ext cx="19625" cy="4475"/>
            </a:xfrm>
            <a:custGeom>
              <a:rect b="b" l="l" r="r" t="t"/>
              <a:pathLst>
                <a:path extrusionOk="0" h="179" w="785">
                  <a:moveTo>
                    <a:pt x="476" y="0"/>
                  </a:moveTo>
                  <a:cubicBezTo>
                    <a:pt x="319" y="0"/>
                    <a:pt x="160" y="42"/>
                    <a:pt x="26" y="123"/>
                  </a:cubicBezTo>
                  <a:cubicBezTo>
                    <a:pt x="1" y="138"/>
                    <a:pt x="13" y="179"/>
                    <a:pt x="41" y="179"/>
                  </a:cubicBezTo>
                  <a:cubicBezTo>
                    <a:pt x="43" y="179"/>
                    <a:pt x="44" y="179"/>
                    <a:pt x="46" y="179"/>
                  </a:cubicBezTo>
                  <a:cubicBezTo>
                    <a:pt x="282" y="142"/>
                    <a:pt x="505" y="115"/>
                    <a:pt x="746" y="105"/>
                  </a:cubicBezTo>
                  <a:cubicBezTo>
                    <a:pt x="777" y="104"/>
                    <a:pt x="785" y="56"/>
                    <a:pt x="754" y="47"/>
                  </a:cubicBezTo>
                  <a:cubicBezTo>
                    <a:pt x="666" y="16"/>
                    <a:pt x="571" y="0"/>
                    <a:pt x="4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55"/>
            <p:cNvSpPr/>
            <p:nvPr/>
          </p:nvSpPr>
          <p:spPr>
            <a:xfrm>
              <a:off x="5812650" y="4982275"/>
              <a:ext cx="19500" cy="35500"/>
            </a:xfrm>
            <a:custGeom>
              <a:rect b="b" l="l" r="r" t="t"/>
              <a:pathLst>
                <a:path extrusionOk="0" h="1420" w="780">
                  <a:moveTo>
                    <a:pt x="399" y="0"/>
                  </a:moveTo>
                  <a:cubicBezTo>
                    <a:pt x="379" y="0"/>
                    <a:pt x="359" y="22"/>
                    <a:pt x="371" y="44"/>
                  </a:cubicBezTo>
                  <a:cubicBezTo>
                    <a:pt x="612" y="500"/>
                    <a:pt x="492" y="1109"/>
                    <a:pt x="28" y="1364"/>
                  </a:cubicBezTo>
                  <a:cubicBezTo>
                    <a:pt x="0" y="1379"/>
                    <a:pt x="15" y="1420"/>
                    <a:pt x="41" y="1420"/>
                  </a:cubicBezTo>
                  <a:cubicBezTo>
                    <a:pt x="44" y="1420"/>
                    <a:pt x="48" y="1419"/>
                    <a:pt x="51" y="1418"/>
                  </a:cubicBezTo>
                  <a:cubicBezTo>
                    <a:pt x="618" y="1237"/>
                    <a:pt x="779" y="452"/>
                    <a:pt x="421" y="12"/>
                  </a:cubicBezTo>
                  <a:cubicBezTo>
                    <a:pt x="415" y="4"/>
                    <a:pt x="407" y="0"/>
                    <a:pt x="3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55"/>
            <p:cNvSpPr/>
            <p:nvPr/>
          </p:nvSpPr>
          <p:spPr>
            <a:xfrm>
              <a:off x="5845775" y="4980200"/>
              <a:ext cx="16050" cy="34425"/>
            </a:xfrm>
            <a:custGeom>
              <a:rect b="b" l="l" r="r" t="t"/>
              <a:pathLst>
                <a:path extrusionOk="0" h="1377" w="642">
                  <a:moveTo>
                    <a:pt x="223" y="1"/>
                  </a:moveTo>
                  <a:cubicBezTo>
                    <a:pt x="212" y="1"/>
                    <a:pt x="202" y="6"/>
                    <a:pt x="197" y="18"/>
                  </a:cubicBezTo>
                  <a:cubicBezTo>
                    <a:pt x="0" y="475"/>
                    <a:pt x="86" y="1157"/>
                    <a:pt x="588" y="1374"/>
                  </a:cubicBezTo>
                  <a:cubicBezTo>
                    <a:pt x="592" y="1376"/>
                    <a:pt x="596" y="1377"/>
                    <a:pt x="599" y="1377"/>
                  </a:cubicBezTo>
                  <a:cubicBezTo>
                    <a:pt x="625" y="1377"/>
                    <a:pt x="642" y="1339"/>
                    <a:pt x="616" y="1322"/>
                  </a:cubicBezTo>
                  <a:cubicBezTo>
                    <a:pt x="207" y="1042"/>
                    <a:pt x="167" y="485"/>
                    <a:pt x="253" y="36"/>
                  </a:cubicBezTo>
                  <a:cubicBezTo>
                    <a:pt x="257" y="15"/>
                    <a:pt x="240" y="1"/>
                    <a:pt x="2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55"/>
            <p:cNvSpPr/>
            <p:nvPr/>
          </p:nvSpPr>
          <p:spPr>
            <a:xfrm>
              <a:off x="5458150" y="4598650"/>
              <a:ext cx="137625" cy="128850"/>
            </a:xfrm>
            <a:custGeom>
              <a:rect b="b" l="l" r="r" t="t"/>
              <a:pathLst>
                <a:path extrusionOk="0" h="5154" w="5505">
                  <a:moveTo>
                    <a:pt x="2781" y="1"/>
                  </a:moveTo>
                  <a:cubicBezTo>
                    <a:pt x="1471" y="1"/>
                    <a:pt x="884" y="896"/>
                    <a:pt x="667" y="1618"/>
                  </a:cubicBezTo>
                  <a:cubicBezTo>
                    <a:pt x="424" y="2435"/>
                    <a:pt x="0" y="3974"/>
                    <a:pt x="1880" y="4870"/>
                  </a:cubicBezTo>
                  <a:cubicBezTo>
                    <a:pt x="2295" y="5068"/>
                    <a:pt x="2679" y="5153"/>
                    <a:pt x="3028" y="5153"/>
                  </a:cubicBezTo>
                  <a:cubicBezTo>
                    <a:pt x="4258" y="5153"/>
                    <a:pt x="5052" y="4089"/>
                    <a:pt x="5250" y="3138"/>
                  </a:cubicBezTo>
                  <a:cubicBezTo>
                    <a:pt x="5504" y="1917"/>
                    <a:pt x="5260" y="367"/>
                    <a:pt x="3322" y="48"/>
                  </a:cubicBezTo>
                  <a:cubicBezTo>
                    <a:pt x="3129" y="16"/>
                    <a:pt x="2949" y="1"/>
                    <a:pt x="278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55"/>
            <p:cNvSpPr/>
            <p:nvPr/>
          </p:nvSpPr>
          <p:spPr>
            <a:xfrm>
              <a:off x="5510300" y="4643325"/>
              <a:ext cx="10100" cy="15850"/>
            </a:xfrm>
            <a:custGeom>
              <a:rect b="b" l="l" r="r" t="t"/>
              <a:pathLst>
                <a:path extrusionOk="0" h="634" w="404">
                  <a:moveTo>
                    <a:pt x="297" y="1"/>
                  </a:moveTo>
                  <a:cubicBezTo>
                    <a:pt x="195" y="1"/>
                    <a:pt x="0" y="597"/>
                    <a:pt x="116" y="632"/>
                  </a:cubicBezTo>
                  <a:cubicBezTo>
                    <a:pt x="119" y="633"/>
                    <a:pt x="123" y="633"/>
                    <a:pt x="126" y="633"/>
                  </a:cubicBezTo>
                  <a:cubicBezTo>
                    <a:pt x="246" y="633"/>
                    <a:pt x="403" y="30"/>
                    <a:pt x="305" y="2"/>
                  </a:cubicBezTo>
                  <a:cubicBezTo>
                    <a:pt x="302" y="1"/>
                    <a:pt x="300" y="1"/>
                    <a:pt x="2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55"/>
            <p:cNvSpPr/>
            <p:nvPr/>
          </p:nvSpPr>
          <p:spPr>
            <a:xfrm>
              <a:off x="5541200" y="4652575"/>
              <a:ext cx="10100" cy="15850"/>
            </a:xfrm>
            <a:custGeom>
              <a:rect b="b" l="l" r="r" t="t"/>
              <a:pathLst>
                <a:path extrusionOk="0" h="634" w="404">
                  <a:moveTo>
                    <a:pt x="299" y="1"/>
                  </a:moveTo>
                  <a:cubicBezTo>
                    <a:pt x="195" y="1"/>
                    <a:pt x="1" y="597"/>
                    <a:pt x="117" y="632"/>
                  </a:cubicBezTo>
                  <a:cubicBezTo>
                    <a:pt x="121" y="633"/>
                    <a:pt x="124" y="634"/>
                    <a:pt x="127" y="634"/>
                  </a:cubicBezTo>
                  <a:cubicBezTo>
                    <a:pt x="246" y="634"/>
                    <a:pt x="404" y="31"/>
                    <a:pt x="306" y="2"/>
                  </a:cubicBezTo>
                  <a:cubicBezTo>
                    <a:pt x="304" y="1"/>
                    <a:pt x="301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55"/>
            <p:cNvSpPr/>
            <p:nvPr/>
          </p:nvSpPr>
          <p:spPr>
            <a:xfrm>
              <a:off x="5493450" y="4651325"/>
              <a:ext cx="75075" cy="34550"/>
            </a:xfrm>
            <a:custGeom>
              <a:rect b="b" l="l" r="r" t="t"/>
              <a:pathLst>
                <a:path extrusionOk="0" h="1382" w="3003">
                  <a:moveTo>
                    <a:pt x="33" y="0"/>
                  </a:moveTo>
                  <a:cubicBezTo>
                    <a:pt x="17" y="0"/>
                    <a:pt x="0" y="12"/>
                    <a:pt x="3" y="33"/>
                  </a:cubicBezTo>
                  <a:cubicBezTo>
                    <a:pt x="130" y="807"/>
                    <a:pt x="1078" y="1382"/>
                    <a:pt x="1918" y="1382"/>
                  </a:cubicBezTo>
                  <a:cubicBezTo>
                    <a:pt x="2340" y="1382"/>
                    <a:pt x="2736" y="1237"/>
                    <a:pt x="2986" y="898"/>
                  </a:cubicBezTo>
                  <a:cubicBezTo>
                    <a:pt x="3002" y="875"/>
                    <a:pt x="2981" y="850"/>
                    <a:pt x="2960" y="850"/>
                  </a:cubicBezTo>
                  <a:cubicBezTo>
                    <a:pt x="2952" y="850"/>
                    <a:pt x="2945" y="854"/>
                    <a:pt x="2939" y="861"/>
                  </a:cubicBezTo>
                  <a:cubicBezTo>
                    <a:pt x="2696" y="1144"/>
                    <a:pt x="2337" y="1265"/>
                    <a:pt x="1955" y="1265"/>
                  </a:cubicBezTo>
                  <a:cubicBezTo>
                    <a:pt x="1151" y="1265"/>
                    <a:pt x="240" y="730"/>
                    <a:pt x="61" y="23"/>
                  </a:cubicBezTo>
                  <a:cubicBezTo>
                    <a:pt x="58" y="7"/>
                    <a:pt x="45" y="0"/>
                    <a:pt x="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55"/>
            <p:cNvSpPr/>
            <p:nvPr/>
          </p:nvSpPr>
          <p:spPr>
            <a:xfrm>
              <a:off x="5472725" y="4652500"/>
              <a:ext cx="11525" cy="47500"/>
            </a:xfrm>
            <a:custGeom>
              <a:rect b="b" l="l" r="r" t="t"/>
              <a:pathLst>
                <a:path extrusionOk="0" h="1900" w="461">
                  <a:moveTo>
                    <a:pt x="130" y="1"/>
                  </a:moveTo>
                  <a:cubicBezTo>
                    <a:pt x="116" y="1"/>
                    <a:pt x="103" y="9"/>
                    <a:pt x="101" y="25"/>
                  </a:cubicBezTo>
                  <a:cubicBezTo>
                    <a:pt x="0" y="650"/>
                    <a:pt x="54" y="1340"/>
                    <a:pt x="398" y="1886"/>
                  </a:cubicBezTo>
                  <a:cubicBezTo>
                    <a:pt x="404" y="1896"/>
                    <a:pt x="412" y="1900"/>
                    <a:pt x="421" y="1900"/>
                  </a:cubicBezTo>
                  <a:cubicBezTo>
                    <a:pt x="441" y="1900"/>
                    <a:pt x="460" y="1881"/>
                    <a:pt x="450" y="1858"/>
                  </a:cubicBezTo>
                  <a:cubicBezTo>
                    <a:pt x="195" y="1283"/>
                    <a:pt x="153" y="651"/>
                    <a:pt x="160" y="30"/>
                  </a:cubicBezTo>
                  <a:cubicBezTo>
                    <a:pt x="161" y="11"/>
                    <a:pt x="145" y="1"/>
                    <a:pt x="1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55"/>
            <p:cNvSpPr/>
            <p:nvPr/>
          </p:nvSpPr>
          <p:spPr>
            <a:xfrm>
              <a:off x="5490950" y="4602225"/>
              <a:ext cx="65750" cy="16025"/>
            </a:xfrm>
            <a:custGeom>
              <a:rect b="b" l="l" r="r" t="t"/>
              <a:pathLst>
                <a:path extrusionOk="0" h="641" w="2630">
                  <a:moveTo>
                    <a:pt x="1445" y="1"/>
                  </a:moveTo>
                  <a:cubicBezTo>
                    <a:pt x="907" y="1"/>
                    <a:pt x="373" y="185"/>
                    <a:pt x="19" y="592"/>
                  </a:cubicBezTo>
                  <a:cubicBezTo>
                    <a:pt x="1" y="613"/>
                    <a:pt x="22" y="641"/>
                    <a:pt x="43" y="641"/>
                  </a:cubicBezTo>
                  <a:cubicBezTo>
                    <a:pt x="50" y="641"/>
                    <a:pt x="57" y="638"/>
                    <a:pt x="62" y="632"/>
                  </a:cubicBezTo>
                  <a:cubicBezTo>
                    <a:pt x="446" y="278"/>
                    <a:pt x="958" y="124"/>
                    <a:pt x="1476" y="124"/>
                  </a:cubicBezTo>
                  <a:cubicBezTo>
                    <a:pt x="1855" y="124"/>
                    <a:pt x="2238" y="207"/>
                    <a:pt x="2575" y="355"/>
                  </a:cubicBezTo>
                  <a:cubicBezTo>
                    <a:pt x="2580" y="357"/>
                    <a:pt x="2584" y="358"/>
                    <a:pt x="2588" y="358"/>
                  </a:cubicBezTo>
                  <a:cubicBezTo>
                    <a:pt x="2614" y="358"/>
                    <a:pt x="2630" y="319"/>
                    <a:pt x="2603" y="303"/>
                  </a:cubicBezTo>
                  <a:cubicBezTo>
                    <a:pt x="2264" y="107"/>
                    <a:pt x="1853" y="1"/>
                    <a:pt x="14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56"/>
          <p:cNvSpPr txBox="1"/>
          <p:nvPr/>
        </p:nvSpPr>
        <p:spPr>
          <a:xfrm>
            <a:off x="148475" y="864700"/>
            <a:ext cx="5704500" cy="41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Raleway"/>
              <a:buChar char="●"/>
            </a:pPr>
            <a:r>
              <a:rPr b="1" lang="en" sz="20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Is a conversational AI-powered solution </a:t>
            </a:r>
            <a:endParaRPr b="1" sz="20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Raleway"/>
              <a:buChar char="●"/>
            </a:pPr>
            <a:r>
              <a:rPr b="1" lang="en" sz="20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Designed to make healthcare more interactive and proactive.</a:t>
            </a:r>
            <a:endParaRPr b="1" sz="20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Raleway"/>
              <a:buChar char="●"/>
            </a:pPr>
            <a:r>
              <a:rPr b="1" lang="en" sz="20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Chatbots were used also for firsthand symptom assessment. </a:t>
            </a:r>
            <a:endParaRPr b="1" sz="20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Raleway"/>
              <a:buChar char="●"/>
            </a:pPr>
            <a:r>
              <a:rPr b="1" lang="en" sz="20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Healthcare chatbots act as the mediator between patients and their healthcare providers.</a:t>
            </a:r>
            <a:endParaRPr b="1" sz="20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75" name="Google Shape;1075;p56"/>
          <p:cNvSpPr txBox="1"/>
          <p:nvPr/>
        </p:nvSpPr>
        <p:spPr>
          <a:xfrm>
            <a:off x="1719750" y="194200"/>
            <a:ext cx="57045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rPr>
              <a:t>What is a Medical chatbot?</a:t>
            </a:r>
            <a:endParaRPr b="1" sz="3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76" name="Google Shape;1076;p56"/>
          <p:cNvPicPr preferRelativeResize="0"/>
          <p:nvPr/>
        </p:nvPicPr>
        <p:blipFill rotWithShape="1">
          <a:blip r:embed="rId3">
            <a:alphaModFix/>
          </a:blip>
          <a:srcRect b="0" l="20107" r="22457" t="10825"/>
          <a:stretch/>
        </p:blipFill>
        <p:spPr>
          <a:xfrm>
            <a:off x="6084850" y="835000"/>
            <a:ext cx="2738100" cy="4201500"/>
          </a:xfrm>
          <a:prstGeom prst="roundRect">
            <a:avLst>
              <a:gd fmla="val 5824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57"/>
          <p:cNvSpPr txBox="1"/>
          <p:nvPr/>
        </p:nvSpPr>
        <p:spPr>
          <a:xfrm>
            <a:off x="2124900" y="0"/>
            <a:ext cx="4894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rPr>
              <a:t>Our medical chatbot:</a:t>
            </a:r>
            <a:endParaRPr sz="3200">
              <a:solidFill>
                <a:schemeClr val="accent4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pic>
        <p:nvPicPr>
          <p:cNvPr id="1082" name="Google Shape;1082;p57"/>
          <p:cNvPicPr preferRelativeResize="0"/>
          <p:nvPr/>
        </p:nvPicPr>
        <p:blipFill rotWithShape="1">
          <a:blip r:embed="rId3">
            <a:alphaModFix/>
          </a:blip>
          <a:srcRect b="5435" l="0" r="0" t="5310"/>
          <a:stretch/>
        </p:blipFill>
        <p:spPr>
          <a:xfrm>
            <a:off x="499650" y="774900"/>
            <a:ext cx="8144700" cy="4089000"/>
          </a:xfrm>
          <a:prstGeom prst="roundRect">
            <a:avLst>
              <a:gd fmla="val 308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58"/>
          <p:cNvSpPr txBox="1"/>
          <p:nvPr/>
        </p:nvSpPr>
        <p:spPr>
          <a:xfrm>
            <a:off x="0" y="1581195"/>
            <a:ext cx="4265100" cy="29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Raleway"/>
              <a:buChar char="●"/>
            </a:pPr>
            <a:r>
              <a:rPr b="1" lang="en" sz="20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Understanding User Input</a:t>
            </a:r>
            <a:endParaRPr b="1" sz="20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Raleway"/>
              <a:buChar char="●"/>
            </a:pPr>
            <a:r>
              <a:rPr b="1" lang="en" sz="20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Sentiment Analysis</a:t>
            </a:r>
            <a:endParaRPr b="1" sz="20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Raleway"/>
              <a:buChar char="●"/>
            </a:pPr>
            <a:r>
              <a:rPr b="1" lang="en" sz="20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Language Translation</a:t>
            </a:r>
            <a:endParaRPr b="1" sz="20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Raleway"/>
              <a:buChar char="●"/>
            </a:pPr>
            <a:r>
              <a:rPr b="1" lang="en" sz="20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Context Management</a:t>
            </a:r>
            <a:endParaRPr b="1" sz="20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Raleway"/>
              <a:buChar char="●"/>
            </a:pPr>
            <a:r>
              <a:rPr b="1" lang="en" sz="20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Information Retrieval</a:t>
            </a:r>
            <a:endParaRPr b="1" sz="20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Raleway"/>
              <a:buChar char="●"/>
            </a:pPr>
            <a:r>
              <a:rPr b="1" lang="en" sz="20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Named Entity Recognition</a:t>
            </a:r>
            <a:endParaRPr b="1" sz="20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88" name="Google Shape;1088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5100" y="886400"/>
            <a:ext cx="4726500" cy="3655800"/>
          </a:xfrm>
          <a:prstGeom prst="roundRect">
            <a:avLst>
              <a:gd fmla="val 3185" name="adj"/>
            </a:avLst>
          </a:prstGeom>
          <a:noFill/>
          <a:ln>
            <a:noFill/>
          </a:ln>
        </p:spPr>
      </p:pic>
      <p:sp>
        <p:nvSpPr>
          <p:cNvPr id="1089" name="Google Shape;1089;p58"/>
          <p:cNvSpPr txBox="1"/>
          <p:nvPr/>
        </p:nvSpPr>
        <p:spPr>
          <a:xfrm>
            <a:off x="115775" y="346800"/>
            <a:ext cx="4574100" cy="11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rPr>
              <a:t>The relationship between NLP and</a:t>
            </a:r>
            <a:r>
              <a:rPr lang="en" sz="19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rPr>
              <a:t> </a:t>
            </a:r>
            <a:r>
              <a:rPr lang="en" sz="25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rPr>
              <a:t>CHATBOT: </a:t>
            </a:r>
            <a:endParaRPr sz="2500">
              <a:solidFill>
                <a:schemeClr val="accent4"/>
              </a:solidFill>
              <a:latin typeface="Raleway Black"/>
              <a:ea typeface="Raleway Black"/>
              <a:cs typeface="Raleway Black"/>
              <a:sym typeface="Raleway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59"/>
          <p:cNvSpPr txBox="1"/>
          <p:nvPr/>
        </p:nvSpPr>
        <p:spPr>
          <a:xfrm>
            <a:off x="117450" y="1683975"/>
            <a:ext cx="8604300" cy="29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Some of the most important models and apps were used, such as: </a:t>
            </a:r>
            <a:endParaRPr b="1" sz="20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500"/>
              <a:buFont typeface="Raleway"/>
              <a:buChar char="●"/>
            </a:pPr>
            <a:r>
              <a:rPr b="1" lang="en" sz="35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Ollama </a:t>
            </a:r>
            <a:endParaRPr b="1" sz="35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95" name="Google Shape;1095;p59"/>
          <p:cNvSpPr txBox="1"/>
          <p:nvPr>
            <p:ph idx="2" type="title"/>
          </p:nvPr>
        </p:nvSpPr>
        <p:spPr>
          <a:xfrm>
            <a:off x="152400" y="353400"/>
            <a:ext cx="5432400" cy="115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300"/>
              <a:t> WE USED:</a:t>
            </a:r>
            <a:endParaRPr sz="6300"/>
          </a:p>
        </p:txBody>
      </p:sp>
      <p:sp>
        <p:nvSpPr>
          <p:cNvPr id="1096" name="Google Shape;1096;p59"/>
          <p:cNvSpPr txBox="1"/>
          <p:nvPr/>
        </p:nvSpPr>
        <p:spPr>
          <a:xfrm>
            <a:off x="4880375" y="2272500"/>
            <a:ext cx="2869800" cy="5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500"/>
              <a:buFont typeface="Raleway"/>
              <a:buChar char="●"/>
            </a:pPr>
            <a:r>
              <a:rPr b="1" lang="en" sz="35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Docker</a:t>
            </a:r>
            <a:endParaRPr>
              <a:solidFill>
                <a:srgbClr val="434343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1097" name="Google Shape;1097;p59"/>
          <p:cNvSpPr txBox="1"/>
          <p:nvPr/>
        </p:nvSpPr>
        <p:spPr>
          <a:xfrm>
            <a:off x="117450" y="3531900"/>
            <a:ext cx="3633600" cy="5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500"/>
              <a:buFont typeface="Raleway"/>
              <a:buChar char="●"/>
            </a:pPr>
            <a:r>
              <a:rPr b="1" lang="en" sz="35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Open WebUI </a:t>
            </a:r>
            <a:endParaRPr>
              <a:solidFill>
                <a:srgbClr val="434343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1098" name="Google Shape;1098;p59"/>
          <p:cNvSpPr txBox="1"/>
          <p:nvPr/>
        </p:nvSpPr>
        <p:spPr>
          <a:xfrm>
            <a:off x="4880375" y="3428100"/>
            <a:ext cx="2198100" cy="8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500"/>
              <a:buFont typeface="Raleway"/>
              <a:buChar char="●"/>
            </a:pPr>
            <a:r>
              <a:rPr b="1" lang="en" sz="35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Meta</a:t>
            </a:r>
            <a:endParaRPr b="1" sz="35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1099" name="Google Shape;1099;p59"/>
          <p:cNvGrpSpPr/>
          <p:nvPr/>
        </p:nvGrpSpPr>
        <p:grpSpPr>
          <a:xfrm>
            <a:off x="7298070" y="3044907"/>
            <a:ext cx="1509741" cy="2098589"/>
            <a:chOff x="7209168" y="2951121"/>
            <a:chExt cx="1192717" cy="1791063"/>
          </a:xfrm>
        </p:grpSpPr>
        <p:sp>
          <p:nvSpPr>
            <p:cNvPr id="1100" name="Google Shape;1100;p59"/>
            <p:cNvSpPr/>
            <p:nvPr/>
          </p:nvSpPr>
          <p:spPr>
            <a:xfrm>
              <a:off x="7322386" y="4196871"/>
              <a:ext cx="865509" cy="545313"/>
            </a:xfrm>
            <a:custGeom>
              <a:rect b="b" l="l" r="r" t="t"/>
              <a:pathLst>
                <a:path extrusionOk="0" h="7456" w="11834">
                  <a:moveTo>
                    <a:pt x="2207" y="0"/>
                  </a:moveTo>
                  <a:cubicBezTo>
                    <a:pt x="2207" y="0"/>
                    <a:pt x="2516" y="3901"/>
                    <a:pt x="2207" y="4210"/>
                  </a:cubicBezTo>
                  <a:cubicBezTo>
                    <a:pt x="2007" y="4410"/>
                    <a:pt x="814" y="6214"/>
                    <a:pt x="1" y="7455"/>
                  </a:cubicBezTo>
                  <a:lnTo>
                    <a:pt x="11834" y="7455"/>
                  </a:lnTo>
                  <a:cubicBezTo>
                    <a:pt x="11020" y="6214"/>
                    <a:pt x="9827" y="4410"/>
                    <a:pt x="9627" y="4210"/>
                  </a:cubicBezTo>
                  <a:cubicBezTo>
                    <a:pt x="9319" y="3901"/>
                    <a:pt x="9627" y="0"/>
                    <a:pt x="9627" y="0"/>
                  </a:cubicBezTo>
                  <a:close/>
                </a:path>
              </a:pathLst>
            </a:custGeom>
            <a:solidFill>
              <a:srgbClr val="995E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59"/>
            <p:cNvSpPr/>
            <p:nvPr/>
          </p:nvSpPr>
          <p:spPr>
            <a:xfrm>
              <a:off x="7266508" y="3247912"/>
              <a:ext cx="922556" cy="681641"/>
            </a:xfrm>
            <a:custGeom>
              <a:rect b="b" l="l" r="r" t="t"/>
              <a:pathLst>
                <a:path extrusionOk="0" h="9320" w="12614">
                  <a:moveTo>
                    <a:pt x="6866" y="1"/>
                  </a:moveTo>
                  <a:cubicBezTo>
                    <a:pt x="0" y="1"/>
                    <a:pt x="372" y="4648"/>
                    <a:pt x="909" y="9320"/>
                  </a:cubicBezTo>
                  <a:lnTo>
                    <a:pt x="12101" y="9113"/>
                  </a:lnTo>
                  <a:cubicBezTo>
                    <a:pt x="12613" y="2163"/>
                    <a:pt x="12154" y="1"/>
                    <a:pt x="6866" y="1"/>
                  </a:cubicBezTo>
                  <a:close/>
                </a:path>
              </a:pathLst>
            </a:custGeom>
            <a:solidFill>
              <a:srgbClr val="2520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59"/>
            <p:cNvSpPr/>
            <p:nvPr/>
          </p:nvSpPr>
          <p:spPr>
            <a:xfrm>
              <a:off x="7209168" y="3812899"/>
              <a:ext cx="227238" cy="337383"/>
            </a:xfrm>
            <a:custGeom>
              <a:rect b="b" l="l" r="r" t="t"/>
              <a:pathLst>
                <a:path extrusionOk="0" h="4613" w="3107">
                  <a:moveTo>
                    <a:pt x="1365" y="0"/>
                  </a:moveTo>
                  <a:cubicBezTo>
                    <a:pt x="1275" y="0"/>
                    <a:pt x="1179" y="22"/>
                    <a:pt x="1077" y="69"/>
                  </a:cubicBezTo>
                  <a:cubicBezTo>
                    <a:pt x="1" y="571"/>
                    <a:pt x="37" y="3841"/>
                    <a:pt x="1328" y="4410"/>
                  </a:cubicBezTo>
                  <a:cubicBezTo>
                    <a:pt x="1628" y="4542"/>
                    <a:pt x="1894" y="4613"/>
                    <a:pt x="2116" y="4613"/>
                  </a:cubicBezTo>
                  <a:cubicBezTo>
                    <a:pt x="2848" y="4613"/>
                    <a:pt x="3107" y="3842"/>
                    <a:pt x="2584" y="1970"/>
                  </a:cubicBezTo>
                  <a:cubicBezTo>
                    <a:pt x="2584" y="1970"/>
                    <a:pt x="2231" y="0"/>
                    <a:pt x="1365" y="0"/>
                  </a:cubicBezTo>
                  <a:close/>
                </a:path>
              </a:pathLst>
            </a:custGeom>
            <a:solidFill>
              <a:srgbClr val="995E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59"/>
            <p:cNvSpPr/>
            <p:nvPr/>
          </p:nvSpPr>
          <p:spPr>
            <a:xfrm>
              <a:off x="8043891" y="3812899"/>
              <a:ext cx="227238" cy="337383"/>
            </a:xfrm>
            <a:custGeom>
              <a:rect b="b" l="l" r="r" t="t"/>
              <a:pathLst>
                <a:path extrusionOk="0" h="4613" w="3107">
                  <a:moveTo>
                    <a:pt x="1741" y="0"/>
                  </a:moveTo>
                  <a:cubicBezTo>
                    <a:pt x="876" y="0"/>
                    <a:pt x="523" y="1970"/>
                    <a:pt x="523" y="1970"/>
                  </a:cubicBezTo>
                  <a:cubicBezTo>
                    <a:pt x="0" y="3842"/>
                    <a:pt x="259" y="4613"/>
                    <a:pt x="991" y="4613"/>
                  </a:cubicBezTo>
                  <a:cubicBezTo>
                    <a:pt x="1213" y="4613"/>
                    <a:pt x="1478" y="4542"/>
                    <a:pt x="1778" y="4410"/>
                  </a:cubicBezTo>
                  <a:cubicBezTo>
                    <a:pt x="3071" y="3841"/>
                    <a:pt x="3106" y="571"/>
                    <a:pt x="2030" y="69"/>
                  </a:cubicBezTo>
                  <a:cubicBezTo>
                    <a:pt x="1928" y="22"/>
                    <a:pt x="1832" y="0"/>
                    <a:pt x="1741" y="0"/>
                  </a:cubicBezTo>
                  <a:close/>
                </a:path>
              </a:pathLst>
            </a:custGeom>
            <a:solidFill>
              <a:srgbClr val="995E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59"/>
            <p:cNvSpPr/>
            <p:nvPr/>
          </p:nvSpPr>
          <p:spPr>
            <a:xfrm>
              <a:off x="7333210" y="3458329"/>
              <a:ext cx="813289" cy="1036066"/>
            </a:xfrm>
            <a:custGeom>
              <a:rect b="b" l="l" r="r" t="t"/>
              <a:pathLst>
                <a:path extrusionOk="0" h="14166" w="11120">
                  <a:moveTo>
                    <a:pt x="2891" y="1"/>
                  </a:moveTo>
                  <a:cubicBezTo>
                    <a:pt x="881" y="1071"/>
                    <a:pt x="1" y="3222"/>
                    <a:pt x="357" y="5383"/>
                  </a:cubicBezTo>
                  <a:cubicBezTo>
                    <a:pt x="978" y="9149"/>
                    <a:pt x="1199" y="11943"/>
                    <a:pt x="2147" y="12443"/>
                  </a:cubicBezTo>
                  <a:cubicBezTo>
                    <a:pt x="2823" y="12800"/>
                    <a:pt x="5221" y="14165"/>
                    <a:pt x="5727" y="14165"/>
                  </a:cubicBezTo>
                  <a:cubicBezTo>
                    <a:pt x="6234" y="14165"/>
                    <a:pt x="9151" y="12672"/>
                    <a:pt x="9420" y="12443"/>
                  </a:cubicBezTo>
                  <a:cubicBezTo>
                    <a:pt x="10374" y="11633"/>
                    <a:pt x="10326" y="9993"/>
                    <a:pt x="10827" y="5248"/>
                  </a:cubicBezTo>
                  <a:cubicBezTo>
                    <a:pt x="11119" y="2492"/>
                    <a:pt x="10094" y="891"/>
                    <a:pt x="8730" y="58"/>
                  </a:cubicBezTo>
                  <a:cubicBezTo>
                    <a:pt x="7739" y="879"/>
                    <a:pt x="6358" y="1912"/>
                    <a:pt x="5692" y="1912"/>
                  </a:cubicBezTo>
                  <a:cubicBezTo>
                    <a:pt x="5010" y="1912"/>
                    <a:pt x="3753" y="829"/>
                    <a:pt x="2891" y="1"/>
                  </a:cubicBezTo>
                  <a:close/>
                </a:path>
              </a:pathLst>
            </a:custGeom>
            <a:solidFill>
              <a:srgbClr val="B36D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59"/>
            <p:cNvSpPr/>
            <p:nvPr/>
          </p:nvSpPr>
          <p:spPr>
            <a:xfrm>
              <a:off x="7487824" y="3752634"/>
              <a:ext cx="211514" cy="385873"/>
            </a:xfrm>
            <a:custGeom>
              <a:rect b="b" l="l" r="r" t="t"/>
              <a:pathLst>
                <a:path extrusionOk="0" h="5276" w="2892">
                  <a:moveTo>
                    <a:pt x="474" y="0"/>
                  </a:moveTo>
                  <a:cubicBezTo>
                    <a:pt x="417" y="4"/>
                    <a:pt x="364" y="6"/>
                    <a:pt x="317" y="9"/>
                  </a:cubicBezTo>
                  <a:cubicBezTo>
                    <a:pt x="223" y="13"/>
                    <a:pt x="155" y="31"/>
                    <a:pt x="105" y="37"/>
                  </a:cubicBezTo>
                  <a:cubicBezTo>
                    <a:pt x="57" y="45"/>
                    <a:pt x="31" y="49"/>
                    <a:pt x="31" y="49"/>
                  </a:cubicBezTo>
                  <a:cubicBezTo>
                    <a:pt x="13" y="52"/>
                    <a:pt x="0" y="68"/>
                    <a:pt x="2" y="86"/>
                  </a:cubicBezTo>
                  <a:cubicBezTo>
                    <a:pt x="5" y="104"/>
                    <a:pt x="19" y="116"/>
                    <a:pt x="36" y="116"/>
                  </a:cubicBezTo>
                  <a:cubicBezTo>
                    <a:pt x="37" y="116"/>
                    <a:pt x="39" y="116"/>
                    <a:pt x="41" y="116"/>
                  </a:cubicBezTo>
                  <a:cubicBezTo>
                    <a:pt x="41" y="116"/>
                    <a:pt x="67" y="114"/>
                    <a:pt x="116" y="108"/>
                  </a:cubicBezTo>
                  <a:cubicBezTo>
                    <a:pt x="162" y="106"/>
                    <a:pt x="232" y="90"/>
                    <a:pt x="318" y="90"/>
                  </a:cubicBezTo>
                  <a:cubicBezTo>
                    <a:pt x="321" y="90"/>
                    <a:pt x="323" y="90"/>
                    <a:pt x="325" y="90"/>
                  </a:cubicBezTo>
                  <a:cubicBezTo>
                    <a:pt x="370" y="90"/>
                    <a:pt x="419" y="89"/>
                    <a:pt x="473" y="88"/>
                  </a:cubicBezTo>
                  <a:cubicBezTo>
                    <a:pt x="526" y="91"/>
                    <a:pt x="584" y="100"/>
                    <a:pt x="646" y="105"/>
                  </a:cubicBezTo>
                  <a:cubicBezTo>
                    <a:pt x="769" y="121"/>
                    <a:pt x="904" y="155"/>
                    <a:pt x="1046" y="208"/>
                  </a:cubicBezTo>
                  <a:cubicBezTo>
                    <a:pt x="1183" y="272"/>
                    <a:pt x="1331" y="345"/>
                    <a:pt x="1461" y="461"/>
                  </a:cubicBezTo>
                  <a:cubicBezTo>
                    <a:pt x="1592" y="574"/>
                    <a:pt x="1720" y="708"/>
                    <a:pt x="1827" y="866"/>
                  </a:cubicBezTo>
                  <a:cubicBezTo>
                    <a:pt x="2048" y="1178"/>
                    <a:pt x="2211" y="1562"/>
                    <a:pt x="2331" y="1957"/>
                  </a:cubicBezTo>
                  <a:cubicBezTo>
                    <a:pt x="2457" y="2350"/>
                    <a:pt x="2539" y="2759"/>
                    <a:pt x="2601" y="3144"/>
                  </a:cubicBezTo>
                  <a:cubicBezTo>
                    <a:pt x="2662" y="3529"/>
                    <a:pt x="2704" y="3892"/>
                    <a:pt x="2733" y="4203"/>
                  </a:cubicBezTo>
                  <a:cubicBezTo>
                    <a:pt x="2793" y="4826"/>
                    <a:pt x="2822" y="5244"/>
                    <a:pt x="2822" y="5244"/>
                  </a:cubicBezTo>
                  <a:cubicBezTo>
                    <a:pt x="2824" y="5262"/>
                    <a:pt x="2839" y="5276"/>
                    <a:pt x="2857" y="5276"/>
                  </a:cubicBezTo>
                  <a:cubicBezTo>
                    <a:pt x="2857" y="5276"/>
                    <a:pt x="2858" y="5276"/>
                    <a:pt x="2858" y="5276"/>
                  </a:cubicBezTo>
                  <a:cubicBezTo>
                    <a:pt x="2876" y="5275"/>
                    <a:pt x="2891" y="5259"/>
                    <a:pt x="2890" y="5240"/>
                  </a:cubicBezTo>
                  <a:cubicBezTo>
                    <a:pt x="2890" y="5240"/>
                    <a:pt x="2887" y="5136"/>
                    <a:pt x="2881" y="4952"/>
                  </a:cubicBezTo>
                  <a:cubicBezTo>
                    <a:pt x="2874" y="4770"/>
                    <a:pt x="2867" y="4508"/>
                    <a:pt x="2844" y="4194"/>
                  </a:cubicBezTo>
                  <a:cubicBezTo>
                    <a:pt x="2801" y="3568"/>
                    <a:pt x="2717" y="2725"/>
                    <a:pt x="2470" y="1914"/>
                  </a:cubicBezTo>
                  <a:cubicBezTo>
                    <a:pt x="2345" y="1511"/>
                    <a:pt x="2173" y="1115"/>
                    <a:pt x="1937" y="788"/>
                  </a:cubicBezTo>
                  <a:cubicBezTo>
                    <a:pt x="1823" y="622"/>
                    <a:pt x="1684" y="481"/>
                    <a:pt x="1540" y="364"/>
                  </a:cubicBezTo>
                  <a:cubicBezTo>
                    <a:pt x="1397" y="244"/>
                    <a:pt x="1235" y="168"/>
                    <a:pt x="1087" y="104"/>
                  </a:cubicBezTo>
                  <a:cubicBezTo>
                    <a:pt x="933" y="50"/>
                    <a:pt x="787" y="19"/>
                    <a:pt x="656" y="9"/>
                  </a:cubicBezTo>
                  <a:cubicBezTo>
                    <a:pt x="591" y="6"/>
                    <a:pt x="530" y="0"/>
                    <a:pt x="4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59"/>
            <p:cNvSpPr/>
            <p:nvPr/>
          </p:nvSpPr>
          <p:spPr>
            <a:xfrm>
              <a:off x="7782569" y="3752634"/>
              <a:ext cx="211587" cy="385873"/>
            </a:xfrm>
            <a:custGeom>
              <a:rect b="b" l="l" r="r" t="t"/>
              <a:pathLst>
                <a:path extrusionOk="0" h="5276" w="2893">
                  <a:moveTo>
                    <a:pt x="2419" y="0"/>
                  </a:moveTo>
                  <a:cubicBezTo>
                    <a:pt x="2363" y="0"/>
                    <a:pt x="2301" y="6"/>
                    <a:pt x="2236" y="9"/>
                  </a:cubicBezTo>
                  <a:cubicBezTo>
                    <a:pt x="2106" y="19"/>
                    <a:pt x="1960" y="50"/>
                    <a:pt x="1806" y="104"/>
                  </a:cubicBezTo>
                  <a:cubicBezTo>
                    <a:pt x="1658" y="168"/>
                    <a:pt x="1496" y="244"/>
                    <a:pt x="1353" y="364"/>
                  </a:cubicBezTo>
                  <a:cubicBezTo>
                    <a:pt x="1208" y="481"/>
                    <a:pt x="1069" y="622"/>
                    <a:pt x="955" y="788"/>
                  </a:cubicBezTo>
                  <a:cubicBezTo>
                    <a:pt x="720" y="1115"/>
                    <a:pt x="548" y="1511"/>
                    <a:pt x="423" y="1914"/>
                  </a:cubicBezTo>
                  <a:cubicBezTo>
                    <a:pt x="176" y="2725"/>
                    <a:pt x="92" y="3568"/>
                    <a:pt x="48" y="4194"/>
                  </a:cubicBezTo>
                  <a:cubicBezTo>
                    <a:pt x="26" y="4508"/>
                    <a:pt x="19" y="4770"/>
                    <a:pt x="11" y="4952"/>
                  </a:cubicBezTo>
                  <a:cubicBezTo>
                    <a:pt x="5" y="5136"/>
                    <a:pt x="2" y="5240"/>
                    <a:pt x="2" y="5240"/>
                  </a:cubicBezTo>
                  <a:cubicBezTo>
                    <a:pt x="1" y="5259"/>
                    <a:pt x="15" y="5275"/>
                    <a:pt x="33" y="5276"/>
                  </a:cubicBezTo>
                  <a:cubicBezTo>
                    <a:pt x="34" y="5276"/>
                    <a:pt x="35" y="5276"/>
                    <a:pt x="36" y="5276"/>
                  </a:cubicBezTo>
                  <a:cubicBezTo>
                    <a:pt x="54" y="5276"/>
                    <a:pt x="69" y="5262"/>
                    <a:pt x="70" y="5244"/>
                  </a:cubicBezTo>
                  <a:cubicBezTo>
                    <a:pt x="70" y="5244"/>
                    <a:pt x="99" y="4826"/>
                    <a:pt x="159" y="4203"/>
                  </a:cubicBezTo>
                  <a:cubicBezTo>
                    <a:pt x="189" y="3892"/>
                    <a:pt x="230" y="3529"/>
                    <a:pt x="292" y="3144"/>
                  </a:cubicBezTo>
                  <a:cubicBezTo>
                    <a:pt x="354" y="2759"/>
                    <a:pt x="436" y="2350"/>
                    <a:pt x="561" y="1957"/>
                  </a:cubicBezTo>
                  <a:cubicBezTo>
                    <a:pt x="681" y="1562"/>
                    <a:pt x="844" y="1178"/>
                    <a:pt x="1065" y="866"/>
                  </a:cubicBezTo>
                  <a:cubicBezTo>
                    <a:pt x="1173" y="708"/>
                    <a:pt x="1300" y="574"/>
                    <a:pt x="1432" y="461"/>
                  </a:cubicBezTo>
                  <a:cubicBezTo>
                    <a:pt x="1562" y="345"/>
                    <a:pt x="1710" y="272"/>
                    <a:pt x="1847" y="208"/>
                  </a:cubicBezTo>
                  <a:cubicBezTo>
                    <a:pt x="1989" y="155"/>
                    <a:pt x="2124" y="121"/>
                    <a:pt x="2247" y="105"/>
                  </a:cubicBezTo>
                  <a:cubicBezTo>
                    <a:pt x="2308" y="100"/>
                    <a:pt x="2367" y="91"/>
                    <a:pt x="2420" y="88"/>
                  </a:cubicBezTo>
                  <a:cubicBezTo>
                    <a:pt x="2473" y="89"/>
                    <a:pt x="2523" y="90"/>
                    <a:pt x="2567" y="90"/>
                  </a:cubicBezTo>
                  <a:cubicBezTo>
                    <a:pt x="2569" y="90"/>
                    <a:pt x="2571" y="90"/>
                    <a:pt x="2574" y="90"/>
                  </a:cubicBezTo>
                  <a:cubicBezTo>
                    <a:pt x="2660" y="90"/>
                    <a:pt x="2731" y="106"/>
                    <a:pt x="2777" y="108"/>
                  </a:cubicBezTo>
                  <a:cubicBezTo>
                    <a:pt x="2826" y="114"/>
                    <a:pt x="2852" y="116"/>
                    <a:pt x="2852" y="116"/>
                  </a:cubicBezTo>
                  <a:cubicBezTo>
                    <a:pt x="2854" y="116"/>
                    <a:pt x="2855" y="116"/>
                    <a:pt x="2857" y="116"/>
                  </a:cubicBezTo>
                  <a:cubicBezTo>
                    <a:pt x="2873" y="116"/>
                    <a:pt x="2888" y="104"/>
                    <a:pt x="2890" y="88"/>
                  </a:cubicBezTo>
                  <a:cubicBezTo>
                    <a:pt x="2893" y="69"/>
                    <a:pt x="2880" y="52"/>
                    <a:pt x="2861" y="49"/>
                  </a:cubicBezTo>
                  <a:cubicBezTo>
                    <a:pt x="2861" y="49"/>
                    <a:pt x="2835" y="45"/>
                    <a:pt x="2787" y="37"/>
                  </a:cubicBezTo>
                  <a:cubicBezTo>
                    <a:pt x="2738" y="31"/>
                    <a:pt x="2669" y="13"/>
                    <a:pt x="2575" y="9"/>
                  </a:cubicBezTo>
                  <a:cubicBezTo>
                    <a:pt x="2528" y="6"/>
                    <a:pt x="2476" y="4"/>
                    <a:pt x="24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59"/>
            <p:cNvSpPr/>
            <p:nvPr/>
          </p:nvSpPr>
          <p:spPr>
            <a:xfrm>
              <a:off x="7902662" y="2960409"/>
              <a:ext cx="247205" cy="279239"/>
            </a:xfrm>
            <a:custGeom>
              <a:rect b="b" l="l" r="r" t="t"/>
              <a:pathLst>
                <a:path extrusionOk="0" h="3818" w="3380">
                  <a:moveTo>
                    <a:pt x="1624" y="1"/>
                  </a:moveTo>
                  <a:cubicBezTo>
                    <a:pt x="1334" y="1"/>
                    <a:pt x="1282" y="30"/>
                    <a:pt x="1240" y="71"/>
                  </a:cubicBezTo>
                  <a:lnTo>
                    <a:pt x="1197" y="113"/>
                  </a:lnTo>
                  <a:lnTo>
                    <a:pt x="1196" y="173"/>
                  </a:lnTo>
                  <a:cubicBezTo>
                    <a:pt x="1196" y="173"/>
                    <a:pt x="1189" y="900"/>
                    <a:pt x="1182" y="1382"/>
                  </a:cubicBezTo>
                  <a:cubicBezTo>
                    <a:pt x="179" y="1383"/>
                    <a:pt x="169" y="1393"/>
                    <a:pt x="116" y="1443"/>
                  </a:cubicBezTo>
                  <a:cubicBezTo>
                    <a:pt x="29" y="1530"/>
                    <a:pt x="0" y="2253"/>
                    <a:pt x="109" y="2365"/>
                  </a:cubicBezTo>
                  <a:lnTo>
                    <a:pt x="151" y="2407"/>
                  </a:lnTo>
                  <a:lnTo>
                    <a:pt x="211" y="2408"/>
                  </a:lnTo>
                  <a:cubicBezTo>
                    <a:pt x="211" y="2408"/>
                    <a:pt x="725" y="2415"/>
                    <a:pt x="1167" y="2423"/>
                  </a:cubicBezTo>
                  <a:cubicBezTo>
                    <a:pt x="1153" y="3679"/>
                    <a:pt x="1169" y="3695"/>
                    <a:pt x="1217" y="3742"/>
                  </a:cubicBezTo>
                  <a:cubicBezTo>
                    <a:pt x="1251" y="3777"/>
                    <a:pt x="1290" y="3817"/>
                    <a:pt x="1744" y="3817"/>
                  </a:cubicBezTo>
                  <a:cubicBezTo>
                    <a:pt x="2050" y="3817"/>
                    <a:pt x="2097" y="3792"/>
                    <a:pt x="2138" y="3751"/>
                  </a:cubicBezTo>
                  <a:cubicBezTo>
                    <a:pt x="2195" y="3696"/>
                    <a:pt x="2197" y="3694"/>
                    <a:pt x="2215" y="2439"/>
                  </a:cubicBezTo>
                  <a:cubicBezTo>
                    <a:pt x="2366" y="2439"/>
                    <a:pt x="2527" y="2440"/>
                    <a:pt x="2673" y="2440"/>
                  </a:cubicBezTo>
                  <a:cubicBezTo>
                    <a:pt x="3225" y="2440"/>
                    <a:pt x="3226" y="2439"/>
                    <a:pt x="3279" y="2388"/>
                  </a:cubicBezTo>
                  <a:cubicBezTo>
                    <a:pt x="3373" y="2294"/>
                    <a:pt x="3379" y="1561"/>
                    <a:pt x="3285" y="1465"/>
                  </a:cubicBezTo>
                  <a:cubicBezTo>
                    <a:pt x="3233" y="1413"/>
                    <a:pt x="3225" y="1406"/>
                    <a:pt x="2222" y="1391"/>
                  </a:cubicBezTo>
                  <a:cubicBezTo>
                    <a:pt x="2222" y="138"/>
                    <a:pt x="2213" y="128"/>
                    <a:pt x="2163" y="79"/>
                  </a:cubicBezTo>
                  <a:cubicBezTo>
                    <a:pt x="2132" y="48"/>
                    <a:pt x="2086" y="1"/>
                    <a:pt x="162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59"/>
            <p:cNvSpPr/>
            <p:nvPr/>
          </p:nvSpPr>
          <p:spPr>
            <a:xfrm>
              <a:off x="7351422" y="2951121"/>
              <a:ext cx="245376" cy="279093"/>
            </a:xfrm>
            <a:custGeom>
              <a:rect b="b" l="l" r="r" t="t"/>
              <a:pathLst>
                <a:path extrusionOk="0" h="3816" w="3355">
                  <a:moveTo>
                    <a:pt x="1624" y="0"/>
                  </a:moveTo>
                  <a:cubicBezTo>
                    <a:pt x="1334" y="0"/>
                    <a:pt x="1281" y="30"/>
                    <a:pt x="1240" y="71"/>
                  </a:cubicBezTo>
                  <a:lnTo>
                    <a:pt x="1197" y="113"/>
                  </a:lnTo>
                  <a:lnTo>
                    <a:pt x="1197" y="172"/>
                  </a:lnTo>
                  <a:cubicBezTo>
                    <a:pt x="1197" y="172"/>
                    <a:pt x="1190" y="900"/>
                    <a:pt x="1183" y="1382"/>
                  </a:cubicBezTo>
                  <a:cubicBezTo>
                    <a:pt x="178" y="1382"/>
                    <a:pt x="169" y="1391"/>
                    <a:pt x="117" y="1442"/>
                  </a:cubicBezTo>
                  <a:cubicBezTo>
                    <a:pt x="29" y="1529"/>
                    <a:pt x="0" y="2254"/>
                    <a:pt x="110" y="2365"/>
                  </a:cubicBezTo>
                  <a:lnTo>
                    <a:pt x="151" y="2407"/>
                  </a:lnTo>
                  <a:lnTo>
                    <a:pt x="211" y="2408"/>
                  </a:lnTo>
                  <a:cubicBezTo>
                    <a:pt x="211" y="2408"/>
                    <a:pt x="725" y="2415"/>
                    <a:pt x="1167" y="2422"/>
                  </a:cubicBezTo>
                  <a:cubicBezTo>
                    <a:pt x="1153" y="3674"/>
                    <a:pt x="1170" y="3693"/>
                    <a:pt x="1217" y="3743"/>
                  </a:cubicBezTo>
                  <a:cubicBezTo>
                    <a:pt x="1250" y="3776"/>
                    <a:pt x="1291" y="3816"/>
                    <a:pt x="1743" y="3816"/>
                  </a:cubicBezTo>
                  <a:cubicBezTo>
                    <a:pt x="2050" y="3816"/>
                    <a:pt x="2097" y="3791"/>
                    <a:pt x="2137" y="3751"/>
                  </a:cubicBezTo>
                  <a:cubicBezTo>
                    <a:pt x="2196" y="3695"/>
                    <a:pt x="2198" y="3693"/>
                    <a:pt x="2215" y="2438"/>
                  </a:cubicBezTo>
                  <a:cubicBezTo>
                    <a:pt x="2367" y="2439"/>
                    <a:pt x="2528" y="2440"/>
                    <a:pt x="2675" y="2440"/>
                  </a:cubicBezTo>
                  <a:cubicBezTo>
                    <a:pt x="3225" y="2440"/>
                    <a:pt x="3226" y="2439"/>
                    <a:pt x="3278" y="2388"/>
                  </a:cubicBezTo>
                  <a:cubicBezTo>
                    <a:pt x="3313" y="2353"/>
                    <a:pt x="3350" y="2317"/>
                    <a:pt x="3352" y="1887"/>
                  </a:cubicBezTo>
                  <a:cubicBezTo>
                    <a:pt x="3354" y="1535"/>
                    <a:pt x="3321" y="1501"/>
                    <a:pt x="3287" y="1466"/>
                  </a:cubicBezTo>
                  <a:cubicBezTo>
                    <a:pt x="3234" y="1412"/>
                    <a:pt x="3227" y="1405"/>
                    <a:pt x="2223" y="1390"/>
                  </a:cubicBezTo>
                  <a:cubicBezTo>
                    <a:pt x="2222" y="139"/>
                    <a:pt x="2213" y="130"/>
                    <a:pt x="2162" y="78"/>
                  </a:cubicBezTo>
                  <a:cubicBezTo>
                    <a:pt x="2133" y="49"/>
                    <a:pt x="2085" y="0"/>
                    <a:pt x="162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59"/>
            <p:cNvSpPr/>
            <p:nvPr/>
          </p:nvSpPr>
          <p:spPr>
            <a:xfrm>
              <a:off x="7988306" y="3391408"/>
              <a:ext cx="278727" cy="315442"/>
            </a:xfrm>
            <a:custGeom>
              <a:rect b="b" l="l" r="r" t="t"/>
              <a:pathLst>
                <a:path extrusionOk="0" h="4313" w="3811">
                  <a:moveTo>
                    <a:pt x="1832" y="1"/>
                  </a:moveTo>
                  <a:cubicBezTo>
                    <a:pt x="1508" y="1"/>
                    <a:pt x="1450" y="33"/>
                    <a:pt x="1407" y="75"/>
                  </a:cubicBezTo>
                  <a:lnTo>
                    <a:pt x="1364" y="117"/>
                  </a:lnTo>
                  <a:lnTo>
                    <a:pt x="1364" y="177"/>
                  </a:lnTo>
                  <a:cubicBezTo>
                    <a:pt x="1364" y="177"/>
                    <a:pt x="1355" y="1026"/>
                    <a:pt x="1347" y="1577"/>
                  </a:cubicBezTo>
                  <a:cubicBezTo>
                    <a:pt x="190" y="1577"/>
                    <a:pt x="178" y="1589"/>
                    <a:pt x="125" y="1640"/>
                  </a:cubicBezTo>
                  <a:cubicBezTo>
                    <a:pt x="35" y="1730"/>
                    <a:pt x="0" y="2544"/>
                    <a:pt x="118" y="2663"/>
                  </a:cubicBezTo>
                  <a:lnTo>
                    <a:pt x="160" y="2705"/>
                  </a:lnTo>
                  <a:lnTo>
                    <a:pt x="219" y="2706"/>
                  </a:lnTo>
                  <a:cubicBezTo>
                    <a:pt x="219" y="2706"/>
                    <a:pt x="822" y="2713"/>
                    <a:pt x="1330" y="2723"/>
                  </a:cubicBezTo>
                  <a:cubicBezTo>
                    <a:pt x="1313" y="4165"/>
                    <a:pt x="1335" y="4187"/>
                    <a:pt x="1381" y="4234"/>
                  </a:cubicBezTo>
                  <a:cubicBezTo>
                    <a:pt x="1414" y="4268"/>
                    <a:pt x="1458" y="4313"/>
                    <a:pt x="1967" y="4313"/>
                  </a:cubicBezTo>
                  <a:cubicBezTo>
                    <a:pt x="2307" y="4313"/>
                    <a:pt x="2360" y="4285"/>
                    <a:pt x="2402" y="4244"/>
                  </a:cubicBezTo>
                  <a:cubicBezTo>
                    <a:pt x="2461" y="4187"/>
                    <a:pt x="2464" y="4185"/>
                    <a:pt x="2484" y="2740"/>
                  </a:cubicBezTo>
                  <a:cubicBezTo>
                    <a:pt x="2668" y="2741"/>
                    <a:pt x="2863" y="2742"/>
                    <a:pt x="3040" y="2742"/>
                  </a:cubicBezTo>
                  <a:cubicBezTo>
                    <a:pt x="3648" y="2742"/>
                    <a:pt x="3651" y="2740"/>
                    <a:pt x="3704" y="2689"/>
                  </a:cubicBezTo>
                  <a:cubicBezTo>
                    <a:pt x="3804" y="2589"/>
                    <a:pt x="3810" y="1766"/>
                    <a:pt x="3712" y="1667"/>
                  </a:cubicBezTo>
                  <a:cubicBezTo>
                    <a:pt x="3658" y="1611"/>
                    <a:pt x="3651" y="1604"/>
                    <a:pt x="2493" y="1585"/>
                  </a:cubicBezTo>
                  <a:cubicBezTo>
                    <a:pt x="2493" y="147"/>
                    <a:pt x="2480" y="134"/>
                    <a:pt x="2430" y="84"/>
                  </a:cubicBezTo>
                  <a:cubicBezTo>
                    <a:pt x="2401" y="55"/>
                    <a:pt x="2349" y="1"/>
                    <a:pt x="18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59"/>
            <p:cNvSpPr/>
            <p:nvPr/>
          </p:nvSpPr>
          <p:spPr>
            <a:xfrm>
              <a:off x="8256342" y="3220882"/>
              <a:ext cx="145544" cy="164413"/>
            </a:xfrm>
            <a:custGeom>
              <a:rect b="b" l="l" r="r" t="t"/>
              <a:pathLst>
                <a:path extrusionOk="0" h="2248" w="1990">
                  <a:moveTo>
                    <a:pt x="946" y="0"/>
                  </a:moveTo>
                  <a:cubicBezTo>
                    <a:pt x="791" y="0"/>
                    <a:pt x="733" y="14"/>
                    <a:pt x="688" y="57"/>
                  </a:cubicBezTo>
                  <a:lnTo>
                    <a:pt x="645" y="99"/>
                  </a:lnTo>
                  <a:lnTo>
                    <a:pt x="644" y="160"/>
                  </a:lnTo>
                  <a:cubicBezTo>
                    <a:pt x="644" y="160"/>
                    <a:pt x="641" y="504"/>
                    <a:pt x="637" y="767"/>
                  </a:cubicBezTo>
                  <a:cubicBezTo>
                    <a:pt x="116" y="767"/>
                    <a:pt x="112" y="771"/>
                    <a:pt x="64" y="819"/>
                  </a:cubicBezTo>
                  <a:cubicBezTo>
                    <a:pt x="33" y="850"/>
                    <a:pt x="4" y="879"/>
                    <a:pt x="1" y="1147"/>
                  </a:cubicBezTo>
                  <a:cubicBezTo>
                    <a:pt x="1" y="1315"/>
                    <a:pt x="14" y="1377"/>
                    <a:pt x="59" y="1423"/>
                  </a:cubicBezTo>
                  <a:lnTo>
                    <a:pt x="101" y="1465"/>
                  </a:lnTo>
                  <a:lnTo>
                    <a:pt x="160" y="1466"/>
                  </a:lnTo>
                  <a:cubicBezTo>
                    <a:pt x="161" y="1466"/>
                    <a:pt x="399" y="1469"/>
                    <a:pt x="627" y="1473"/>
                  </a:cubicBezTo>
                  <a:cubicBezTo>
                    <a:pt x="620" y="2131"/>
                    <a:pt x="627" y="2138"/>
                    <a:pt x="674" y="2188"/>
                  </a:cubicBezTo>
                  <a:cubicBezTo>
                    <a:pt x="707" y="2221"/>
                    <a:pt x="733" y="2248"/>
                    <a:pt x="1012" y="2248"/>
                  </a:cubicBezTo>
                  <a:cubicBezTo>
                    <a:pt x="1178" y="2248"/>
                    <a:pt x="1233" y="2237"/>
                    <a:pt x="1277" y="2192"/>
                  </a:cubicBezTo>
                  <a:cubicBezTo>
                    <a:pt x="1325" y="2145"/>
                    <a:pt x="1329" y="2141"/>
                    <a:pt x="1337" y="1483"/>
                  </a:cubicBezTo>
                  <a:cubicBezTo>
                    <a:pt x="1404" y="1483"/>
                    <a:pt x="1472" y="1484"/>
                    <a:pt x="1534" y="1484"/>
                  </a:cubicBezTo>
                  <a:cubicBezTo>
                    <a:pt x="1856" y="1484"/>
                    <a:pt x="1863" y="1484"/>
                    <a:pt x="1909" y="1437"/>
                  </a:cubicBezTo>
                  <a:cubicBezTo>
                    <a:pt x="1985" y="1361"/>
                    <a:pt x="1990" y="910"/>
                    <a:pt x="1916" y="834"/>
                  </a:cubicBezTo>
                  <a:cubicBezTo>
                    <a:pt x="1868" y="785"/>
                    <a:pt x="1865" y="781"/>
                    <a:pt x="1343" y="772"/>
                  </a:cubicBezTo>
                  <a:cubicBezTo>
                    <a:pt x="1343" y="115"/>
                    <a:pt x="1339" y="111"/>
                    <a:pt x="1290" y="62"/>
                  </a:cubicBezTo>
                  <a:cubicBezTo>
                    <a:pt x="1260" y="32"/>
                    <a:pt x="1228" y="0"/>
                    <a:pt x="9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59"/>
            <p:cNvSpPr/>
            <p:nvPr/>
          </p:nvSpPr>
          <p:spPr>
            <a:xfrm>
              <a:off x="7266362" y="3424686"/>
              <a:ext cx="210490" cy="239818"/>
            </a:xfrm>
            <a:custGeom>
              <a:rect b="b" l="l" r="r" t="t"/>
              <a:pathLst>
                <a:path extrusionOk="0" h="3279" w="2878">
                  <a:moveTo>
                    <a:pt x="1367" y="0"/>
                  </a:moveTo>
                  <a:cubicBezTo>
                    <a:pt x="1134" y="0"/>
                    <a:pt x="1071" y="21"/>
                    <a:pt x="1026" y="67"/>
                  </a:cubicBezTo>
                  <a:lnTo>
                    <a:pt x="984" y="109"/>
                  </a:lnTo>
                  <a:lnTo>
                    <a:pt x="984" y="168"/>
                  </a:lnTo>
                  <a:cubicBezTo>
                    <a:pt x="984" y="168"/>
                    <a:pt x="977" y="763"/>
                    <a:pt x="971" y="1171"/>
                  </a:cubicBezTo>
                  <a:cubicBezTo>
                    <a:pt x="134" y="1172"/>
                    <a:pt x="126" y="1180"/>
                    <a:pt x="75" y="1228"/>
                  </a:cubicBezTo>
                  <a:cubicBezTo>
                    <a:pt x="42" y="1260"/>
                    <a:pt x="6" y="1296"/>
                    <a:pt x="3" y="1672"/>
                  </a:cubicBezTo>
                  <a:cubicBezTo>
                    <a:pt x="0" y="1950"/>
                    <a:pt x="28" y="2001"/>
                    <a:pt x="68" y="2041"/>
                  </a:cubicBezTo>
                  <a:lnTo>
                    <a:pt x="110" y="2084"/>
                  </a:lnTo>
                  <a:lnTo>
                    <a:pt x="170" y="2085"/>
                  </a:lnTo>
                  <a:cubicBezTo>
                    <a:pt x="170" y="2085"/>
                    <a:pt x="589" y="2090"/>
                    <a:pt x="957" y="2096"/>
                  </a:cubicBezTo>
                  <a:cubicBezTo>
                    <a:pt x="945" y="3144"/>
                    <a:pt x="960" y="3159"/>
                    <a:pt x="1007" y="3209"/>
                  </a:cubicBezTo>
                  <a:cubicBezTo>
                    <a:pt x="1040" y="3243"/>
                    <a:pt x="1075" y="3278"/>
                    <a:pt x="1468" y="3278"/>
                  </a:cubicBezTo>
                  <a:cubicBezTo>
                    <a:pt x="1736" y="3278"/>
                    <a:pt x="1780" y="3254"/>
                    <a:pt x="1818" y="3216"/>
                  </a:cubicBezTo>
                  <a:cubicBezTo>
                    <a:pt x="1873" y="3163"/>
                    <a:pt x="1875" y="3161"/>
                    <a:pt x="1890" y="2110"/>
                  </a:cubicBezTo>
                  <a:cubicBezTo>
                    <a:pt x="2014" y="2111"/>
                    <a:pt x="2144" y="2112"/>
                    <a:pt x="2263" y="2112"/>
                  </a:cubicBezTo>
                  <a:lnTo>
                    <a:pt x="2264" y="2112"/>
                  </a:lnTo>
                  <a:cubicBezTo>
                    <a:pt x="2732" y="2112"/>
                    <a:pt x="2733" y="2111"/>
                    <a:pt x="2784" y="2061"/>
                  </a:cubicBezTo>
                  <a:cubicBezTo>
                    <a:pt x="2872" y="1975"/>
                    <a:pt x="2877" y="1336"/>
                    <a:pt x="2790" y="1247"/>
                  </a:cubicBezTo>
                  <a:cubicBezTo>
                    <a:pt x="2739" y="1197"/>
                    <a:pt x="2732" y="1191"/>
                    <a:pt x="1896" y="1178"/>
                  </a:cubicBezTo>
                  <a:cubicBezTo>
                    <a:pt x="1897" y="132"/>
                    <a:pt x="1890" y="124"/>
                    <a:pt x="1839" y="73"/>
                  </a:cubicBezTo>
                  <a:cubicBezTo>
                    <a:pt x="1809" y="42"/>
                    <a:pt x="1768" y="0"/>
                    <a:pt x="13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59"/>
            <p:cNvSpPr/>
            <p:nvPr/>
          </p:nvSpPr>
          <p:spPr>
            <a:xfrm>
              <a:off x="7439699" y="3008460"/>
              <a:ext cx="597533" cy="686761"/>
            </a:xfrm>
            <a:custGeom>
              <a:rect b="b" l="l" r="r" t="t"/>
              <a:pathLst>
                <a:path extrusionOk="0" h="9390" w="8170">
                  <a:moveTo>
                    <a:pt x="3933" y="0"/>
                  </a:moveTo>
                  <a:cubicBezTo>
                    <a:pt x="3220" y="0"/>
                    <a:pt x="3147" y="72"/>
                    <a:pt x="3103" y="115"/>
                  </a:cubicBezTo>
                  <a:lnTo>
                    <a:pt x="3060" y="158"/>
                  </a:lnTo>
                  <a:lnTo>
                    <a:pt x="3060" y="217"/>
                  </a:lnTo>
                  <a:cubicBezTo>
                    <a:pt x="3060" y="240"/>
                    <a:pt x="3039" y="2350"/>
                    <a:pt x="3019" y="3567"/>
                  </a:cubicBezTo>
                  <a:cubicBezTo>
                    <a:pt x="294" y="3567"/>
                    <a:pt x="255" y="3606"/>
                    <a:pt x="206" y="3655"/>
                  </a:cubicBezTo>
                  <a:cubicBezTo>
                    <a:pt x="70" y="3789"/>
                    <a:pt x="0" y="5519"/>
                    <a:pt x="188" y="5711"/>
                  </a:cubicBezTo>
                  <a:lnTo>
                    <a:pt x="230" y="5753"/>
                  </a:lnTo>
                  <a:lnTo>
                    <a:pt x="289" y="5754"/>
                  </a:lnTo>
                  <a:cubicBezTo>
                    <a:pt x="289" y="5754"/>
                    <a:pt x="1803" y="5774"/>
                    <a:pt x="2985" y="5795"/>
                  </a:cubicBezTo>
                  <a:cubicBezTo>
                    <a:pt x="2947" y="9165"/>
                    <a:pt x="3013" y="9232"/>
                    <a:pt x="3046" y="9265"/>
                  </a:cubicBezTo>
                  <a:cubicBezTo>
                    <a:pt x="3127" y="9347"/>
                    <a:pt x="3528" y="9389"/>
                    <a:pt x="4241" y="9389"/>
                  </a:cubicBezTo>
                  <a:cubicBezTo>
                    <a:pt x="4993" y="9389"/>
                    <a:pt x="5058" y="9325"/>
                    <a:pt x="5100" y="9284"/>
                  </a:cubicBezTo>
                  <a:cubicBezTo>
                    <a:pt x="5166" y="9220"/>
                    <a:pt x="5184" y="9201"/>
                    <a:pt x="5230" y="5829"/>
                  </a:cubicBezTo>
                  <a:cubicBezTo>
                    <a:pt x="5688" y="5834"/>
                    <a:pt x="6198" y="5837"/>
                    <a:pt x="6650" y="5837"/>
                  </a:cubicBezTo>
                  <a:cubicBezTo>
                    <a:pt x="7971" y="5837"/>
                    <a:pt x="7986" y="5822"/>
                    <a:pt x="8040" y="5769"/>
                  </a:cubicBezTo>
                  <a:cubicBezTo>
                    <a:pt x="8074" y="5735"/>
                    <a:pt x="8155" y="5656"/>
                    <a:pt x="8163" y="4668"/>
                  </a:cubicBezTo>
                  <a:cubicBezTo>
                    <a:pt x="8170" y="3828"/>
                    <a:pt x="8100" y="3757"/>
                    <a:pt x="8058" y="3714"/>
                  </a:cubicBezTo>
                  <a:cubicBezTo>
                    <a:pt x="7999" y="3654"/>
                    <a:pt x="7969" y="3623"/>
                    <a:pt x="5248" y="3583"/>
                  </a:cubicBezTo>
                  <a:cubicBezTo>
                    <a:pt x="5248" y="225"/>
                    <a:pt x="5203" y="178"/>
                    <a:pt x="5159" y="134"/>
                  </a:cubicBezTo>
                  <a:cubicBezTo>
                    <a:pt x="5042" y="13"/>
                    <a:pt x="4263" y="0"/>
                    <a:pt x="39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59"/>
            <p:cNvSpPr/>
            <p:nvPr/>
          </p:nvSpPr>
          <p:spPr>
            <a:xfrm>
              <a:off x="8056324" y="3133964"/>
              <a:ext cx="44321" cy="103270"/>
            </a:xfrm>
            <a:custGeom>
              <a:rect b="b" l="l" r="r" t="t"/>
              <a:pathLst>
                <a:path extrusionOk="0" h="1412" w="606">
                  <a:moveTo>
                    <a:pt x="113" y="1"/>
                  </a:moveTo>
                  <a:cubicBezTo>
                    <a:pt x="79" y="1"/>
                    <a:pt x="52" y="26"/>
                    <a:pt x="50" y="59"/>
                  </a:cubicBezTo>
                  <a:lnTo>
                    <a:pt x="49" y="65"/>
                  </a:lnTo>
                  <a:cubicBezTo>
                    <a:pt x="38" y="285"/>
                    <a:pt x="34" y="506"/>
                    <a:pt x="33" y="727"/>
                  </a:cubicBezTo>
                  <a:cubicBezTo>
                    <a:pt x="32" y="837"/>
                    <a:pt x="35" y="947"/>
                    <a:pt x="37" y="1057"/>
                  </a:cubicBezTo>
                  <a:lnTo>
                    <a:pt x="38" y="1220"/>
                  </a:lnTo>
                  <a:cubicBezTo>
                    <a:pt x="38" y="1248"/>
                    <a:pt x="37" y="1273"/>
                    <a:pt x="33" y="1297"/>
                  </a:cubicBezTo>
                  <a:cubicBezTo>
                    <a:pt x="33" y="1311"/>
                    <a:pt x="30" y="1319"/>
                    <a:pt x="29" y="1325"/>
                  </a:cubicBezTo>
                  <a:cubicBezTo>
                    <a:pt x="31" y="1332"/>
                    <a:pt x="17" y="1346"/>
                    <a:pt x="11" y="1356"/>
                  </a:cubicBezTo>
                  <a:lnTo>
                    <a:pt x="10" y="1357"/>
                  </a:lnTo>
                  <a:cubicBezTo>
                    <a:pt x="1" y="1371"/>
                    <a:pt x="2" y="1389"/>
                    <a:pt x="14" y="1401"/>
                  </a:cubicBezTo>
                  <a:cubicBezTo>
                    <a:pt x="21" y="1408"/>
                    <a:pt x="29" y="1411"/>
                    <a:pt x="38" y="1411"/>
                  </a:cubicBezTo>
                  <a:cubicBezTo>
                    <a:pt x="47" y="1411"/>
                    <a:pt x="56" y="1408"/>
                    <a:pt x="63" y="1401"/>
                  </a:cubicBezTo>
                  <a:cubicBezTo>
                    <a:pt x="73" y="1390"/>
                    <a:pt x="83" y="1387"/>
                    <a:pt x="94" y="1366"/>
                  </a:cubicBezTo>
                  <a:cubicBezTo>
                    <a:pt x="107" y="1347"/>
                    <a:pt x="113" y="1330"/>
                    <a:pt x="115" y="1317"/>
                  </a:cubicBezTo>
                  <a:cubicBezTo>
                    <a:pt x="125" y="1286"/>
                    <a:pt x="130" y="1257"/>
                    <a:pt x="134" y="1229"/>
                  </a:cubicBezTo>
                  <a:cubicBezTo>
                    <a:pt x="145" y="1172"/>
                    <a:pt x="148" y="1118"/>
                    <a:pt x="154" y="1062"/>
                  </a:cubicBezTo>
                  <a:cubicBezTo>
                    <a:pt x="163" y="950"/>
                    <a:pt x="170" y="840"/>
                    <a:pt x="174" y="729"/>
                  </a:cubicBezTo>
                  <a:cubicBezTo>
                    <a:pt x="181" y="528"/>
                    <a:pt x="183" y="328"/>
                    <a:pt x="179" y="127"/>
                  </a:cubicBezTo>
                  <a:lnTo>
                    <a:pt x="179" y="127"/>
                  </a:lnTo>
                  <a:cubicBezTo>
                    <a:pt x="310" y="122"/>
                    <a:pt x="441" y="115"/>
                    <a:pt x="572" y="101"/>
                  </a:cubicBezTo>
                  <a:cubicBezTo>
                    <a:pt x="588" y="100"/>
                    <a:pt x="601" y="87"/>
                    <a:pt x="602" y="71"/>
                  </a:cubicBezTo>
                  <a:cubicBezTo>
                    <a:pt x="605" y="52"/>
                    <a:pt x="591" y="35"/>
                    <a:pt x="572" y="33"/>
                  </a:cubicBezTo>
                  <a:cubicBezTo>
                    <a:pt x="419" y="16"/>
                    <a:pt x="266" y="8"/>
                    <a:pt x="114" y="1"/>
                  </a:cubicBezTo>
                  <a:cubicBezTo>
                    <a:pt x="114" y="1"/>
                    <a:pt x="113" y="1"/>
                    <a:pt x="1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59"/>
            <p:cNvSpPr/>
            <p:nvPr/>
          </p:nvSpPr>
          <p:spPr>
            <a:xfrm>
              <a:off x="7505011" y="3124676"/>
              <a:ext cx="44468" cy="103270"/>
            </a:xfrm>
            <a:custGeom>
              <a:rect b="b" l="l" r="r" t="t"/>
              <a:pathLst>
                <a:path extrusionOk="0" h="1412" w="608">
                  <a:moveTo>
                    <a:pt x="112" y="0"/>
                  </a:moveTo>
                  <a:cubicBezTo>
                    <a:pt x="80" y="0"/>
                    <a:pt x="53" y="26"/>
                    <a:pt x="51" y="59"/>
                  </a:cubicBezTo>
                  <a:lnTo>
                    <a:pt x="50" y="64"/>
                  </a:lnTo>
                  <a:cubicBezTo>
                    <a:pt x="39" y="285"/>
                    <a:pt x="35" y="506"/>
                    <a:pt x="34" y="727"/>
                  </a:cubicBezTo>
                  <a:cubicBezTo>
                    <a:pt x="34" y="837"/>
                    <a:pt x="36" y="948"/>
                    <a:pt x="38" y="1057"/>
                  </a:cubicBezTo>
                  <a:lnTo>
                    <a:pt x="39" y="1220"/>
                  </a:lnTo>
                  <a:cubicBezTo>
                    <a:pt x="39" y="1248"/>
                    <a:pt x="38" y="1274"/>
                    <a:pt x="34" y="1297"/>
                  </a:cubicBezTo>
                  <a:cubicBezTo>
                    <a:pt x="33" y="1311"/>
                    <a:pt x="31" y="1319"/>
                    <a:pt x="29" y="1325"/>
                  </a:cubicBezTo>
                  <a:cubicBezTo>
                    <a:pt x="32" y="1332"/>
                    <a:pt x="18" y="1345"/>
                    <a:pt x="11" y="1356"/>
                  </a:cubicBezTo>
                  <a:lnTo>
                    <a:pt x="10" y="1358"/>
                  </a:lnTo>
                  <a:cubicBezTo>
                    <a:pt x="0" y="1371"/>
                    <a:pt x="2" y="1390"/>
                    <a:pt x="14" y="1401"/>
                  </a:cubicBezTo>
                  <a:cubicBezTo>
                    <a:pt x="21" y="1408"/>
                    <a:pt x="30" y="1411"/>
                    <a:pt x="38" y="1411"/>
                  </a:cubicBezTo>
                  <a:cubicBezTo>
                    <a:pt x="47" y="1411"/>
                    <a:pt x="56" y="1408"/>
                    <a:pt x="62" y="1401"/>
                  </a:cubicBezTo>
                  <a:cubicBezTo>
                    <a:pt x="73" y="1391"/>
                    <a:pt x="83" y="1387"/>
                    <a:pt x="95" y="1367"/>
                  </a:cubicBezTo>
                  <a:cubicBezTo>
                    <a:pt x="107" y="1349"/>
                    <a:pt x="114" y="1331"/>
                    <a:pt x="116" y="1318"/>
                  </a:cubicBezTo>
                  <a:cubicBezTo>
                    <a:pt x="126" y="1287"/>
                    <a:pt x="131" y="1258"/>
                    <a:pt x="136" y="1230"/>
                  </a:cubicBezTo>
                  <a:cubicBezTo>
                    <a:pt x="147" y="1173"/>
                    <a:pt x="150" y="1118"/>
                    <a:pt x="155" y="1062"/>
                  </a:cubicBezTo>
                  <a:cubicBezTo>
                    <a:pt x="165" y="950"/>
                    <a:pt x="171" y="840"/>
                    <a:pt x="176" y="730"/>
                  </a:cubicBezTo>
                  <a:cubicBezTo>
                    <a:pt x="182" y="528"/>
                    <a:pt x="184" y="327"/>
                    <a:pt x="180" y="126"/>
                  </a:cubicBezTo>
                  <a:lnTo>
                    <a:pt x="180" y="126"/>
                  </a:lnTo>
                  <a:cubicBezTo>
                    <a:pt x="312" y="121"/>
                    <a:pt x="443" y="114"/>
                    <a:pt x="575" y="101"/>
                  </a:cubicBezTo>
                  <a:cubicBezTo>
                    <a:pt x="591" y="99"/>
                    <a:pt x="604" y="87"/>
                    <a:pt x="605" y="70"/>
                  </a:cubicBezTo>
                  <a:cubicBezTo>
                    <a:pt x="607" y="51"/>
                    <a:pt x="593" y="35"/>
                    <a:pt x="575" y="33"/>
                  </a:cubicBezTo>
                  <a:cubicBezTo>
                    <a:pt x="421" y="15"/>
                    <a:pt x="268" y="7"/>
                    <a:pt x="116" y="0"/>
                  </a:cubicBezTo>
                  <a:cubicBezTo>
                    <a:pt x="114" y="0"/>
                    <a:pt x="113" y="0"/>
                    <a:pt x="1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59"/>
            <p:cNvSpPr/>
            <p:nvPr/>
          </p:nvSpPr>
          <p:spPr>
            <a:xfrm>
              <a:off x="8161350" y="3586978"/>
              <a:ext cx="51708" cy="117166"/>
            </a:xfrm>
            <a:custGeom>
              <a:rect b="b" l="l" r="r" t="t"/>
              <a:pathLst>
                <a:path extrusionOk="0" h="1602" w="707">
                  <a:moveTo>
                    <a:pt x="115" y="1"/>
                  </a:moveTo>
                  <a:cubicBezTo>
                    <a:pt x="82" y="1"/>
                    <a:pt x="55" y="27"/>
                    <a:pt x="54" y="61"/>
                  </a:cubicBezTo>
                  <a:lnTo>
                    <a:pt x="53" y="65"/>
                  </a:lnTo>
                  <a:cubicBezTo>
                    <a:pt x="41" y="318"/>
                    <a:pt x="38" y="570"/>
                    <a:pt x="36" y="823"/>
                  </a:cubicBezTo>
                  <a:lnTo>
                    <a:pt x="40" y="1202"/>
                  </a:lnTo>
                  <a:lnTo>
                    <a:pt x="40" y="1388"/>
                  </a:lnTo>
                  <a:cubicBezTo>
                    <a:pt x="39" y="1419"/>
                    <a:pt x="39" y="1450"/>
                    <a:pt x="35" y="1477"/>
                  </a:cubicBezTo>
                  <a:cubicBezTo>
                    <a:pt x="34" y="1492"/>
                    <a:pt x="32" y="1507"/>
                    <a:pt x="29" y="1513"/>
                  </a:cubicBezTo>
                  <a:cubicBezTo>
                    <a:pt x="31" y="1521"/>
                    <a:pt x="20" y="1535"/>
                    <a:pt x="10" y="1547"/>
                  </a:cubicBezTo>
                  <a:cubicBezTo>
                    <a:pt x="2" y="1558"/>
                    <a:pt x="0" y="1572"/>
                    <a:pt x="6" y="1584"/>
                  </a:cubicBezTo>
                  <a:cubicBezTo>
                    <a:pt x="12" y="1595"/>
                    <a:pt x="24" y="1602"/>
                    <a:pt x="36" y="1602"/>
                  </a:cubicBezTo>
                  <a:cubicBezTo>
                    <a:pt x="41" y="1602"/>
                    <a:pt x="47" y="1601"/>
                    <a:pt x="52" y="1598"/>
                  </a:cubicBezTo>
                  <a:lnTo>
                    <a:pt x="62" y="1593"/>
                  </a:lnTo>
                  <a:cubicBezTo>
                    <a:pt x="84" y="1580"/>
                    <a:pt x="116" y="1524"/>
                    <a:pt x="117" y="1496"/>
                  </a:cubicBezTo>
                  <a:cubicBezTo>
                    <a:pt x="128" y="1461"/>
                    <a:pt x="131" y="1429"/>
                    <a:pt x="136" y="1397"/>
                  </a:cubicBezTo>
                  <a:cubicBezTo>
                    <a:pt x="147" y="1332"/>
                    <a:pt x="150" y="1270"/>
                    <a:pt x="156" y="1205"/>
                  </a:cubicBezTo>
                  <a:cubicBezTo>
                    <a:pt x="165" y="1078"/>
                    <a:pt x="173" y="952"/>
                    <a:pt x="177" y="825"/>
                  </a:cubicBezTo>
                  <a:cubicBezTo>
                    <a:pt x="184" y="594"/>
                    <a:pt x="187" y="361"/>
                    <a:pt x="184" y="129"/>
                  </a:cubicBezTo>
                  <a:lnTo>
                    <a:pt x="184" y="129"/>
                  </a:lnTo>
                  <a:cubicBezTo>
                    <a:pt x="347" y="123"/>
                    <a:pt x="511" y="117"/>
                    <a:pt x="674" y="103"/>
                  </a:cubicBezTo>
                  <a:cubicBezTo>
                    <a:pt x="689" y="101"/>
                    <a:pt x="703" y="88"/>
                    <a:pt x="705" y="72"/>
                  </a:cubicBezTo>
                  <a:cubicBezTo>
                    <a:pt x="707" y="52"/>
                    <a:pt x="692" y="36"/>
                    <a:pt x="674" y="34"/>
                  </a:cubicBezTo>
                  <a:cubicBezTo>
                    <a:pt x="488" y="17"/>
                    <a:pt x="303" y="9"/>
                    <a:pt x="118" y="1"/>
                  </a:cubicBezTo>
                  <a:cubicBezTo>
                    <a:pt x="117" y="1"/>
                    <a:pt x="116" y="1"/>
                    <a:pt x="1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59"/>
            <p:cNvSpPr/>
            <p:nvPr/>
          </p:nvSpPr>
          <p:spPr>
            <a:xfrm>
              <a:off x="8349887" y="3328950"/>
              <a:ext cx="20919" cy="52037"/>
            </a:xfrm>
            <a:custGeom>
              <a:rect b="b" l="l" r="r" t="t"/>
              <a:pathLst>
                <a:path extrusionOk="0" h="801" w="322">
                  <a:moveTo>
                    <a:pt x="89" y="1"/>
                  </a:moveTo>
                  <a:cubicBezTo>
                    <a:pt x="61" y="1"/>
                    <a:pt x="37" y="22"/>
                    <a:pt x="34" y="50"/>
                  </a:cubicBezTo>
                  <a:lnTo>
                    <a:pt x="33" y="60"/>
                  </a:lnTo>
                  <a:cubicBezTo>
                    <a:pt x="19" y="180"/>
                    <a:pt x="16" y="300"/>
                    <a:pt x="17" y="420"/>
                  </a:cubicBezTo>
                  <a:cubicBezTo>
                    <a:pt x="17" y="479"/>
                    <a:pt x="19" y="540"/>
                    <a:pt x="22" y="598"/>
                  </a:cubicBezTo>
                  <a:lnTo>
                    <a:pt x="24" y="683"/>
                  </a:lnTo>
                  <a:cubicBezTo>
                    <a:pt x="24" y="696"/>
                    <a:pt x="22" y="706"/>
                    <a:pt x="21" y="717"/>
                  </a:cubicBezTo>
                  <a:cubicBezTo>
                    <a:pt x="20" y="719"/>
                    <a:pt x="20" y="723"/>
                    <a:pt x="19" y="728"/>
                  </a:cubicBezTo>
                  <a:lnTo>
                    <a:pt x="8" y="747"/>
                  </a:lnTo>
                  <a:cubicBezTo>
                    <a:pt x="1" y="759"/>
                    <a:pt x="1" y="774"/>
                    <a:pt x="9" y="786"/>
                  </a:cubicBezTo>
                  <a:cubicBezTo>
                    <a:pt x="16" y="795"/>
                    <a:pt x="26" y="800"/>
                    <a:pt x="37" y="800"/>
                  </a:cubicBezTo>
                  <a:cubicBezTo>
                    <a:pt x="44" y="800"/>
                    <a:pt x="51" y="798"/>
                    <a:pt x="58" y="794"/>
                  </a:cubicBezTo>
                  <a:lnTo>
                    <a:pt x="58" y="794"/>
                  </a:lnTo>
                  <a:lnTo>
                    <a:pt x="77" y="780"/>
                  </a:lnTo>
                  <a:cubicBezTo>
                    <a:pt x="85" y="773"/>
                    <a:pt x="92" y="762"/>
                    <a:pt x="99" y="753"/>
                  </a:cubicBezTo>
                  <a:cubicBezTo>
                    <a:pt x="108" y="735"/>
                    <a:pt x="115" y="716"/>
                    <a:pt x="120" y="700"/>
                  </a:cubicBezTo>
                  <a:cubicBezTo>
                    <a:pt x="131" y="668"/>
                    <a:pt x="135" y="636"/>
                    <a:pt x="140" y="606"/>
                  </a:cubicBezTo>
                  <a:cubicBezTo>
                    <a:pt x="151" y="544"/>
                    <a:pt x="154" y="484"/>
                    <a:pt x="159" y="423"/>
                  </a:cubicBezTo>
                  <a:cubicBezTo>
                    <a:pt x="163" y="321"/>
                    <a:pt x="164" y="218"/>
                    <a:pt x="158" y="116"/>
                  </a:cubicBezTo>
                  <a:lnTo>
                    <a:pt x="158" y="116"/>
                  </a:lnTo>
                  <a:cubicBezTo>
                    <a:pt x="202" y="111"/>
                    <a:pt x="246" y="105"/>
                    <a:pt x="290" y="96"/>
                  </a:cubicBezTo>
                  <a:cubicBezTo>
                    <a:pt x="304" y="93"/>
                    <a:pt x="315" y="83"/>
                    <a:pt x="318" y="68"/>
                  </a:cubicBezTo>
                  <a:cubicBezTo>
                    <a:pt x="321" y="50"/>
                    <a:pt x="309" y="31"/>
                    <a:pt x="290" y="28"/>
                  </a:cubicBezTo>
                  <a:cubicBezTo>
                    <a:pt x="224" y="14"/>
                    <a:pt x="159" y="6"/>
                    <a:pt x="94" y="1"/>
                  </a:cubicBezTo>
                  <a:cubicBezTo>
                    <a:pt x="93" y="1"/>
                    <a:pt x="91" y="1"/>
                    <a:pt x="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59"/>
            <p:cNvSpPr/>
            <p:nvPr/>
          </p:nvSpPr>
          <p:spPr>
            <a:xfrm>
              <a:off x="7396694" y="3574325"/>
              <a:ext cx="37520" cy="87984"/>
            </a:xfrm>
            <a:custGeom>
              <a:rect b="b" l="l" r="r" t="t"/>
              <a:pathLst>
                <a:path extrusionOk="0" h="1203" w="513">
                  <a:moveTo>
                    <a:pt x="105" y="0"/>
                  </a:moveTo>
                  <a:cubicBezTo>
                    <a:pt x="73" y="0"/>
                    <a:pt x="47" y="25"/>
                    <a:pt x="44" y="57"/>
                  </a:cubicBezTo>
                  <a:lnTo>
                    <a:pt x="44" y="63"/>
                  </a:lnTo>
                  <a:cubicBezTo>
                    <a:pt x="32" y="249"/>
                    <a:pt x="28" y="436"/>
                    <a:pt x="28" y="622"/>
                  </a:cubicBezTo>
                  <a:cubicBezTo>
                    <a:pt x="28" y="714"/>
                    <a:pt x="30" y="808"/>
                    <a:pt x="33" y="900"/>
                  </a:cubicBezTo>
                  <a:lnTo>
                    <a:pt x="34" y="1037"/>
                  </a:lnTo>
                  <a:cubicBezTo>
                    <a:pt x="34" y="1060"/>
                    <a:pt x="33" y="1080"/>
                    <a:pt x="30" y="1099"/>
                  </a:cubicBezTo>
                  <a:cubicBezTo>
                    <a:pt x="30" y="1111"/>
                    <a:pt x="27" y="1113"/>
                    <a:pt x="27" y="1120"/>
                  </a:cubicBezTo>
                  <a:cubicBezTo>
                    <a:pt x="28" y="1127"/>
                    <a:pt x="15" y="1139"/>
                    <a:pt x="10" y="1148"/>
                  </a:cubicBezTo>
                  <a:lnTo>
                    <a:pt x="7" y="1152"/>
                  </a:lnTo>
                  <a:cubicBezTo>
                    <a:pt x="0" y="1165"/>
                    <a:pt x="2" y="1182"/>
                    <a:pt x="14" y="1193"/>
                  </a:cubicBezTo>
                  <a:cubicBezTo>
                    <a:pt x="20" y="1199"/>
                    <a:pt x="29" y="1203"/>
                    <a:pt x="38" y="1203"/>
                  </a:cubicBezTo>
                  <a:cubicBezTo>
                    <a:pt x="46" y="1203"/>
                    <a:pt x="55" y="1199"/>
                    <a:pt x="62" y="1193"/>
                  </a:cubicBezTo>
                  <a:cubicBezTo>
                    <a:pt x="71" y="1183"/>
                    <a:pt x="79" y="1182"/>
                    <a:pt x="89" y="1166"/>
                  </a:cubicBezTo>
                  <a:cubicBezTo>
                    <a:pt x="99" y="1152"/>
                    <a:pt x="110" y="1134"/>
                    <a:pt x="111" y="1123"/>
                  </a:cubicBezTo>
                  <a:cubicBezTo>
                    <a:pt x="120" y="1097"/>
                    <a:pt x="127" y="1071"/>
                    <a:pt x="131" y="1048"/>
                  </a:cubicBezTo>
                  <a:cubicBezTo>
                    <a:pt x="141" y="999"/>
                    <a:pt x="145" y="952"/>
                    <a:pt x="150" y="906"/>
                  </a:cubicBezTo>
                  <a:cubicBezTo>
                    <a:pt x="160" y="811"/>
                    <a:pt x="165" y="718"/>
                    <a:pt x="170" y="625"/>
                  </a:cubicBezTo>
                  <a:cubicBezTo>
                    <a:pt x="175" y="458"/>
                    <a:pt x="177" y="291"/>
                    <a:pt x="173" y="125"/>
                  </a:cubicBezTo>
                  <a:lnTo>
                    <a:pt x="173" y="125"/>
                  </a:lnTo>
                  <a:cubicBezTo>
                    <a:pt x="275" y="120"/>
                    <a:pt x="378" y="113"/>
                    <a:pt x="481" y="100"/>
                  </a:cubicBezTo>
                  <a:cubicBezTo>
                    <a:pt x="496" y="98"/>
                    <a:pt x="509" y="86"/>
                    <a:pt x="510" y="70"/>
                  </a:cubicBezTo>
                  <a:cubicBezTo>
                    <a:pt x="513" y="51"/>
                    <a:pt x="499" y="34"/>
                    <a:pt x="481" y="32"/>
                  </a:cubicBezTo>
                  <a:cubicBezTo>
                    <a:pt x="357" y="15"/>
                    <a:pt x="232" y="7"/>
                    <a:pt x="108" y="0"/>
                  </a:cubicBezTo>
                  <a:cubicBezTo>
                    <a:pt x="107" y="0"/>
                    <a:pt x="106" y="0"/>
                    <a:pt x="1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59"/>
            <p:cNvSpPr/>
            <p:nvPr/>
          </p:nvSpPr>
          <p:spPr>
            <a:xfrm>
              <a:off x="7809704" y="3429878"/>
              <a:ext cx="118848" cy="260223"/>
            </a:xfrm>
            <a:custGeom>
              <a:rect b="b" l="l" r="r" t="t"/>
              <a:pathLst>
                <a:path extrusionOk="0" h="3558" w="1625">
                  <a:moveTo>
                    <a:pt x="170" y="0"/>
                  </a:moveTo>
                  <a:cubicBezTo>
                    <a:pt x="134" y="0"/>
                    <a:pt x="106" y="30"/>
                    <a:pt x="105" y="65"/>
                  </a:cubicBezTo>
                  <a:lnTo>
                    <a:pt x="105" y="67"/>
                  </a:lnTo>
                  <a:cubicBezTo>
                    <a:pt x="93" y="644"/>
                    <a:pt x="80" y="1222"/>
                    <a:pt x="76" y="1799"/>
                  </a:cubicBezTo>
                  <a:lnTo>
                    <a:pt x="68" y="2666"/>
                  </a:lnTo>
                  <a:lnTo>
                    <a:pt x="62" y="3098"/>
                  </a:lnTo>
                  <a:cubicBezTo>
                    <a:pt x="58" y="3169"/>
                    <a:pt x="59" y="3242"/>
                    <a:pt x="54" y="3312"/>
                  </a:cubicBezTo>
                  <a:lnTo>
                    <a:pt x="45" y="3417"/>
                  </a:lnTo>
                  <a:cubicBezTo>
                    <a:pt x="38" y="3445"/>
                    <a:pt x="42" y="3471"/>
                    <a:pt x="13" y="3501"/>
                  </a:cubicBezTo>
                  <a:cubicBezTo>
                    <a:pt x="2" y="3513"/>
                    <a:pt x="1" y="3532"/>
                    <a:pt x="11" y="3545"/>
                  </a:cubicBezTo>
                  <a:cubicBezTo>
                    <a:pt x="18" y="3553"/>
                    <a:pt x="28" y="3557"/>
                    <a:pt x="38" y="3557"/>
                  </a:cubicBezTo>
                  <a:cubicBezTo>
                    <a:pt x="45" y="3557"/>
                    <a:pt x="52" y="3555"/>
                    <a:pt x="58" y="3550"/>
                  </a:cubicBezTo>
                  <a:lnTo>
                    <a:pt x="68" y="3542"/>
                  </a:lnTo>
                  <a:cubicBezTo>
                    <a:pt x="94" y="3522"/>
                    <a:pt x="110" y="3472"/>
                    <a:pt x="121" y="3431"/>
                  </a:cubicBezTo>
                  <a:lnTo>
                    <a:pt x="138" y="3321"/>
                  </a:lnTo>
                  <a:cubicBezTo>
                    <a:pt x="148" y="3247"/>
                    <a:pt x="151" y="3176"/>
                    <a:pt x="158" y="3102"/>
                  </a:cubicBezTo>
                  <a:cubicBezTo>
                    <a:pt x="170" y="2957"/>
                    <a:pt x="175" y="2813"/>
                    <a:pt x="183" y="2668"/>
                  </a:cubicBezTo>
                  <a:cubicBezTo>
                    <a:pt x="196" y="2379"/>
                    <a:pt x="209" y="2090"/>
                    <a:pt x="213" y="1801"/>
                  </a:cubicBezTo>
                  <a:cubicBezTo>
                    <a:pt x="219" y="1512"/>
                    <a:pt x="230" y="1224"/>
                    <a:pt x="230" y="935"/>
                  </a:cubicBezTo>
                  <a:lnTo>
                    <a:pt x="238" y="133"/>
                  </a:lnTo>
                  <a:lnTo>
                    <a:pt x="238" y="133"/>
                  </a:lnTo>
                  <a:lnTo>
                    <a:pt x="881" y="126"/>
                  </a:lnTo>
                  <a:lnTo>
                    <a:pt x="1591" y="109"/>
                  </a:lnTo>
                  <a:cubicBezTo>
                    <a:pt x="1608" y="108"/>
                    <a:pt x="1624" y="94"/>
                    <a:pt x="1624" y="76"/>
                  </a:cubicBezTo>
                  <a:cubicBezTo>
                    <a:pt x="1625" y="57"/>
                    <a:pt x="1609" y="41"/>
                    <a:pt x="1591" y="41"/>
                  </a:cubicBezTo>
                  <a:lnTo>
                    <a:pt x="881" y="17"/>
                  </a:lnTo>
                  <a:lnTo>
                    <a:pt x="172" y="0"/>
                  </a:lnTo>
                  <a:cubicBezTo>
                    <a:pt x="171" y="0"/>
                    <a:pt x="171" y="0"/>
                    <a:pt x="1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60"/>
          <p:cNvSpPr/>
          <p:nvPr/>
        </p:nvSpPr>
        <p:spPr>
          <a:xfrm>
            <a:off x="1765475" y="1026050"/>
            <a:ext cx="5600700" cy="3099300"/>
          </a:xfrm>
          <a:prstGeom prst="round2DiagRect">
            <a:avLst>
              <a:gd fmla="val 26518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60"/>
          <p:cNvSpPr txBox="1"/>
          <p:nvPr>
            <p:ph type="title"/>
          </p:nvPr>
        </p:nvSpPr>
        <p:spPr>
          <a:xfrm>
            <a:off x="1691000" y="1775250"/>
            <a:ext cx="5653200" cy="14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400">
                <a:solidFill>
                  <a:schemeClr val="lt1"/>
                </a:solidFill>
              </a:rPr>
              <a:t>Results</a:t>
            </a:r>
            <a:endParaRPr sz="7300">
              <a:solidFill>
                <a:schemeClr val="lt1"/>
              </a:solidFill>
            </a:endParaRPr>
          </a:p>
        </p:txBody>
      </p:sp>
      <p:grpSp>
        <p:nvGrpSpPr>
          <p:cNvPr id="1125" name="Google Shape;1125;p60"/>
          <p:cNvGrpSpPr/>
          <p:nvPr/>
        </p:nvGrpSpPr>
        <p:grpSpPr>
          <a:xfrm>
            <a:off x="1314574" y="719862"/>
            <a:ext cx="887810" cy="816798"/>
            <a:chOff x="1176374" y="719862"/>
            <a:chExt cx="887810" cy="816798"/>
          </a:xfrm>
        </p:grpSpPr>
        <p:sp>
          <p:nvSpPr>
            <p:cNvPr id="1126" name="Google Shape;1126;p60"/>
            <p:cNvSpPr/>
            <p:nvPr/>
          </p:nvSpPr>
          <p:spPr>
            <a:xfrm>
              <a:off x="1666024" y="956131"/>
              <a:ext cx="99448" cy="61245"/>
            </a:xfrm>
            <a:custGeom>
              <a:rect b="b" l="l" r="r" t="t"/>
              <a:pathLst>
                <a:path extrusionOk="0" h="1699" w="2759">
                  <a:moveTo>
                    <a:pt x="1306" y="0"/>
                  </a:moveTo>
                  <a:cubicBezTo>
                    <a:pt x="1110" y="0"/>
                    <a:pt x="909" y="62"/>
                    <a:pt x="723" y="209"/>
                  </a:cubicBezTo>
                  <a:cubicBezTo>
                    <a:pt x="1" y="777"/>
                    <a:pt x="995" y="1699"/>
                    <a:pt x="1751" y="1699"/>
                  </a:cubicBezTo>
                  <a:cubicBezTo>
                    <a:pt x="1946" y="1699"/>
                    <a:pt x="2125" y="1638"/>
                    <a:pt x="2255" y="1493"/>
                  </a:cubicBezTo>
                  <a:cubicBezTo>
                    <a:pt x="2758" y="933"/>
                    <a:pt x="2067" y="0"/>
                    <a:pt x="13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27" name="Google Shape;1127;p60"/>
            <p:cNvGrpSpPr/>
            <p:nvPr/>
          </p:nvGrpSpPr>
          <p:grpSpPr>
            <a:xfrm rot="-3850221">
              <a:off x="1305032" y="1029796"/>
              <a:ext cx="135701" cy="370953"/>
              <a:chOff x="2187550" y="-667000"/>
              <a:chExt cx="135700" cy="370950"/>
            </a:xfrm>
          </p:grpSpPr>
          <p:sp>
            <p:nvSpPr>
              <p:cNvPr id="1128" name="Google Shape;1128;p60"/>
              <p:cNvSpPr/>
              <p:nvPr/>
            </p:nvSpPr>
            <p:spPr>
              <a:xfrm>
                <a:off x="2187550" y="-667000"/>
                <a:ext cx="135700" cy="299650"/>
              </a:xfrm>
              <a:custGeom>
                <a:rect b="b" l="l" r="r" t="t"/>
                <a:pathLst>
                  <a:path extrusionOk="0" h="11986" w="5428">
                    <a:moveTo>
                      <a:pt x="244" y="1"/>
                    </a:moveTo>
                    <a:cubicBezTo>
                      <a:pt x="241" y="1"/>
                      <a:pt x="237" y="1"/>
                      <a:pt x="235" y="2"/>
                    </a:cubicBezTo>
                    <a:cubicBezTo>
                      <a:pt x="1" y="55"/>
                      <a:pt x="2223" y="2491"/>
                      <a:pt x="2782" y="5293"/>
                    </a:cubicBezTo>
                    <a:cubicBezTo>
                      <a:pt x="3341" y="8081"/>
                      <a:pt x="2987" y="11986"/>
                      <a:pt x="3274" y="11986"/>
                    </a:cubicBezTo>
                    <a:cubicBezTo>
                      <a:pt x="3275" y="11986"/>
                      <a:pt x="3277" y="11986"/>
                      <a:pt x="3278" y="11985"/>
                    </a:cubicBezTo>
                    <a:cubicBezTo>
                      <a:pt x="3560" y="11945"/>
                      <a:pt x="5427" y="7910"/>
                      <a:pt x="4554" y="5006"/>
                    </a:cubicBezTo>
                    <a:cubicBezTo>
                      <a:pt x="3691" y="2135"/>
                      <a:pt x="544" y="1"/>
                      <a:pt x="2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9" name="Google Shape;1129;p60"/>
              <p:cNvSpPr/>
              <p:nvPr/>
            </p:nvSpPr>
            <p:spPr>
              <a:xfrm>
                <a:off x="2246900" y="-583625"/>
                <a:ext cx="25825" cy="93475"/>
              </a:xfrm>
              <a:custGeom>
                <a:rect b="b" l="l" r="r" t="t"/>
                <a:pathLst>
                  <a:path extrusionOk="0" h="3739" w="1033">
                    <a:moveTo>
                      <a:pt x="81" y="0"/>
                    </a:moveTo>
                    <a:lnTo>
                      <a:pt x="1" y="36"/>
                    </a:lnTo>
                    <a:cubicBezTo>
                      <a:pt x="1" y="36"/>
                      <a:pt x="82" y="262"/>
                      <a:pt x="204" y="603"/>
                    </a:cubicBezTo>
                    <a:cubicBezTo>
                      <a:pt x="236" y="687"/>
                      <a:pt x="271" y="777"/>
                      <a:pt x="307" y="874"/>
                    </a:cubicBezTo>
                    <a:cubicBezTo>
                      <a:pt x="346" y="969"/>
                      <a:pt x="369" y="1077"/>
                      <a:pt x="405" y="1182"/>
                    </a:cubicBezTo>
                    <a:cubicBezTo>
                      <a:pt x="472" y="1396"/>
                      <a:pt x="544" y="1625"/>
                      <a:pt x="615" y="1853"/>
                    </a:cubicBezTo>
                    <a:cubicBezTo>
                      <a:pt x="668" y="2084"/>
                      <a:pt x="719" y="2316"/>
                      <a:pt x="768" y="2533"/>
                    </a:cubicBezTo>
                    <a:cubicBezTo>
                      <a:pt x="788" y="2643"/>
                      <a:pt x="827" y="2744"/>
                      <a:pt x="834" y="2848"/>
                    </a:cubicBezTo>
                    <a:cubicBezTo>
                      <a:pt x="846" y="2951"/>
                      <a:pt x="856" y="3049"/>
                      <a:pt x="867" y="3139"/>
                    </a:cubicBezTo>
                    <a:cubicBezTo>
                      <a:pt x="914" y="3498"/>
                      <a:pt x="945" y="3738"/>
                      <a:pt x="945" y="3738"/>
                    </a:cubicBezTo>
                    <a:lnTo>
                      <a:pt x="1033" y="3730"/>
                    </a:lnTo>
                    <a:cubicBezTo>
                      <a:pt x="1033" y="3730"/>
                      <a:pt x="1024" y="3489"/>
                      <a:pt x="1010" y="3127"/>
                    </a:cubicBezTo>
                    <a:cubicBezTo>
                      <a:pt x="1006" y="3037"/>
                      <a:pt x="1000" y="2938"/>
                      <a:pt x="993" y="2835"/>
                    </a:cubicBezTo>
                    <a:cubicBezTo>
                      <a:pt x="993" y="2731"/>
                      <a:pt x="960" y="2623"/>
                      <a:pt x="940" y="2511"/>
                    </a:cubicBezTo>
                    <a:cubicBezTo>
                      <a:pt x="894" y="2285"/>
                      <a:pt x="845" y="2044"/>
                      <a:pt x="795" y="1804"/>
                    </a:cubicBezTo>
                    <a:cubicBezTo>
                      <a:pt x="718" y="1574"/>
                      <a:pt x="642" y="1342"/>
                      <a:pt x="569" y="1127"/>
                    </a:cubicBezTo>
                    <a:cubicBezTo>
                      <a:pt x="532" y="1018"/>
                      <a:pt x="501" y="912"/>
                      <a:pt x="456" y="818"/>
                    </a:cubicBezTo>
                    <a:cubicBezTo>
                      <a:pt x="414" y="722"/>
                      <a:pt x="374" y="632"/>
                      <a:pt x="337" y="549"/>
                    </a:cubicBezTo>
                    <a:cubicBezTo>
                      <a:pt x="183" y="219"/>
                      <a:pt x="81" y="0"/>
                      <a:pt x="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0" name="Google Shape;1130;p60"/>
              <p:cNvSpPr/>
              <p:nvPr/>
            </p:nvSpPr>
            <p:spPr>
              <a:xfrm>
                <a:off x="2241900" y="-334675"/>
                <a:ext cx="41850" cy="38625"/>
              </a:xfrm>
              <a:custGeom>
                <a:rect b="b" l="l" r="r" t="t"/>
                <a:pathLst>
                  <a:path extrusionOk="0" h="1545" w="1674">
                    <a:moveTo>
                      <a:pt x="924" y="0"/>
                    </a:moveTo>
                    <a:cubicBezTo>
                      <a:pt x="297" y="0"/>
                      <a:pt x="0" y="1190"/>
                      <a:pt x="767" y="1501"/>
                    </a:cubicBezTo>
                    <a:cubicBezTo>
                      <a:pt x="839" y="1531"/>
                      <a:pt x="906" y="1544"/>
                      <a:pt x="968" y="1544"/>
                    </a:cubicBezTo>
                    <a:cubicBezTo>
                      <a:pt x="1598" y="1544"/>
                      <a:pt x="1673" y="150"/>
                      <a:pt x="1035" y="13"/>
                    </a:cubicBezTo>
                    <a:cubicBezTo>
                      <a:pt x="997" y="4"/>
                      <a:pt x="960" y="0"/>
                      <a:pt x="9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31" name="Google Shape;1131;p60"/>
            <p:cNvGrpSpPr/>
            <p:nvPr/>
          </p:nvGrpSpPr>
          <p:grpSpPr>
            <a:xfrm rot="872489">
              <a:off x="1793581" y="745799"/>
              <a:ext cx="239049" cy="254304"/>
              <a:chOff x="2577625" y="-1221650"/>
              <a:chExt cx="204500" cy="217550"/>
            </a:xfrm>
          </p:grpSpPr>
          <p:sp>
            <p:nvSpPr>
              <p:cNvPr id="1132" name="Google Shape;1132;p60"/>
              <p:cNvSpPr/>
              <p:nvPr/>
            </p:nvSpPr>
            <p:spPr>
              <a:xfrm>
                <a:off x="2577625" y="-1221650"/>
                <a:ext cx="204500" cy="217550"/>
              </a:xfrm>
              <a:custGeom>
                <a:rect b="b" l="l" r="r" t="t"/>
                <a:pathLst>
                  <a:path extrusionOk="0" h="8702" w="8180">
                    <a:moveTo>
                      <a:pt x="1535" y="1"/>
                    </a:moveTo>
                    <a:cubicBezTo>
                      <a:pt x="1452" y="1"/>
                      <a:pt x="1369" y="20"/>
                      <a:pt x="1286" y="61"/>
                    </a:cubicBezTo>
                    <a:cubicBezTo>
                      <a:pt x="0" y="704"/>
                      <a:pt x="3637" y="8702"/>
                      <a:pt x="4051" y="8702"/>
                    </a:cubicBezTo>
                    <a:cubicBezTo>
                      <a:pt x="4053" y="8702"/>
                      <a:pt x="4055" y="8702"/>
                      <a:pt x="4057" y="8701"/>
                    </a:cubicBezTo>
                    <a:cubicBezTo>
                      <a:pt x="4399" y="8625"/>
                      <a:pt x="8179" y="894"/>
                      <a:pt x="6966" y="522"/>
                    </a:cubicBezTo>
                    <a:cubicBezTo>
                      <a:pt x="6911" y="505"/>
                      <a:pt x="6856" y="497"/>
                      <a:pt x="6801" y="497"/>
                    </a:cubicBezTo>
                    <a:cubicBezTo>
                      <a:pt x="5625" y="497"/>
                      <a:pt x="4304" y="4122"/>
                      <a:pt x="4130" y="4122"/>
                    </a:cubicBezTo>
                    <a:cubicBezTo>
                      <a:pt x="3961" y="4122"/>
                      <a:pt x="2749" y="1"/>
                      <a:pt x="153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3" name="Google Shape;1133;p60"/>
              <p:cNvSpPr/>
              <p:nvPr/>
            </p:nvSpPr>
            <p:spPr>
              <a:xfrm>
                <a:off x="2676025" y="-1129325"/>
                <a:ext cx="53575" cy="110350"/>
              </a:xfrm>
              <a:custGeom>
                <a:rect b="b" l="l" r="r" t="t"/>
                <a:pathLst>
                  <a:path extrusionOk="0" h="4414" w="2143">
                    <a:moveTo>
                      <a:pt x="2022" y="1"/>
                    </a:moveTo>
                    <a:cubicBezTo>
                      <a:pt x="2022" y="1"/>
                      <a:pt x="1869" y="260"/>
                      <a:pt x="1654" y="658"/>
                    </a:cubicBezTo>
                    <a:cubicBezTo>
                      <a:pt x="1550" y="858"/>
                      <a:pt x="1422" y="1089"/>
                      <a:pt x="1295" y="1341"/>
                    </a:cubicBezTo>
                    <a:cubicBezTo>
                      <a:pt x="1168" y="1593"/>
                      <a:pt x="1034" y="1863"/>
                      <a:pt x="898" y="2132"/>
                    </a:cubicBezTo>
                    <a:cubicBezTo>
                      <a:pt x="661" y="2684"/>
                      <a:pt x="426" y="3237"/>
                      <a:pt x="264" y="3657"/>
                    </a:cubicBezTo>
                    <a:cubicBezTo>
                      <a:pt x="99" y="4077"/>
                      <a:pt x="1" y="4361"/>
                      <a:pt x="1" y="4361"/>
                    </a:cubicBezTo>
                    <a:lnTo>
                      <a:pt x="124" y="4414"/>
                    </a:lnTo>
                    <a:cubicBezTo>
                      <a:pt x="124" y="4414"/>
                      <a:pt x="266" y="4148"/>
                      <a:pt x="463" y="3743"/>
                    </a:cubicBezTo>
                    <a:cubicBezTo>
                      <a:pt x="663" y="3338"/>
                      <a:pt x="911" y="2791"/>
                      <a:pt x="1157" y="2243"/>
                    </a:cubicBezTo>
                    <a:cubicBezTo>
                      <a:pt x="1285" y="1972"/>
                      <a:pt x="1413" y="1702"/>
                      <a:pt x="1534" y="1448"/>
                    </a:cubicBezTo>
                    <a:cubicBezTo>
                      <a:pt x="1654" y="1194"/>
                      <a:pt x="1757" y="953"/>
                      <a:pt x="1851" y="749"/>
                    </a:cubicBezTo>
                    <a:cubicBezTo>
                      <a:pt x="2032" y="338"/>
                      <a:pt x="2142" y="58"/>
                      <a:pt x="2142" y="58"/>
                    </a:cubicBezTo>
                    <a:lnTo>
                      <a:pt x="20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4" name="Google Shape;1134;p60"/>
              <p:cNvSpPr/>
              <p:nvPr/>
            </p:nvSpPr>
            <p:spPr>
              <a:xfrm>
                <a:off x="2644125" y="-1169350"/>
                <a:ext cx="25575" cy="46200"/>
              </a:xfrm>
              <a:custGeom>
                <a:rect b="b" l="l" r="r" t="t"/>
                <a:pathLst>
                  <a:path extrusionOk="0" h="1848" w="1023">
                    <a:moveTo>
                      <a:pt x="120" y="0"/>
                    </a:moveTo>
                    <a:lnTo>
                      <a:pt x="1" y="60"/>
                    </a:lnTo>
                    <a:cubicBezTo>
                      <a:pt x="1" y="60"/>
                      <a:pt x="36" y="183"/>
                      <a:pt x="105" y="358"/>
                    </a:cubicBezTo>
                    <a:cubicBezTo>
                      <a:pt x="142" y="445"/>
                      <a:pt x="179" y="549"/>
                      <a:pt x="229" y="654"/>
                    </a:cubicBezTo>
                    <a:cubicBezTo>
                      <a:pt x="279" y="761"/>
                      <a:pt x="333" y="874"/>
                      <a:pt x="386" y="987"/>
                    </a:cubicBezTo>
                    <a:cubicBezTo>
                      <a:pt x="503" y="1208"/>
                      <a:pt x="622" y="1428"/>
                      <a:pt x="725" y="1587"/>
                    </a:cubicBezTo>
                    <a:cubicBezTo>
                      <a:pt x="825" y="1746"/>
                      <a:pt x="904" y="1847"/>
                      <a:pt x="904" y="1847"/>
                    </a:cubicBezTo>
                    <a:lnTo>
                      <a:pt x="1023" y="1787"/>
                    </a:lnTo>
                    <a:cubicBezTo>
                      <a:pt x="1023" y="1787"/>
                      <a:pt x="988" y="1665"/>
                      <a:pt x="919" y="1489"/>
                    </a:cubicBezTo>
                    <a:cubicBezTo>
                      <a:pt x="852" y="1312"/>
                      <a:pt x="746" y="1086"/>
                      <a:pt x="637" y="860"/>
                    </a:cubicBezTo>
                    <a:cubicBezTo>
                      <a:pt x="578" y="750"/>
                      <a:pt x="518" y="640"/>
                      <a:pt x="463" y="537"/>
                    </a:cubicBezTo>
                    <a:cubicBezTo>
                      <a:pt x="407" y="433"/>
                      <a:pt x="345" y="342"/>
                      <a:pt x="298" y="261"/>
                    </a:cubicBezTo>
                    <a:cubicBezTo>
                      <a:pt x="197" y="102"/>
                      <a:pt x="120" y="0"/>
                      <a:pt x="1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35" name="Google Shape;1135;p60"/>
            <p:cNvGrpSpPr/>
            <p:nvPr/>
          </p:nvGrpSpPr>
          <p:grpSpPr>
            <a:xfrm rot="-3458214">
              <a:off x="1417184" y="859593"/>
              <a:ext cx="184256" cy="254308"/>
              <a:chOff x="2916600" y="-617325"/>
              <a:chExt cx="184250" cy="254300"/>
            </a:xfrm>
          </p:grpSpPr>
          <p:sp>
            <p:nvSpPr>
              <p:cNvPr id="1136" name="Google Shape;1136;p60"/>
              <p:cNvSpPr/>
              <p:nvPr/>
            </p:nvSpPr>
            <p:spPr>
              <a:xfrm>
                <a:off x="2916600" y="-617325"/>
                <a:ext cx="184250" cy="254300"/>
              </a:xfrm>
              <a:custGeom>
                <a:rect b="b" l="l" r="r" t="t"/>
                <a:pathLst>
                  <a:path extrusionOk="0" h="10172" w="7370">
                    <a:moveTo>
                      <a:pt x="3449" y="1"/>
                    </a:moveTo>
                    <a:cubicBezTo>
                      <a:pt x="1" y="1"/>
                      <a:pt x="1027" y="10171"/>
                      <a:pt x="1490" y="10171"/>
                    </a:cubicBezTo>
                    <a:cubicBezTo>
                      <a:pt x="1502" y="10171"/>
                      <a:pt x="1514" y="10165"/>
                      <a:pt x="1525" y="10150"/>
                    </a:cubicBezTo>
                    <a:cubicBezTo>
                      <a:pt x="2090" y="9433"/>
                      <a:pt x="7370" y="362"/>
                      <a:pt x="3622" y="9"/>
                    </a:cubicBezTo>
                    <a:cubicBezTo>
                      <a:pt x="3563" y="3"/>
                      <a:pt x="3505" y="1"/>
                      <a:pt x="34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7" name="Google Shape;1137;p60"/>
              <p:cNvSpPr/>
              <p:nvPr/>
            </p:nvSpPr>
            <p:spPr>
              <a:xfrm>
                <a:off x="2965150" y="-602650"/>
                <a:ext cx="62000" cy="205775"/>
              </a:xfrm>
              <a:custGeom>
                <a:rect b="b" l="l" r="r" t="t"/>
                <a:pathLst>
                  <a:path extrusionOk="0" h="8231" w="2480">
                    <a:moveTo>
                      <a:pt x="2233" y="1"/>
                    </a:moveTo>
                    <a:cubicBezTo>
                      <a:pt x="2233" y="1"/>
                      <a:pt x="2223" y="134"/>
                      <a:pt x="2208" y="369"/>
                    </a:cubicBezTo>
                    <a:cubicBezTo>
                      <a:pt x="2185" y="601"/>
                      <a:pt x="2196" y="945"/>
                      <a:pt x="2131" y="1334"/>
                    </a:cubicBezTo>
                    <a:cubicBezTo>
                      <a:pt x="2105" y="1530"/>
                      <a:pt x="2077" y="1742"/>
                      <a:pt x="2047" y="1965"/>
                    </a:cubicBezTo>
                    <a:cubicBezTo>
                      <a:pt x="2020" y="2190"/>
                      <a:pt x="1954" y="2424"/>
                      <a:pt x="1914" y="2669"/>
                    </a:cubicBezTo>
                    <a:cubicBezTo>
                      <a:pt x="1865" y="2912"/>
                      <a:pt x="1826" y="3166"/>
                      <a:pt x="1752" y="3416"/>
                    </a:cubicBezTo>
                    <a:cubicBezTo>
                      <a:pt x="1685" y="3669"/>
                      <a:pt x="1617" y="3926"/>
                      <a:pt x="1550" y="4182"/>
                    </a:cubicBezTo>
                    <a:cubicBezTo>
                      <a:pt x="1389" y="4687"/>
                      <a:pt x="1251" y="5202"/>
                      <a:pt x="1061" y="5663"/>
                    </a:cubicBezTo>
                    <a:cubicBezTo>
                      <a:pt x="974" y="5896"/>
                      <a:pt x="890" y="6121"/>
                      <a:pt x="811" y="6336"/>
                    </a:cubicBezTo>
                    <a:cubicBezTo>
                      <a:pt x="721" y="6546"/>
                      <a:pt x="636" y="6745"/>
                      <a:pt x="557" y="6928"/>
                    </a:cubicBezTo>
                    <a:cubicBezTo>
                      <a:pt x="409" y="7299"/>
                      <a:pt x="253" y="7594"/>
                      <a:pt x="156" y="7806"/>
                    </a:cubicBezTo>
                    <a:cubicBezTo>
                      <a:pt x="56" y="8018"/>
                      <a:pt x="0" y="8138"/>
                      <a:pt x="0" y="8138"/>
                    </a:cubicBezTo>
                    <a:lnTo>
                      <a:pt x="159" y="8230"/>
                    </a:lnTo>
                    <a:cubicBezTo>
                      <a:pt x="159" y="8230"/>
                      <a:pt x="230" y="8115"/>
                      <a:pt x="351" y="7912"/>
                    </a:cubicBezTo>
                    <a:cubicBezTo>
                      <a:pt x="466" y="7705"/>
                      <a:pt x="659" y="7424"/>
                      <a:pt x="828" y="7056"/>
                    </a:cubicBezTo>
                    <a:cubicBezTo>
                      <a:pt x="1009" y="6692"/>
                      <a:pt x="1219" y="6267"/>
                      <a:pt x="1399" y="5792"/>
                    </a:cubicBezTo>
                    <a:cubicBezTo>
                      <a:pt x="1601" y="5325"/>
                      <a:pt x="1750" y="4803"/>
                      <a:pt x="1923" y="4290"/>
                    </a:cubicBezTo>
                    <a:cubicBezTo>
                      <a:pt x="2050" y="3762"/>
                      <a:pt x="2199" y="3239"/>
                      <a:pt x="2270" y="2735"/>
                    </a:cubicBezTo>
                    <a:cubicBezTo>
                      <a:pt x="2311" y="2483"/>
                      <a:pt x="2364" y="2244"/>
                      <a:pt x="2379" y="2008"/>
                    </a:cubicBezTo>
                    <a:cubicBezTo>
                      <a:pt x="2397" y="1774"/>
                      <a:pt x="2414" y="1552"/>
                      <a:pt x="2430" y="1348"/>
                    </a:cubicBezTo>
                    <a:cubicBezTo>
                      <a:pt x="2479" y="938"/>
                      <a:pt x="2426" y="608"/>
                      <a:pt x="2431" y="372"/>
                    </a:cubicBezTo>
                    <a:cubicBezTo>
                      <a:pt x="2421" y="137"/>
                      <a:pt x="2416" y="3"/>
                      <a:pt x="2416" y="3"/>
                    </a:cubicBezTo>
                    <a:lnTo>
                      <a:pt x="223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38" name="Google Shape;1138;p60"/>
            <p:cNvGrpSpPr/>
            <p:nvPr/>
          </p:nvGrpSpPr>
          <p:grpSpPr>
            <a:xfrm flipH="1" rot="-173">
              <a:off x="1569396" y="1073404"/>
              <a:ext cx="494788" cy="463243"/>
              <a:chOff x="3253250" y="-606750"/>
              <a:chExt cx="249000" cy="233125"/>
            </a:xfrm>
          </p:grpSpPr>
          <p:sp>
            <p:nvSpPr>
              <p:cNvPr id="1139" name="Google Shape;1139;p60"/>
              <p:cNvSpPr/>
              <p:nvPr/>
            </p:nvSpPr>
            <p:spPr>
              <a:xfrm>
                <a:off x="3253250" y="-606750"/>
                <a:ext cx="249000" cy="233125"/>
              </a:xfrm>
              <a:custGeom>
                <a:rect b="b" l="l" r="r" t="t"/>
                <a:pathLst>
                  <a:path extrusionOk="0" h="9325" w="9960">
                    <a:moveTo>
                      <a:pt x="5032" y="1"/>
                    </a:moveTo>
                    <a:cubicBezTo>
                      <a:pt x="2662" y="1"/>
                      <a:pt x="1600" y="1620"/>
                      <a:pt x="1208" y="2928"/>
                    </a:cubicBezTo>
                    <a:cubicBezTo>
                      <a:pt x="767" y="4405"/>
                      <a:pt x="1" y="7191"/>
                      <a:pt x="3402" y="8811"/>
                    </a:cubicBezTo>
                    <a:cubicBezTo>
                      <a:pt x="4154" y="9169"/>
                      <a:pt x="4848" y="9324"/>
                      <a:pt x="5479" y="9324"/>
                    </a:cubicBezTo>
                    <a:cubicBezTo>
                      <a:pt x="7705" y="9324"/>
                      <a:pt x="9143" y="7397"/>
                      <a:pt x="9500" y="5677"/>
                    </a:cubicBezTo>
                    <a:cubicBezTo>
                      <a:pt x="9960" y="3469"/>
                      <a:pt x="9519" y="663"/>
                      <a:pt x="6012" y="85"/>
                    </a:cubicBezTo>
                    <a:cubicBezTo>
                      <a:pt x="5663" y="28"/>
                      <a:pt x="5337" y="1"/>
                      <a:pt x="503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0" name="Google Shape;1140;p60"/>
              <p:cNvSpPr/>
              <p:nvPr/>
            </p:nvSpPr>
            <p:spPr>
              <a:xfrm>
                <a:off x="3347625" y="-525925"/>
                <a:ext cx="18275" cy="28675"/>
              </a:xfrm>
              <a:custGeom>
                <a:rect b="b" l="l" r="r" t="t"/>
                <a:pathLst>
                  <a:path extrusionOk="0" h="1147" w="731">
                    <a:moveTo>
                      <a:pt x="540" y="1"/>
                    </a:moveTo>
                    <a:cubicBezTo>
                      <a:pt x="353" y="1"/>
                      <a:pt x="0" y="1081"/>
                      <a:pt x="212" y="1144"/>
                    </a:cubicBezTo>
                    <a:cubicBezTo>
                      <a:pt x="217" y="1146"/>
                      <a:pt x="223" y="1146"/>
                      <a:pt x="230" y="1146"/>
                    </a:cubicBezTo>
                    <a:cubicBezTo>
                      <a:pt x="445" y="1146"/>
                      <a:pt x="730" y="56"/>
                      <a:pt x="553" y="3"/>
                    </a:cubicBezTo>
                    <a:cubicBezTo>
                      <a:pt x="549" y="1"/>
                      <a:pt x="544" y="1"/>
                      <a:pt x="5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1" name="Google Shape;1141;p60"/>
              <p:cNvSpPr/>
              <p:nvPr/>
            </p:nvSpPr>
            <p:spPr>
              <a:xfrm>
                <a:off x="3403575" y="-509175"/>
                <a:ext cx="18275" cy="28650"/>
              </a:xfrm>
              <a:custGeom>
                <a:rect b="b" l="l" r="r" t="t"/>
                <a:pathLst>
                  <a:path extrusionOk="0" h="1146" w="731">
                    <a:moveTo>
                      <a:pt x="539" y="0"/>
                    </a:moveTo>
                    <a:cubicBezTo>
                      <a:pt x="352" y="0"/>
                      <a:pt x="0" y="1080"/>
                      <a:pt x="211" y="1143"/>
                    </a:cubicBezTo>
                    <a:cubicBezTo>
                      <a:pt x="217" y="1144"/>
                      <a:pt x="223" y="1145"/>
                      <a:pt x="229" y="1145"/>
                    </a:cubicBezTo>
                    <a:cubicBezTo>
                      <a:pt x="444" y="1145"/>
                      <a:pt x="730" y="55"/>
                      <a:pt x="552" y="2"/>
                    </a:cubicBezTo>
                    <a:cubicBezTo>
                      <a:pt x="548" y="1"/>
                      <a:pt x="543" y="0"/>
                      <a:pt x="5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2" name="Google Shape;1142;p60"/>
              <p:cNvSpPr/>
              <p:nvPr/>
            </p:nvSpPr>
            <p:spPr>
              <a:xfrm>
                <a:off x="3279675" y="-509300"/>
                <a:ext cx="20800" cy="85950"/>
              </a:xfrm>
              <a:custGeom>
                <a:rect b="b" l="l" r="r" t="t"/>
                <a:pathLst>
                  <a:path extrusionOk="0" h="3438" w="832">
                    <a:moveTo>
                      <a:pt x="234" y="0"/>
                    </a:moveTo>
                    <a:cubicBezTo>
                      <a:pt x="210" y="0"/>
                      <a:pt x="186" y="14"/>
                      <a:pt x="181" y="43"/>
                    </a:cubicBezTo>
                    <a:cubicBezTo>
                      <a:pt x="0" y="1176"/>
                      <a:pt x="96" y="2423"/>
                      <a:pt x="719" y="3413"/>
                    </a:cubicBezTo>
                    <a:cubicBezTo>
                      <a:pt x="729" y="3430"/>
                      <a:pt x="745" y="3437"/>
                      <a:pt x="761" y="3437"/>
                    </a:cubicBezTo>
                    <a:cubicBezTo>
                      <a:pt x="796" y="3437"/>
                      <a:pt x="832" y="3402"/>
                      <a:pt x="813" y="3362"/>
                    </a:cubicBezTo>
                    <a:cubicBezTo>
                      <a:pt x="351" y="2321"/>
                      <a:pt x="276" y="1177"/>
                      <a:pt x="288" y="53"/>
                    </a:cubicBezTo>
                    <a:cubicBezTo>
                      <a:pt x="289" y="19"/>
                      <a:pt x="261" y="0"/>
                      <a:pt x="2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3" name="Google Shape;1143;p60"/>
              <p:cNvSpPr/>
              <p:nvPr/>
            </p:nvSpPr>
            <p:spPr>
              <a:xfrm>
                <a:off x="3312650" y="-600250"/>
                <a:ext cx="118950" cy="28950"/>
              </a:xfrm>
              <a:custGeom>
                <a:rect b="b" l="l" r="r" t="t"/>
                <a:pathLst>
                  <a:path extrusionOk="0" h="1158" w="4758">
                    <a:moveTo>
                      <a:pt x="2614" y="0"/>
                    </a:moveTo>
                    <a:cubicBezTo>
                      <a:pt x="1640" y="0"/>
                      <a:pt x="675" y="334"/>
                      <a:pt x="34" y="1070"/>
                    </a:cubicBezTo>
                    <a:cubicBezTo>
                      <a:pt x="0" y="1108"/>
                      <a:pt x="38" y="1157"/>
                      <a:pt x="78" y="1157"/>
                    </a:cubicBezTo>
                    <a:cubicBezTo>
                      <a:pt x="90" y="1157"/>
                      <a:pt x="102" y="1153"/>
                      <a:pt x="112" y="1142"/>
                    </a:cubicBezTo>
                    <a:cubicBezTo>
                      <a:pt x="806" y="502"/>
                      <a:pt x="1733" y="223"/>
                      <a:pt x="2669" y="223"/>
                    </a:cubicBezTo>
                    <a:cubicBezTo>
                      <a:pt x="3356" y="223"/>
                      <a:pt x="4048" y="373"/>
                      <a:pt x="4658" y="641"/>
                    </a:cubicBezTo>
                    <a:cubicBezTo>
                      <a:pt x="4666" y="645"/>
                      <a:pt x="4674" y="646"/>
                      <a:pt x="4681" y="646"/>
                    </a:cubicBezTo>
                    <a:cubicBezTo>
                      <a:pt x="4729" y="646"/>
                      <a:pt x="4758" y="575"/>
                      <a:pt x="4709" y="546"/>
                    </a:cubicBezTo>
                    <a:cubicBezTo>
                      <a:pt x="4097" y="192"/>
                      <a:pt x="3353" y="0"/>
                      <a:pt x="26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44" name="Google Shape;1144;p60"/>
          <p:cNvGrpSpPr/>
          <p:nvPr/>
        </p:nvGrpSpPr>
        <p:grpSpPr>
          <a:xfrm>
            <a:off x="6966085" y="3230239"/>
            <a:ext cx="861472" cy="955423"/>
            <a:chOff x="7050535" y="3299339"/>
            <a:chExt cx="861472" cy="955423"/>
          </a:xfrm>
        </p:grpSpPr>
        <p:grpSp>
          <p:nvGrpSpPr>
            <p:cNvPr id="1145" name="Google Shape;1145;p60"/>
            <p:cNvGrpSpPr/>
            <p:nvPr/>
          </p:nvGrpSpPr>
          <p:grpSpPr>
            <a:xfrm rot="4130221">
              <a:off x="7603170" y="3565086"/>
              <a:ext cx="211462" cy="353728"/>
              <a:chOff x="2258725" y="-1293450"/>
              <a:chExt cx="211475" cy="353750"/>
            </a:xfrm>
          </p:grpSpPr>
          <p:sp>
            <p:nvSpPr>
              <p:cNvPr id="1146" name="Google Shape;1146;p60"/>
              <p:cNvSpPr/>
              <p:nvPr/>
            </p:nvSpPr>
            <p:spPr>
              <a:xfrm>
                <a:off x="2258725" y="-1293450"/>
                <a:ext cx="211475" cy="353750"/>
              </a:xfrm>
              <a:custGeom>
                <a:rect b="b" l="l" r="r" t="t"/>
                <a:pathLst>
                  <a:path extrusionOk="0" h="14150" w="8459">
                    <a:moveTo>
                      <a:pt x="4028" y="1"/>
                    </a:moveTo>
                    <a:cubicBezTo>
                      <a:pt x="3369" y="1"/>
                      <a:pt x="109" y="1940"/>
                      <a:pt x="57" y="2371"/>
                    </a:cubicBezTo>
                    <a:cubicBezTo>
                      <a:pt x="1" y="2830"/>
                      <a:pt x="3632" y="6667"/>
                      <a:pt x="3604" y="6896"/>
                    </a:cubicBezTo>
                    <a:cubicBezTo>
                      <a:pt x="3596" y="6965"/>
                      <a:pt x="3334" y="6978"/>
                      <a:pt x="2972" y="6978"/>
                    </a:cubicBezTo>
                    <a:cubicBezTo>
                      <a:pt x="2752" y="6978"/>
                      <a:pt x="2495" y="6974"/>
                      <a:pt x="2236" y="6974"/>
                    </a:cubicBezTo>
                    <a:cubicBezTo>
                      <a:pt x="1514" y="6974"/>
                      <a:pt x="776" y="7011"/>
                      <a:pt x="767" y="7297"/>
                    </a:cubicBezTo>
                    <a:cubicBezTo>
                      <a:pt x="749" y="7841"/>
                      <a:pt x="5577" y="14150"/>
                      <a:pt x="6158" y="14150"/>
                    </a:cubicBezTo>
                    <a:cubicBezTo>
                      <a:pt x="6171" y="14150"/>
                      <a:pt x="6182" y="14147"/>
                      <a:pt x="6191" y="14140"/>
                    </a:cubicBezTo>
                    <a:cubicBezTo>
                      <a:pt x="6570" y="13857"/>
                      <a:pt x="4923" y="9848"/>
                      <a:pt x="5036" y="9675"/>
                    </a:cubicBezTo>
                    <a:cubicBezTo>
                      <a:pt x="5151" y="9502"/>
                      <a:pt x="8024" y="8827"/>
                      <a:pt x="8241" y="8574"/>
                    </a:cubicBezTo>
                    <a:cubicBezTo>
                      <a:pt x="8458" y="8321"/>
                      <a:pt x="4450" y="297"/>
                      <a:pt x="4120" y="24"/>
                    </a:cubicBezTo>
                    <a:cubicBezTo>
                      <a:pt x="4100" y="8"/>
                      <a:pt x="4069" y="1"/>
                      <a:pt x="402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7" name="Google Shape;1147;p60"/>
              <p:cNvSpPr/>
              <p:nvPr/>
            </p:nvSpPr>
            <p:spPr>
              <a:xfrm>
                <a:off x="2372450" y="-1049725"/>
                <a:ext cx="28650" cy="83150"/>
              </a:xfrm>
              <a:custGeom>
                <a:rect b="b" l="l" r="r" t="t"/>
                <a:pathLst>
                  <a:path extrusionOk="0" h="3326" w="1146">
                    <a:moveTo>
                      <a:pt x="115" y="0"/>
                    </a:moveTo>
                    <a:lnTo>
                      <a:pt x="0" y="39"/>
                    </a:lnTo>
                    <a:cubicBezTo>
                      <a:pt x="0" y="39"/>
                      <a:pt x="49" y="251"/>
                      <a:pt x="136" y="561"/>
                    </a:cubicBezTo>
                    <a:cubicBezTo>
                      <a:pt x="183" y="715"/>
                      <a:pt x="231" y="897"/>
                      <a:pt x="293" y="1088"/>
                    </a:cubicBezTo>
                    <a:cubicBezTo>
                      <a:pt x="355" y="1279"/>
                      <a:pt x="421" y="1484"/>
                      <a:pt x="486" y="1687"/>
                    </a:cubicBezTo>
                    <a:cubicBezTo>
                      <a:pt x="610" y="2101"/>
                      <a:pt x="734" y="2513"/>
                      <a:pt x="843" y="2819"/>
                    </a:cubicBezTo>
                    <a:cubicBezTo>
                      <a:pt x="947" y="3124"/>
                      <a:pt x="1029" y="3325"/>
                      <a:pt x="1029" y="3325"/>
                    </a:cubicBezTo>
                    <a:lnTo>
                      <a:pt x="1146" y="3293"/>
                    </a:lnTo>
                    <a:cubicBezTo>
                      <a:pt x="1146" y="3293"/>
                      <a:pt x="1107" y="3080"/>
                      <a:pt x="1034" y="2765"/>
                    </a:cubicBezTo>
                    <a:cubicBezTo>
                      <a:pt x="963" y="2448"/>
                      <a:pt x="850" y="2033"/>
                      <a:pt x="734" y="1617"/>
                    </a:cubicBezTo>
                    <a:cubicBezTo>
                      <a:pt x="663" y="1413"/>
                      <a:pt x="590" y="1209"/>
                      <a:pt x="522" y="1017"/>
                    </a:cubicBezTo>
                    <a:cubicBezTo>
                      <a:pt x="455" y="826"/>
                      <a:pt x="383" y="651"/>
                      <a:pt x="325" y="500"/>
                    </a:cubicBezTo>
                    <a:cubicBezTo>
                      <a:pt x="205" y="198"/>
                      <a:pt x="115" y="0"/>
                      <a:pt x="1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8" name="Google Shape;1148;p60"/>
              <p:cNvSpPr/>
              <p:nvPr/>
            </p:nvSpPr>
            <p:spPr>
              <a:xfrm>
                <a:off x="2383825" y="-1076500"/>
                <a:ext cx="46450" cy="19125"/>
              </a:xfrm>
              <a:custGeom>
                <a:rect b="b" l="l" r="r" t="t"/>
                <a:pathLst>
                  <a:path extrusionOk="0" h="765" w="1858">
                    <a:moveTo>
                      <a:pt x="1816" y="1"/>
                    </a:moveTo>
                    <a:cubicBezTo>
                      <a:pt x="1816" y="1"/>
                      <a:pt x="1696" y="21"/>
                      <a:pt x="1519" y="66"/>
                    </a:cubicBezTo>
                    <a:cubicBezTo>
                      <a:pt x="1343" y="109"/>
                      <a:pt x="1114" y="184"/>
                      <a:pt x="885" y="261"/>
                    </a:cubicBezTo>
                    <a:cubicBezTo>
                      <a:pt x="773" y="305"/>
                      <a:pt x="661" y="348"/>
                      <a:pt x="555" y="389"/>
                    </a:cubicBezTo>
                    <a:cubicBezTo>
                      <a:pt x="450" y="429"/>
                      <a:pt x="354" y="477"/>
                      <a:pt x="272" y="512"/>
                    </a:cubicBezTo>
                    <a:cubicBezTo>
                      <a:pt x="107" y="589"/>
                      <a:pt x="1" y="650"/>
                      <a:pt x="1" y="650"/>
                    </a:cubicBezTo>
                    <a:lnTo>
                      <a:pt x="41" y="765"/>
                    </a:lnTo>
                    <a:cubicBezTo>
                      <a:pt x="41" y="765"/>
                      <a:pt x="162" y="745"/>
                      <a:pt x="338" y="699"/>
                    </a:cubicBezTo>
                    <a:cubicBezTo>
                      <a:pt x="425" y="674"/>
                      <a:pt x="528" y="650"/>
                      <a:pt x="636" y="615"/>
                    </a:cubicBezTo>
                    <a:cubicBezTo>
                      <a:pt x="743" y="580"/>
                      <a:pt x="858" y="542"/>
                      <a:pt x="973" y="505"/>
                    </a:cubicBezTo>
                    <a:cubicBezTo>
                      <a:pt x="1198" y="419"/>
                      <a:pt x="1422" y="332"/>
                      <a:pt x="1586" y="254"/>
                    </a:cubicBezTo>
                    <a:cubicBezTo>
                      <a:pt x="1752" y="177"/>
                      <a:pt x="1857" y="116"/>
                      <a:pt x="1857" y="116"/>
                    </a:cubicBezTo>
                    <a:lnTo>
                      <a:pt x="181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49" name="Google Shape;1149;p60"/>
            <p:cNvGrpSpPr/>
            <p:nvPr/>
          </p:nvGrpSpPr>
          <p:grpSpPr>
            <a:xfrm rot="1851011">
              <a:off x="7427728" y="3320393"/>
              <a:ext cx="183673" cy="367994"/>
              <a:chOff x="2523825" y="-685025"/>
              <a:chExt cx="214450" cy="429700"/>
            </a:xfrm>
          </p:grpSpPr>
          <p:sp>
            <p:nvSpPr>
              <p:cNvPr id="1150" name="Google Shape;1150;p60"/>
              <p:cNvSpPr/>
              <p:nvPr/>
            </p:nvSpPr>
            <p:spPr>
              <a:xfrm>
                <a:off x="2523825" y="-685025"/>
                <a:ext cx="214450" cy="429700"/>
              </a:xfrm>
              <a:custGeom>
                <a:rect b="b" l="l" r="r" t="t"/>
                <a:pathLst>
                  <a:path extrusionOk="0" h="17188" w="8578">
                    <a:moveTo>
                      <a:pt x="5865" y="1"/>
                    </a:moveTo>
                    <a:cubicBezTo>
                      <a:pt x="3874" y="1"/>
                      <a:pt x="1160" y="3325"/>
                      <a:pt x="683" y="6656"/>
                    </a:cubicBezTo>
                    <a:cubicBezTo>
                      <a:pt x="1" y="11412"/>
                      <a:pt x="4331" y="17188"/>
                      <a:pt x="4921" y="17188"/>
                    </a:cubicBezTo>
                    <a:cubicBezTo>
                      <a:pt x="4929" y="17188"/>
                      <a:pt x="4936" y="17187"/>
                      <a:pt x="4943" y="17185"/>
                    </a:cubicBezTo>
                    <a:cubicBezTo>
                      <a:pt x="4943" y="17185"/>
                      <a:pt x="2597" y="11715"/>
                      <a:pt x="3742" y="7505"/>
                    </a:cubicBezTo>
                    <a:cubicBezTo>
                      <a:pt x="4341" y="5296"/>
                      <a:pt x="8577" y="1210"/>
                      <a:pt x="6596" y="175"/>
                    </a:cubicBezTo>
                    <a:cubicBezTo>
                      <a:pt x="6369" y="57"/>
                      <a:pt x="6123" y="1"/>
                      <a:pt x="586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60"/>
              <p:cNvSpPr/>
              <p:nvPr/>
            </p:nvSpPr>
            <p:spPr>
              <a:xfrm>
                <a:off x="2644975" y="-677100"/>
                <a:ext cx="45350" cy="106150"/>
              </a:xfrm>
              <a:custGeom>
                <a:rect b="b" l="l" r="r" t="t"/>
                <a:pathLst>
                  <a:path extrusionOk="0" h="4246" w="1814">
                    <a:moveTo>
                      <a:pt x="1347" y="0"/>
                    </a:moveTo>
                    <a:lnTo>
                      <a:pt x="1259" y="62"/>
                    </a:lnTo>
                    <a:cubicBezTo>
                      <a:pt x="1259" y="62"/>
                      <a:pt x="1299" y="124"/>
                      <a:pt x="1367" y="234"/>
                    </a:cubicBezTo>
                    <a:cubicBezTo>
                      <a:pt x="1405" y="289"/>
                      <a:pt x="1447" y="356"/>
                      <a:pt x="1473" y="435"/>
                    </a:cubicBezTo>
                    <a:cubicBezTo>
                      <a:pt x="1504" y="515"/>
                      <a:pt x="1547" y="598"/>
                      <a:pt x="1563" y="704"/>
                    </a:cubicBezTo>
                    <a:cubicBezTo>
                      <a:pt x="1574" y="755"/>
                      <a:pt x="1588" y="808"/>
                      <a:pt x="1598" y="863"/>
                    </a:cubicBezTo>
                    <a:cubicBezTo>
                      <a:pt x="1600" y="920"/>
                      <a:pt x="1602" y="978"/>
                      <a:pt x="1604" y="1038"/>
                    </a:cubicBezTo>
                    <a:cubicBezTo>
                      <a:pt x="1610" y="1097"/>
                      <a:pt x="1602" y="1159"/>
                      <a:pt x="1593" y="1222"/>
                    </a:cubicBezTo>
                    <a:cubicBezTo>
                      <a:pt x="1582" y="1284"/>
                      <a:pt x="1585" y="1349"/>
                      <a:pt x="1566" y="1413"/>
                    </a:cubicBezTo>
                    <a:cubicBezTo>
                      <a:pt x="1536" y="1542"/>
                      <a:pt x="1501" y="1674"/>
                      <a:pt x="1445" y="1804"/>
                    </a:cubicBezTo>
                    <a:cubicBezTo>
                      <a:pt x="1400" y="1937"/>
                      <a:pt x="1328" y="2065"/>
                      <a:pt x="1265" y="2194"/>
                    </a:cubicBezTo>
                    <a:cubicBezTo>
                      <a:pt x="1132" y="2451"/>
                      <a:pt x="972" y="2697"/>
                      <a:pt x="817" y="2925"/>
                    </a:cubicBezTo>
                    <a:cubicBezTo>
                      <a:pt x="661" y="3155"/>
                      <a:pt x="515" y="3369"/>
                      <a:pt x="390" y="3553"/>
                    </a:cubicBezTo>
                    <a:cubicBezTo>
                      <a:pt x="139" y="3923"/>
                      <a:pt x="0" y="4191"/>
                      <a:pt x="0" y="4191"/>
                    </a:cubicBezTo>
                    <a:lnTo>
                      <a:pt x="91" y="4246"/>
                    </a:lnTo>
                    <a:cubicBezTo>
                      <a:pt x="91" y="4246"/>
                      <a:pt x="259" y="4004"/>
                      <a:pt x="532" y="3655"/>
                    </a:cubicBezTo>
                    <a:cubicBezTo>
                      <a:pt x="802" y="3303"/>
                      <a:pt x="1173" y="2833"/>
                      <a:pt x="1464" y="2299"/>
                    </a:cubicBezTo>
                    <a:cubicBezTo>
                      <a:pt x="1531" y="2162"/>
                      <a:pt x="1602" y="2027"/>
                      <a:pt x="1650" y="1883"/>
                    </a:cubicBezTo>
                    <a:cubicBezTo>
                      <a:pt x="1707" y="1742"/>
                      <a:pt x="1743" y="1596"/>
                      <a:pt x="1773" y="1453"/>
                    </a:cubicBezTo>
                    <a:cubicBezTo>
                      <a:pt x="1794" y="1309"/>
                      <a:pt x="1814" y="1166"/>
                      <a:pt x="1799" y="1032"/>
                    </a:cubicBezTo>
                    <a:cubicBezTo>
                      <a:pt x="1792" y="964"/>
                      <a:pt x="1786" y="899"/>
                      <a:pt x="1780" y="835"/>
                    </a:cubicBezTo>
                    <a:cubicBezTo>
                      <a:pt x="1766" y="773"/>
                      <a:pt x="1747" y="715"/>
                      <a:pt x="1732" y="658"/>
                    </a:cubicBezTo>
                    <a:cubicBezTo>
                      <a:pt x="1708" y="543"/>
                      <a:pt x="1650" y="447"/>
                      <a:pt x="1605" y="361"/>
                    </a:cubicBezTo>
                    <a:cubicBezTo>
                      <a:pt x="1564" y="272"/>
                      <a:pt x="1516" y="210"/>
                      <a:pt x="1475" y="160"/>
                    </a:cubicBezTo>
                    <a:cubicBezTo>
                      <a:pt x="1394" y="58"/>
                      <a:pt x="1347" y="0"/>
                      <a:pt x="13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60"/>
              <p:cNvSpPr/>
              <p:nvPr/>
            </p:nvSpPr>
            <p:spPr>
              <a:xfrm>
                <a:off x="2594325" y="-518425"/>
                <a:ext cx="18675" cy="136625"/>
              </a:xfrm>
              <a:custGeom>
                <a:rect b="b" l="l" r="r" t="t"/>
                <a:pathLst>
                  <a:path extrusionOk="0" h="5465" w="747">
                    <a:moveTo>
                      <a:pt x="647" y="0"/>
                    </a:moveTo>
                    <a:cubicBezTo>
                      <a:pt x="647" y="0"/>
                      <a:pt x="612" y="80"/>
                      <a:pt x="550" y="218"/>
                    </a:cubicBezTo>
                    <a:cubicBezTo>
                      <a:pt x="518" y="287"/>
                      <a:pt x="481" y="371"/>
                      <a:pt x="438" y="467"/>
                    </a:cubicBezTo>
                    <a:cubicBezTo>
                      <a:pt x="390" y="561"/>
                      <a:pt x="352" y="675"/>
                      <a:pt x="317" y="804"/>
                    </a:cubicBezTo>
                    <a:cubicBezTo>
                      <a:pt x="281" y="931"/>
                      <a:pt x="241" y="1069"/>
                      <a:pt x="198" y="1216"/>
                    </a:cubicBezTo>
                    <a:cubicBezTo>
                      <a:pt x="159" y="1362"/>
                      <a:pt x="138" y="1519"/>
                      <a:pt x="109" y="1681"/>
                    </a:cubicBezTo>
                    <a:cubicBezTo>
                      <a:pt x="80" y="1844"/>
                      <a:pt x="50" y="2011"/>
                      <a:pt x="42" y="2183"/>
                    </a:cubicBezTo>
                    <a:cubicBezTo>
                      <a:pt x="28" y="2355"/>
                      <a:pt x="14" y="2530"/>
                      <a:pt x="0" y="2704"/>
                    </a:cubicBezTo>
                    <a:cubicBezTo>
                      <a:pt x="2" y="2879"/>
                      <a:pt x="5" y="3055"/>
                      <a:pt x="7" y="3227"/>
                    </a:cubicBezTo>
                    <a:cubicBezTo>
                      <a:pt x="3" y="3399"/>
                      <a:pt x="21" y="3568"/>
                      <a:pt x="35" y="3731"/>
                    </a:cubicBezTo>
                    <a:cubicBezTo>
                      <a:pt x="54" y="4059"/>
                      <a:pt x="110" y="4360"/>
                      <a:pt x="156" y="4618"/>
                    </a:cubicBezTo>
                    <a:cubicBezTo>
                      <a:pt x="193" y="4878"/>
                      <a:pt x="270" y="5085"/>
                      <a:pt x="305" y="5233"/>
                    </a:cubicBezTo>
                    <a:cubicBezTo>
                      <a:pt x="345" y="5380"/>
                      <a:pt x="368" y="5464"/>
                      <a:pt x="368" y="5464"/>
                    </a:cubicBezTo>
                    <a:lnTo>
                      <a:pt x="471" y="5436"/>
                    </a:lnTo>
                    <a:cubicBezTo>
                      <a:pt x="471" y="5436"/>
                      <a:pt x="455" y="5351"/>
                      <a:pt x="428" y="5203"/>
                    </a:cubicBezTo>
                    <a:cubicBezTo>
                      <a:pt x="404" y="5054"/>
                      <a:pt x="352" y="4846"/>
                      <a:pt x="328" y="4590"/>
                    </a:cubicBezTo>
                    <a:cubicBezTo>
                      <a:pt x="311" y="4462"/>
                      <a:pt x="294" y="4324"/>
                      <a:pt x="276" y="4178"/>
                    </a:cubicBezTo>
                    <a:cubicBezTo>
                      <a:pt x="259" y="4032"/>
                      <a:pt x="259" y="3876"/>
                      <a:pt x="244" y="3716"/>
                    </a:cubicBezTo>
                    <a:cubicBezTo>
                      <a:pt x="233" y="3556"/>
                      <a:pt x="219" y="3391"/>
                      <a:pt x="225" y="3222"/>
                    </a:cubicBezTo>
                    <a:cubicBezTo>
                      <a:pt x="225" y="3054"/>
                      <a:pt x="226" y="2883"/>
                      <a:pt x="227" y="2712"/>
                    </a:cubicBezTo>
                    <a:cubicBezTo>
                      <a:pt x="238" y="2541"/>
                      <a:pt x="249" y="2371"/>
                      <a:pt x="260" y="2203"/>
                    </a:cubicBezTo>
                    <a:cubicBezTo>
                      <a:pt x="265" y="2035"/>
                      <a:pt x="291" y="1871"/>
                      <a:pt x="317" y="1713"/>
                    </a:cubicBezTo>
                    <a:cubicBezTo>
                      <a:pt x="345" y="1556"/>
                      <a:pt x="358" y="1401"/>
                      <a:pt x="387" y="1259"/>
                    </a:cubicBezTo>
                    <a:cubicBezTo>
                      <a:pt x="421" y="1117"/>
                      <a:pt x="454" y="983"/>
                      <a:pt x="483" y="860"/>
                    </a:cubicBezTo>
                    <a:cubicBezTo>
                      <a:pt x="511" y="736"/>
                      <a:pt x="537" y="622"/>
                      <a:pt x="578" y="523"/>
                    </a:cubicBezTo>
                    <a:cubicBezTo>
                      <a:pt x="613" y="423"/>
                      <a:pt x="643" y="336"/>
                      <a:pt x="668" y="265"/>
                    </a:cubicBezTo>
                    <a:cubicBezTo>
                      <a:pt x="717" y="122"/>
                      <a:pt x="746" y="40"/>
                      <a:pt x="746" y="40"/>
                    </a:cubicBezTo>
                    <a:lnTo>
                      <a:pt x="64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53" name="Google Shape;1153;p60"/>
            <p:cNvGrpSpPr/>
            <p:nvPr/>
          </p:nvGrpSpPr>
          <p:grpSpPr>
            <a:xfrm>
              <a:off x="7050535" y="3749254"/>
              <a:ext cx="539877" cy="505508"/>
              <a:chOff x="3684900" y="-606750"/>
              <a:chExt cx="248975" cy="233125"/>
            </a:xfrm>
          </p:grpSpPr>
          <p:sp>
            <p:nvSpPr>
              <p:cNvPr id="1154" name="Google Shape;1154;p60"/>
              <p:cNvSpPr/>
              <p:nvPr/>
            </p:nvSpPr>
            <p:spPr>
              <a:xfrm>
                <a:off x="3684900" y="-606750"/>
                <a:ext cx="248975" cy="233125"/>
              </a:xfrm>
              <a:custGeom>
                <a:rect b="b" l="l" r="r" t="t"/>
                <a:pathLst>
                  <a:path extrusionOk="0" h="9325" w="9959">
                    <a:moveTo>
                      <a:pt x="5032" y="1"/>
                    </a:moveTo>
                    <a:cubicBezTo>
                      <a:pt x="2662" y="1"/>
                      <a:pt x="1599" y="1620"/>
                      <a:pt x="1208" y="2928"/>
                    </a:cubicBezTo>
                    <a:cubicBezTo>
                      <a:pt x="767" y="4405"/>
                      <a:pt x="0" y="7191"/>
                      <a:pt x="3402" y="8811"/>
                    </a:cubicBezTo>
                    <a:cubicBezTo>
                      <a:pt x="4153" y="9169"/>
                      <a:pt x="4847" y="9324"/>
                      <a:pt x="5478" y="9324"/>
                    </a:cubicBezTo>
                    <a:cubicBezTo>
                      <a:pt x="7705" y="9324"/>
                      <a:pt x="9142" y="7397"/>
                      <a:pt x="9500" y="5677"/>
                    </a:cubicBezTo>
                    <a:cubicBezTo>
                      <a:pt x="9959" y="3469"/>
                      <a:pt x="9518" y="663"/>
                      <a:pt x="6012" y="85"/>
                    </a:cubicBezTo>
                    <a:cubicBezTo>
                      <a:pt x="5662" y="28"/>
                      <a:pt x="5336" y="1"/>
                      <a:pt x="50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60"/>
              <p:cNvSpPr/>
              <p:nvPr/>
            </p:nvSpPr>
            <p:spPr>
              <a:xfrm>
                <a:off x="3785025" y="-532000"/>
                <a:ext cx="18300" cy="28675"/>
              </a:xfrm>
              <a:custGeom>
                <a:rect b="b" l="l" r="r" t="t"/>
                <a:pathLst>
                  <a:path extrusionOk="0" h="1147" w="732">
                    <a:moveTo>
                      <a:pt x="540" y="1"/>
                    </a:moveTo>
                    <a:cubicBezTo>
                      <a:pt x="353" y="1"/>
                      <a:pt x="1" y="1081"/>
                      <a:pt x="211" y="1144"/>
                    </a:cubicBezTo>
                    <a:cubicBezTo>
                      <a:pt x="217" y="1146"/>
                      <a:pt x="223" y="1147"/>
                      <a:pt x="229" y="1147"/>
                    </a:cubicBezTo>
                    <a:cubicBezTo>
                      <a:pt x="444" y="1147"/>
                      <a:pt x="731" y="56"/>
                      <a:pt x="553" y="3"/>
                    </a:cubicBezTo>
                    <a:cubicBezTo>
                      <a:pt x="548" y="2"/>
                      <a:pt x="544" y="1"/>
                      <a:pt x="5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6" name="Google Shape;1156;p60"/>
              <p:cNvSpPr/>
              <p:nvPr/>
            </p:nvSpPr>
            <p:spPr>
              <a:xfrm>
                <a:off x="3840950" y="-515250"/>
                <a:ext cx="18300" cy="28650"/>
              </a:xfrm>
              <a:custGeom>
                <a:rect b="b" l="l" r="r" t="t"/>
                <a:pathLst>
                  <a:path extrusionOk="0" h="1146" w="732">
                    <a:moveTo>
                      <a:pt x="540" y="1"/>
                    </a:moveTo>
                    <a:cubicBezTo>
                      <a:pt x="354" y="1"/>
                      <a:pt x="1" y="1080"/>
                      <a:pt x="212" y="1143"/>
                    </a:cubicBezTo>
                    <a:cubicBezTo>
                      <a:pt x="218" y="1145"/>
                      <a:pt x="224" y="1145"/>
                      <a:pt x="230" y="1145"/>
                    </a:cubicBezTo>
                    <a:cubicBezTo>
                      <a:pt x="445" y="1145"/>
                      <a:pt x="731" y="55"/>
                      <a:pt x="554" y="3"/>
                    </a:cubicBezTo>
                    <a:cubicBezTo>
                      <a:pt x="549" y="1"/>
                      <a:pt x="545" y="1"/>
                      <a:pt x="5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7" name="Google Shape;1157;p60"/>
              <p:cNvSpPr/>
              <p:nvPr/>
            </p:nvSpPr>
            <p:spPr>
              <a:xfrm>
                <a:off x="3711300" y="-509300"/>
                <a:ext cx="20825" cy="85950"/>
              </a:xfrm>
              <a:custGeom>
                <a:rect b="b" l="l" r="r" t="t"/>
                <a:pathLst>
                  <a:path extrusionOk="0" h="3438" w="833">
                    <a:moveTo>
                      <a:pt x="234" y="0"/>
                    </a:moveTo>
                    <a:cubicBezTo>
                      <a:pt x="210" y="0"/>
                      <a:pt x="186" y="14"/>
                      <a:pt x="181" y="43"/>
                    </a:cubicBezTo>
                    <a:cubicBezTo>
                      <a:pt x="1" y="1176"/>
                      <a:pt x="97" y="2423"/>
                      <a:pt x="719" y="3413"/>
                    </a:cubicBezTo>
                    <a:cubicBezTo>
                      <a:pt x="730" y="3430"/>
                      <a:pt x="745" y="3437"/>
                      <a:pt x="761" y="3437"/>
                    </a:cubicBezTo>
                    <a:cubicBezTo>
                      <a:pt x="796" y="3437"/>
                      <a:pt x="832" y="3402"/>
                      <a:pt x="813" y="3362"/>
                    </a:cubicBezTo>
                    <a:cubicBezTo>
                      <a:pt x="352" y="2321"/>
                      <a:pt x="276" y="1177"/>
                      <a:pt x="289" y="53"/>
                    </a:cubicBezTo>
                    <a:cubicBezTo>
                      <a:pt x="290" y="19"/>
                      <a:pt x="262" y="0"/>
                      <a:pt x="2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8" name="Google Shape;1158;p60"/>
              <p:cNvSpPr/>
              <p:nvPr/>
            </p:nvSpPr>
            <p:spPr>
              <a:xfrm>
                <a:off x="3744275" y="-600250"/>
                <a:ext cx="118950" cy="28950"/>
              </a:xfrm>
              <a:custGeom>
                <a:rect b="b" l="l" r="r" t="t"/>
                <a:pathLst>
                  <a:path extrusionOk="0" h="1158" w="4758">
                    <a:moveTo>
                      <a:pt x="2615" y="0"/>
                    </a:moveTo>
                    <a:cubicBezTo>
                      <a:pt x="1640" y="0"/>
                      <a:pt x="676" y="334"/>
                      <a:pt x="34" y="1070"/>
                    </a:cubicBezTo>
                    <a:cubicBezTo>
                      <a:pt x="1" y="1108"/>
                      <a:pt x="39" y="1157"/>
                      <a:pt x="78" y="1157"/>
                    </a:cubicBezTo>
                    <a:cubicBezTo>
                      <a:pt x="90" y="1157"/>
                      <a:pt x="102" y="1153"/>
                      <a:pt x="113" y="1142"/>
                    </a:cubicBezTo>
                    <a:cubicBezTo>
                      <a:pt x="806" y="502"/>
                      <a:pt x="1733" y="223"/>
                      <a:pt x="2670" y="223"/>
                    </a:cubicBezTo>
                    <a:cubicBezTo>
                      <a:pt x="3356" y="223"/>
                      <a:pt x="4049" y="373"/>
                      <a:pt x="4658" y="641"/>
                    </a:cubicBezTo>
                    <a:cubicBezTo>
                      <a:pt x="4666" y="645"/>
                      <a:pt x="4674" y="646"/>
                      <a:pt x="4682" y="646"/>
                    </a:cubicBezTo>
                    <a:cubicBezTo>
                      <a:pt x="4729" y="646"/>
                      <a:pt x="4758" y="575"/>
                      <a:pt x="4710" y="546"/>
                    </a:cubicBezTo>
                    <a:cubicBezTo>
                      <a:pt x="4097" y="192"/>
                      <a:pt x="3353" y="0"/>
                      <a:pt x="26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59" name="Google Shape;1159;p60"/>
            <p:cNvSpPr/>
            <p:nvPr/>
          </p:nvSpPr>
          <p:spPr>
            <a:xfrm rot="2945353">
              <a:off x="7605640" y="3531841"/>
              <a:ext cx="71909" cy="73138"/>
            </a:xfrm>
            <a:custGeom>
              <a:rect b="b" l="l" r="r" t="t"/>
              <a:pathLst>
                <a:path extrusionOk="0" h="2029" w="1995">
                  <a:moveTo>
                    <a:pt x="926" y="0"/>
                  </a:moveTo>
                  <a:cubicBezTo>
                    <a:pt x="860" y="0"/>
                    <a:pt x="790" y="11"/>
                    <a:pt x="716" y="34"/>
                  </a:cubicBezTo>
                  <a:cubicBezTo>
                    <a:pt x="0" y="255"/>
                    <a:pt x="108" y="2029"/>
                    <a:pt x="948" y="2029"/>
                  </a:cubicBezTo>
                  <a:cubicBezTo>
                    <a:pt x="994" y="2029"/>
                    <a:pt x="1042" y="2024"/>
                    <a:pt x="1093" y="2012"/>
                  </a:cubicBezTo>
                  <a:cubicBezTo>
                    <a:pt x="1994" y="1812"/>
                    <a:pt x="1791" y="0"/>
                    <a:pt x="9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60" name="Google Shape;1160;p60"/>
            <p:cNvGrpSpPr/>
            <p:nvPr/>
          </p:nvGrpSpPr>
          <p:grpSpPr>
            <a:xfrm rot="-867606">
              <a:off x="7220580" y="3323850"/>
              <a:ext cx="102123" cy="361067"/>
              <a:chOff x="1825350" y="-685725"/>
              <a:chExt cx="102125" cy="361075"/>
            </a:xfrm>
          </p:grpSpPr>
          <p:sp>
            <p:nvSpPr>
              <p:cNvPr id="1161" name="Google Shape;1161;p60"/>
              <p:cNvSpPr/>
              <p:nvPr/>
            </p:nvSpPr>
            <p:spPr>
              <a:xfrm>
                <a:off x="1825350" y="-685725"/>
                <a:ext cx="102125" cy="361075"/>
              </a:xfrm>
              <a:custGeom>
                <a:rect b="b" l="l" r="r" t="t"/>
                <a:pathLst>
                  <a:path extrusionOk="0" h="14443" w="4085">
                    <a:moveTo>
                      <a:pt x="352" y="0"/>
                    </a:moveTo>
                    <a:cubicBezTo>
                      <a:pt x="350" y="0"/>
                      <a:pt x="348" y="0"/>
                      <a:pt x="346" y="1"/>
                    </a:cubicBezTo>
                    <a:cubicBezTo>
                      <a:pt x="1" y="49"/>
                      <a:pt x="1684" y="4346"/>
                      <a:pt x="1967" y="7674"/>
                    </a:cubicBezTo>
                    <a:cubicBezTo>
                      <a:pt x="2250" y="10993"/>
                      <a:pt x="556" y="14442"/>
                      <a:pt x="826" y="14442"/>
                    </a:cubicBezTo>
                    <a:cubicBezTo>
                      <a:pt x="826" y="14442"/>
                      <a:pt x="827" y="14442"/>
                      <a:pt x="828" y="14442"/>
                    </a:cubicBezTo>
                    <a:cubicBezTo>
                      <a:pt x="1106" y="14426"/>
                      <a:pt x="4013" y="10965"/>
                      <a:pt x="4049" y="7421"/>
                    </a:cubicBezTo>
                    <a:cubicBezTo>
                      <a:pt x="4084" y="3898"/>
                      <a:pt x="715" y="0"/>
                      <a:pt x="3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2" name="Google Shape;1162;p60"/>
              <p:cNvSpPr/>
              <p:nvPr/>
            </p:nvSpPr>
            <p:spPr>
              <a:xfrm>
                <a:off x="1875075" y="-548750"/>
                <a:ext cx="11550" cy="112475"/>
              </a:xfrm>
              <a:custGeom>
                <a:rect b="b" l="l" r="r" t="t"/>
                <a:pathLst>
                  <a:path extrusionOk="0" h="4499" w="462">
                    <a:moveTo>
                      <a:pt x="101" y="1"/>
                    </a:moveTo>
                    <a:lnTo>
                      <a:pt x="1" y="24"/>
                    </a:lnTo>
                    <a:cubicBezTo>
                      <a:pt x="1" y="24"/>
                      <a:pt x="13" y="94"/>
                      <a:pt x="35" y="215"/>
                    </a:cubicBezTo>
                    <a:cubicBezTo>
                      <a:pt x="55" y="337"/>
                      <a:pt x="99" y="510"/>
                      <a:pt x="122" y="717"/>
                    </a:cubicBezTo>
                    <a:cubicBezTo>
                      <a:pt x="136" y="820"/>
                      <a:pt x="151" y="932"/>
                      <a:pt x="168" y="1051"/>
                    </a:cubicBezTo>
                    <a:cubicBezTo>
                      <a:pt x="186" y="1168"/>
                      <a:pt x="187" y="1296"/>
                      <a:pt x="202" y="1426"/>
                    </a:cubicBezTo>
                    <a:cubicBezTo>
                      <a:pt x="233" y="1686"/>
                      <a:pt x="232" y="1966"/>
                      <a:pt x="244" y="2244"/>
                    </a:cubicBezTo>
                    <a:cubicBezTo>
                      <a:pt x="243" y="2524"/>
                      <a:pt x="250" y="2804"/>
                      <a:pt x="233" y="3066"/>
                    </a:cubicBezTo>
                    <a:cubicBezTo>
                      <a:pt x="225" y="3328"/>
                      <a:pt x="210" y="3573"/>
                      <a:pt x="195" y="3784"/>
                    </a:cubicBezTo>
                    <a:cubicBezTo>
                      <a:pt x="165" y="4205"/>
                      <a:pt x="145" y="4485"/>
                      <a:pt x="145" y="4485"/>
                    </a:cubicBezTo>
                    <a:lnTo>
                      <a:pt x="246" y="4499"/>
                    </a:lnTo>
                    <a:cubicBezTo>
                      <a:pt x="246" y="4499"/>
                      <a:pt x="259" y="4429"/>
                      <a:pt x="281" y="4308"/>
                    </a:cubicBezTo>
                    <a:cubicBezTo>
                      <a:pt x="299" y="4185"/>
                      <a:pt x="340" y="4012"/>
                      <a:pt x="362" y="3800"/>
                    </a:cubicBezTo>
                    <a:cubicBezTo>
                      <a:pt x="386" y="3589"/>
                      <a:pt x="422" y="3343"/>
                      <a:pt x="435" y="3077"/>
                    </a:cubicBezTo>
                    <a:cubicBezTo>
                      <a:pt x="457" y="2811"/>
                      <a:pt x="455" y="2526"/>
                      <a:pt x="462" y="2241"/>
                    </a:cubicBezTo>
                    <a:cubicBezTo>
                      <a:pt x="446" y="1956"/>
                      <a:pt x="440" y="1672"/>
                      <a:pt x="404" y="1406"/>
                    </a:cubicBezTo>
                    <a:cubicBezTo>
                      <a:pt x="388" y="1274"/>
                      <a:pt x="379" y="1145"/>
                      <a:pt x="353" y="1024"/>
                    </a:cubicBezTo>
                    <a:cubicBezTo>
                      <a:pt x="329" y="902"/>
                      <a:pt x="307" y="789"/>
                      <a:pt x="286" y="682"/>
                    </a:cubicBezTo>
                    <a:cubicBezTo>
                      <a:pt x="251" y="470"/>
                      <a:pt x="186" y="307"/>
                      <a:pt x="157" y="187"/>
                    </a:cubicBezTo>
                    <a:cubicBezTo>
                      <a:pt x="121" y="68"/>
                      <a:pt x="101" y="1"/>
                      <a:pt x="1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7" name="Google Shape;1167;p61"/>
          <p:cNvGrpSpPr/>
          <p:nvPr/>
        </p:nvGrpSpPr>
        <p:grpSpPr>
          <a:xfrm>
            <a:off x="313397" y="309745"/>
            <a:ext cx="607758" cy="707972"/>
            <a:chOff x="313397" y="282695"/>
            <a:chExt cx="607758" cy="707972"/>
          </a:xfrm>
        </p:grpSpPr>
        <p:sp>
          <p:nvSpPr>
            <p:cNvPr id="1168" name="Google Shape;1168;p61"/>
            <p:cNvSpPr/>
            <p:nvPr/>
          </p:nvSpPr>
          <p:spPr>
            <a:xfrm rot="-7589376">
              <a:off x="336564" y="591675"/>
              <a:ext cx="129450" cy="122894"/>
            </a:xfrm>
            <a:custGeom>
              <a:rect b="b" l="l" r="r" t="t"/>
              <a:pathLst>
                <a:path extrusionOk="0" h="9430" w="9933">
                  <a:moveTo>
                    <a:pt x="8342" y="4852"/>
                  </a:moveTo>
                  <a:lnTo>
                    <a:pt x="8342" y="4853"/>
                  </a:lnTo>
                  <a:lnTo>
                    <a:pt x="8342" y="4853"/>
                  </a:lnTo>
                  <a:lnTo>
                    <a:pt x="8342" y="4853"/>
                  </a:lnTo>
                  <a:cubicBezTo>
                    <a:pt x="8342" y="4853"/>
                    <a:pt x="8342" y="4852"/>
                    <a:pt x="8342" y="4852"/>
                  </a:cubicBezTo>
                  <a:close/>
                  <a:moveTo>
                    <a:pt x="2797" y="6438"/>
                  </a:moveTo>
                  <a:cubicBezTo>
                    <a:pt x="2797" y="6441"/>
                    <a:pt x="2797" y="6443"/>
                    <a:pt x="2797" y="6443"/>
                  </a:cubicBezTo>
                  <a:cubicBezTo>
                    <a:pt x="2797" y="6443"/>
                    <a:pt x="2797" y="6443"/>
                    <a:pt x="2797" y="6442"/>
                  </a:cubicBezTo>
                  <a:lnTo>
                    <a:pt x="2797" y="6438"/>
                  </a:lnTo>
                  <a:close/>
                  <a:moveTo>
                    <a:pt x="4291" y="0"/>
                  </a:moveTo>
                  <a:cubicBezTo>
                    <a:pt x="2927" y="0"/>
                    <a:pt x="1798" y="452"/>
                    <a:pt x="1122" y="954"/>
                  </a:cubicBezTo>
                  <a:cubicBezTo>
                    <a:pt x="730" y="1225"/>
                    <a:pt x="478" y="1536"/>
                    <a:pt x="308" y="1742"/>
                  </a:cubicBezTo>
                  <a:cubicBezTo>
                    <a:pt x="178" y="1931"/>
                    <a:pt x="108" y="2032"/>
                    <a:pt x="108" y="2032"/>
                  </a:cubicBezTo>
                  <a:cubicBezTo>
                    <a:pt x="1" y="2188"/>
                    <a:pt x="22" y="2403"/>
                    <a:pt x="166" y="2532"/>
                  </a:cubicBezTo>
                  <a:cubicBezTo>
                    <a:pt x="239" y="2598"/>
                    <a:pt x="331" y="2630"/>
                    <a:pt x="422" y="2630"/>
                  </a:cubicBezTo>
                  <a:cubicBezTo>
                    <a:pt x="526" y="2630"/>
                    <a:pt x="630" y="2588"/>
                    <a:pt x="705" y="2505"/>
                  </a:cubicBezTo>
                  <a:cubicBezTo>
                    <a:pt x="705" y="2505"/>
                    <a:pt x="788" y="2414"/>
                    <a:pt x="942" y="2243"/>
                  </a:cubicBezTo>
                  <a:cubicBezTo>
                    <a:pt x="1085" y="2114"/>
                    <a:pt x="1296" y="1921"/>
                    <a:pt x="1632" y="1730"/>
                  </a:cubicBezTo>
                  <a:cubicBezTo>
                    <a:pt x="1958" y="1541"/>
                    <a:pt x="2392" y="1366"/>
                    <a:pt x="2919" y="1272"/>
                  </a:cubicBezTo>
                  <a:cubicBezTo>
                    <a:pt x="3189" y="1226"/>
                    <a:pt x="3483" y="1201"/>
                    <a:pt x="3793" y="1201"/>
                  </a:cubicBezTo>
                  <a:cubicBezTo>
                    <a:pt x="4089" y="1201"/>
                    <a:pt x="4399" y="1224"/>
                    <a:pt x="4719" y="1272"/>
                  </a:cubicBezTo>
                  <a:cubicBezTo>
                    <a:pt x="5373" y="1379"/>
                    <a:pt x="6071" y="1601"/>
                    <a:pt x="6706" y="1974"/>
                  </a:cubicBezTo>
                  <a:cubicBezTo>
                    <a:pt x="7340" y="2343"/>
                    <a:pt x="7902" y="2884"/>
                    <a:pt x="8179" y="3532"/>
                  </a:cubicBezTo>
                  <a:cubicBezTo>
                    <a:pt x="8317" y="3855"/>
                    <a:pt x="8382" y="4205"/>
                    <a:pt x="8366" y="4567"/>
                  </a:cubicBezTo>
                  <a:cubicBezTo>
                    <a:pt x="8364" y="4657"/>
                    <a:pt x="8346" y="4750"/>
                    <a:pt x="8339" y="4840"/>
                  </a:cubicBezTo>
                  <a:lnTo>
                    <a:pt x="8335" y="4875"/>
                  </a:lnTo>
                  <a:lnTo>
                    <a:pt x="8335" y="4880"/>
                  </a:lnTo>
                  <a:lnTo>
                    <a:pt x="8321" y="4940"/>
                  </a:lnTo>
                  <a:lnTo>
                    <a:pt x="8280" y="5115"/>
                  </a:lnTo>
                  <a:lnTo>
                    <a:pt x="8199" y="5466"/>
                  </a:lnTo>
                  <a:cubicBezTo>
                    <a:pt x="8172" y="5582"/>
                    <a:pt x="8149" y="5710"/>
                    <a:pt x="8106" y="5778"/>
                  </a:cubicBezTo>
                  <a:cubicBezTo>
                    <a:pt x="8023" y="5942"/>
                    <a:pt x="7976" y="6113"/>
                    <a:pt x="7884" y="6278"/>
                  </a:cubicBezTo>
                  <a:cubicBezTo>
                    <a:pt x="7771" y="6436"/>
                    <a:pt x="7686" y="6617"/>
                    <a:pt x="7560" y="6761"/>
                  </a:cubicBezTo>
                  <a:cubicBezTo>
                    <a:pt x="7308" y="7048"/>
                    <a:pt x="7025" y="7307"/>
                    <a:pt x="6680" y="7473"/>
                  </a:cubicBezTo>
                  <a:cubicBezTo>
                    <a:pt x="6240" y="7707"/>
                    <a:pt x="5721" y="7835"/>
                    <a:pt x="5204" y="7835"/>
                  </a:cubicBezTo>
                  <a:cubicBezTo>
                    <a:pt x="4937" y="7835"/>
                    <a:pt x="4670" y="7800"/>
                    <a:pt x="4414" y="7729"/>
                  </a:cubicBezTo>
                  <a:lnTo>
                    <a:pt x="4137" y="7651"/>
                  </a:lnTo>
                  <a:cubicBezTo>
                    <a:pt x="4046" y="7621"/>
                    <a:pt x="3966" y="7573"/>
                    <a:pt x="3880" y="7539"/>
                  </a:cubicBezTo>
                  <a:cubicBezTo>
                    <a:pt x="3697" y="7477"/>
                    <a:pt x="3564" y="7361"/>
                    <a:pt x="3410" y="7269"/>
                  </a:cubicBezTo>
                  <a:cubicBezTo>
                    <a:pt x="3154" y="7048"/>
                    <a:pt x="2913" y="6809"/>
                    <a:pt x="2842" y="6522"/>
                  </a:cubicBezTo>
                  <a:lnTo>
                    <a:pt x="2797" y="6420"/>
                  </a:lnTo>
                  <a:lnTo>
                    <a:pt x="2792" y="6408"/>
                  </a:lnTo>
                  <a:cubicBezTo>
                    <a:pt x="2790" y="6400"/>
                    <a:pt x="2790" y="6397"/>
                    <a:pt x="2789" y="6397"/>
                  </a:cubicBezTo>
                  <a:lnTo>
                    <a:pt x="2789" y="6397"/>
                  </a:lnTo>
                  <a:cubicBezTo>
                    <a:pt x="2789" y="6397"/>
                    <a:pt x="2790" y="6399"/>
                    <a:pt x="2790" y="6403"/>
                  </a:cubicBezTo>
                  <a:lnTo>
                    <a:pt x="2790" y="6403"/>
                  </a:lnTo>
                  <a:lnTo>
                    <a:pt x="2788" y="6388"/>
                  </a:lnTo>
                  <a:lnTo>
                    <a:pt x="2772" y="6305"/>
                  </a:lnTo>
                  <a:cubicBezTo>
                    <a:pt x="2755" y="6201"/>
                    <a:pt x="2720" y="6063"/>
                    <a:pt x="2719" y="5988"/>
                  </a:cubicBezTo>
                  <a:cubicBezTo>
                    <a:pt x="2717" y="5914"/>
                    <a:pt x="2712" y="5843"/>
                    <a:pt x="2704" y="5769"/>
                  </a:cubicBezTo>
                  <a:lnTo>
                    <a:pt x="2716" y="5531"/>
                  </a:lnTo>
                  <a:cubicBezTo>
                    <a:pt x="2752" y="5225"/>
                    <a:pt x="2862" y="4963"/>
                    <a:pt x="3049" y="4756"/>
                  </a:cubicBezTo>
                  <a:cubicBezTo>
                    <a:pt x="3403" y="4362"/>
                    <a:pt x="4010" y="4158"/>
                    <a:pt x="4570" y="4158"/>
                  </a:cubicBezTo>
                  <a:cubicBezTo>
                    <a:pt x="4606" y="4158"/>
                    <a:pt x="4642" y="4158"/>
                    <a:pt x="4677" y="4160"/>
                  </a:cubicBezTo>
                  <a:lnTo>
                    <a:pt x="4894" y="4179"/>
                  </a:lnTo>
                  <a:lnTo>
                    <a:pt x="4922" y="4181"/>
                  </a:lnTo>
                  <a:lnTo>
                    <a:pt x="4927" y="4181"/>
                  </a:lnTo>
                  <a:lnTo>
                    <a:pt x="4957" y="4189"/>
                  </a:lnTo>
                  <a:lnTo>
                    <a:pt x="5086" y="4221"/>
                  </a:lnTo>
                  <a:lnTo>
                    <a:pt x="5214" y="4254"/>
                  </a:lnTo>
                  <a:lnTo>
                    <a:pt x="5258" y="4283"/>
                  </a:lnTo>
                  <a:cubicBezTo>
                    <a:pt x="5285" y="4306"/>
                    <a:pt x="5321" y="4294"/>
                    <a:pt x="5355" y="4332"/>
                  </a:cubicBezTo>
                  <a:cubicBezTo>
                    <a:pt x="5510" y="4426"/>
                    <a:pt x="5603" y="4568"/>
                    <a:pt x="5632" y="4737"/>
                  </a:cubicBezTo>
                  <a:cubicBezTo>
                    <a:pt x="5663" y="4905"/>
                    <a:pt x="5630" y="5079"/>
                    <a:pt x="5563" y="5214"/>
                  </a:cubicBezTo>
                  <a:cubicBezTo>
                    <a:pt x="5496" y="5353"/>
                    <a:pt x="5385" y="5428"/>
                    <a:pt x="5281" y="5494"/>
                  </a:cubicBezTo>
                  <a:cubicBezTo>
                    <a:pt x="5180" y="5547"/>
                    <a:pt x="5068" y="5564"/>
                    <a:pt x="4960" y="5564"/>
                  </a:cubicBezTo>
                  <a:cubicBezTo>
                    <a:pt x="4829" y="5564"/>
                    <a:pt x="4703" y="5538"/>
                    <a:pt x="4607" y="5517"/>
                  </a:cubicBezTo>
                  <a:cubicBezTo>
                    <a:pt x="4426" y="5454"/>
                    <a:pt x="4329" y="5421"/>
                    <a:pt x="4329" y="5421"/>
                  </a:cubicBezTo>
                  <a:lnTo>
                    <a:pt x="4261" y="5398"/>
                  </a:lnTo>
                  <a:cubicBezTo>
                    <a:pt x="4221" y="5384"/>
                    <a:pt x="4180" y="5378"/>
                    <a:pt x="4139" y="5378"/>
                  </a:cubicBezTo>
                  <a:cubicBezTo>
                    <a:pt x="4001" y="5378"/>
                    <a:pt x="3868" y="5454"/>
                    <a:pt x="3801" y="5585"/>
                  </a:cubicBezTo>
                  <a:cubicBezTo>
                    <a:pt x="3707" y="5771"/>
                    <a:pt x="3783" y="5998"/>
                    <a:pt x="3969" y="6092"/>
                  </a:cubicBezTo>
                  <a:cubicBezTo>
                    <a:pt x="3969" y="6092"/>
                    <a:pt x="4097" y="6157"/>
                    <a:pt x="4336" y="6278"/>
                  </a:cubicBezTo>
                  <a:cubicBezTo>
                    <a:pt x="4508" y="6334"/>
                    <a:pt x="4761" y="6445"/>
                    <a:pt x="5097" y="6445"/>
                  </a:cubicBezTo>
                  <a:cubicBezTo>
                    <a:pt x="5252" y="6445"/>
                    <a:pt x="5423" y="6422"/>
                    <a:pt x="5612" y="6359"/>
                  </a:cubicBezTo>
                  <a:cubicBezTo>
                    <a:pt x="5896" y="6249"/>
                    <a:pt x="6201" y="6056"/>
                    <a:pt x="6404" y="5745"/>
                  </a:cubicBezTo>
                  <a:cubicBezTo>
                    <a:pt x="6605" y="5439"/>
                    <a:pt x="6730" y="5050"/>
                    <a:pt x="6701" y="4620"/>
                  </a:cubicBezTo>
                  <a:cubicBezTo>
                    <a:pt x="6681" y="4195"/>
                    <a:pt x="6459" y="3719"/>
                    <a:pt x="6072" y="3412"/>
                  </a:cubicBezTo>
                  <a:cubicBezTo>
                    <a:pt x="5990" y="3325"/>
                    <a:pt x="5857" y="3262"/>
                    <a:pt x="5739" y="3194"/>
                  </a:cubicBezTo>
                  <a:lnTo>
                    <a:pt x="5553" y="3103"/>
                  </a:lnTo>
                  <a:lnTo>
                    <a:pt x="5428" y="3062"/>
                  </a:lnTo>
                  <a:lnTo>
                    <a:pt x="5302" y="3021"/>
                  </a:lnTo>
                  <a:lnTo>
                    <a:pt x="5238" y="3000"/>
                  </a:lnTo>
                  <a:lnTo>
                    <a:pt x="5222" y="2994"/>
                  </a:lnTo>
                  <a:lnTo>
                    <a:pt x="5143" y="2976"/>
                  </a:lnTo>
                  <a:lnTo>
                    <a:pt x="5103" y="2969"/>
                  </a:lnTo>
                  <a:cubicBezTo>
                    <a:pt x="4997" y="2952"/>
                    <a:pt x="4889" y="2935"/>
                    <a:pt x="4780" y="2918"/>
                  </a:cubicBezTo>
                  <a:cubicBezTo>
                    <a:pt x="4642" y="2903"/>
                    <a:pt x="4499" y="2895"/>
                    <a:pt x="4353" y="2895"/>
                  </a:cubicBezTo>
                  <a:cubicBezTo>
                    <a:pt x="3589" y="2895"/>
                    <a:pt x="2737" y="3118"/>
                    <a:pt x="2045" y="3791"/>
                  </a:cubicBezTo>
                  <a:cubicBezTo>
                    <a:pt x="1640" y="4186"/>
                    <a:pt x="1366" y="4749"/>
                    <a:pt x="1274" y="5317"/>
                  </a:cubicBezTo>
                  <a:lnTo>
                    <a:pt x="1229" y="5744"/>
                  </a:lnTo>
                  <a:cubicBezTo>
                    <a:pt x="1231" y="5894"/>
                    <a:pt x="1237" y="6047"/>
                    <a:pt x="1246" y="6199"/>
                  </a:cubicBezTo>
                  <a:cubicBezTo>
                    <a:pt x="1256" y="6350"/>
                    <a:pt x="1279" y="6434"/>
                    <a:pt x="1294" y="6555"/>
                  </a:cubicBezTo>
                  <a:lnTo>
                    <a:pt x="1308" y="6640"/>
                  </a:lnTo>
                  <a:lnTo>
                    <a:pt x="1315" y="6682"/>
                  </a:lnTo>
                  <a:lnTo>
                    <a:pt x="1316" y="6692"/>
                  </a:lnTo>
                  <a:cubicBezTo>
                    <a:pt x="1316" y="6692"/>
                    <a:pt x="1316" y="6692"/>
                    <a:pt x="1316" y="6692"/>
                  </a:cubicBezTo>
                  <a:lnTo>
                    <a:pt x="1316" y="6692"/>
                  </a:lnTo>
                  <a:cubicBezTo>
                    <a:pt x="1316" y="6692"/>
                    <a:pt x="1328" y="6754"/>
                    <a:pt x="1329" y="6754"/>
                  </a:cubicBezTo>
                  <a:cubicBezTo>
                    <a:pt x="1329" y="6754"/>
                    <a:pt x="1329" y="6752"/>
                    <a:pt x="1328" y="6747"/>
                  </a:cubicBezTo>
                  <a:lnTo>
                    <a:pt x="1328" y="6747"/>
                  </a:lnTo>
                  <a:lnTo>
                    <a:pt x="1336" y="6775"/>
                  </a:lnTo>
                  <a:lnTo>
                    <a:pt x="1410" y="6996"/>
                  </a:lnTo>
                  <a:cubicBezTo>
                    <a:pt x="1577" y="7613"/>
                    <a:pt x="2003" y="8096"/>
                    <a:pt x="2450" y="8487"/>
                  </a:cubicBezTo>
                  <a:cubicBezTo>
                    <a:pt x="2691" y="8657"/>
                    <a:pt x="2930" y="8845"/>
                    <a:pt x="3198" y="8956"/>
                  </a:cubicBezTo>
                  <a:cubicBezTo>
                    <a:pt x="3458" y="9098"/>
                    <a:pt x="3734" y="9184"/>
                    <a:pt x="4013" y="9261"/>
                  </a:cubicBezTo>
                  <a:cubicBezTo>
                    <a:pt x="4414" y="9373"/>
                    <a:pt x="4830" y="9429"/>
                    <a:pt x="5248" y="9429"/>
                  </a:cubicBezTo>
                  <a:cubicBezTo>
                    <a:pt x="5994" y="9429"/>
                    <a:pt x="6748" y="9252"/>
                    <a:pt x="7432" y="8900"/>
                  </a:cubicBezTo>
                  <a:cubicBezTo>
                    <a:pt x="7971" y="8634"/>
                    <a:pt x="8426" y="8219"/>
                    <a:pt x="8808" y="7765"/>
                  </a:cubicBezTo>
                  <a:cubicBezTo>
                    <a:pt x="8996" y="7537"/>
                    <a:pt x="9131" y="7276"/>
                    <a:pt x="9289" y="7030"/>
                  </a:cubicBezTo>
                  <a:cubicBezTo>
                    <a:pt x="9429" y="6771"/>
                    <a:pt x="9526" y="6473"/>
                    <a:pt x="9636" y="6195"/>
                  </a:cubicBezTo>
                  <a:cubicBezTo>
                    <a:pt x="9699" y="6043"/>
                    <a:pt x="9716" y="5933"/>
                    <a:pt x="9742" y="5815"/>
                  </a:cubicBezTo>
                  <a:lnTo>
                    <a:pt x="9819" y="5463"/>
                  </a:lnTo>
                  <a:lnTo>
                    <a:pt x="9856" y="5288"/>
                  </a:lnTo>
                  <a:lnTo>
                    <a:pt x="9875" y="5200"/>
                  </a:lnTo>
                  <a:lnTo>
                    <a:pt x="9877" y="5190"/>
                  </a:lnTo>
                  <a:lnTo>
                    <a:pt x="9890" y="5116"/>
                  </a:lnTo>
                  <a:lnTo>
                    <a:pt x="9892" y="5089"/>
                  </a:lnTo>
                  <a:lnTo>
                    <a:pt x="9897" y="5035"/>
                  </a:lnTo>
                  <a:cubicBezTo>
                    <a:pt x="9906" y="4889"/>
                    <a:pt x="9925" y="4745"/>
                    <a:pt x="9924" y="4599"/>
                  </a:cubicBezTo>
                  <a:cubicBezTo>
                    <a:pt x="9932" y="4015"/>
                    <a:pt x="9802" y="3425"/>
                    <a:pt x="9560" y="2911"/>
                  </a:cubicBezTo>
                  <a:cubicBezTo>
                    <a:pt x="9075" y="1866"/>
                    <a:pt x="8218" y="1179"/>
                    <a:pt x="7383" y="747"/>
                  </a:cubicBezTo>
                  <a:cubicBezTo>
                    <a:pt x="6539" y="304"/>
                    <a:pt x="5671" y="97"/>
                    <a:pt x="4866" y="27"/>
                  </a:cubicBezTo>
                  <a:cubicBezTo>
                    <a:pt x="4671" y="9"/>
                    <a:pt x="4479" y="0"/>
                    <a:pt x="429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69" name="Google Shape;1169;p61"/>
            <p:cNvGrpSpPr/>
            <p:nvPr/>
          </p:nvGrpSpPr>
          <p:grpSpPr>
            <a:xfrm>
              <a:off x="318147" y="307775"/>
              <a:ext cx="215307" cy="202145"/>
              <a:chOff x="1833125" y="-1256125"/>
              <a:chExt cx="283150" cy="265875"/>
            </a:xfrm>
          </p:grpSpPr>
          <p:sp>
            <p:nvSpPr>
              <p:cNvPr id="1170" name="Google Shape;1170;p61"/>
              <p:cNvSpPr/>
              <p:nvPr/>
            </p:nvSpPr>
            <p:spPr>
              <a:xfrm>
                <a:off x="1833125" y="-1256125"/>
                <a:ext cx="283150" cy="265875"/>
              </a:xfrm>
              <a:custGeom>
                <a:rect b="b" l="l" r="r" t="t"/>
                <a:pathLst>
                  <a:path extrusionOk="0" h="10635" w="11326">
                    <a:moveTo>
                      <a:pt x="4274" y="1"/>
                    </a:moveTo>
                    <a:cubicBezTo>
                      <a:pt x="4225" y="1"/>
                      <a:pt x="4179" y="10"/>
                      <a:pt x="4137" y="29"/>
                    </a:cubicBezTo>
                    <a:cubicBezTo>
                      <a:pt x="3416" y="349"/>
                      <a:pt x="3871" y="3263"/>
                      <a:pt x="3687" y="3430"/>
                    </a:cubicBezTo>
                    <a:cubicBezTo>
                      <a:pt x="3504" y="3598"/>
                      <a:pt x="1" y="3518"/>
                      <a:pt x="1" y="4388"/>
                    </a:cubicBezTo>
                    <a:cubicBezTo>
                      <a:pt x="2" y="4908"/>
                      <a:pt x="3404" y="6362"/>
                      <a:pt x="3422" y="6664"/>
                    </a:cubicBezTo>
                    <a:cubicBezTo>
                      <a:pt x="3438" y="6966"/>
                      <a:pt x="3258" y="10635"/>
                      <a:pt x="4044" y="10635"/>
                    </a:cubicBezTo>
                    <a:cubicBezTo>
                      <a:pt x="4044" y="10635"/>
                      <a:pt x="4044" y="10635"/>
                      <a:pt x="4044" y="10635"/>
                    </a:cubicBezTo>
                    <a:cubicBezTo>
                      <a:pt x="4697" y="10634"/>
                      <a:pt x="6170" y="7986"/>
                      <a:pt x="6421" y="7936"/>
                    </a:cubicBezTo>
                    <a:cubicBezTo>
                      <a:pt x="6425" y="7935"/>
                      <a:pt x="6430" y="7934"/>
                      <a:pt x="6436" y="7934"/>
                    </a:cubicBezTo>
                    <a:cubicBezTo>
                      <a:pt x="6734" y="7934"/>
                      <a:pt x="9058" y="9063"/>
                      <a:pt x="9794" y="9063"/>
                    </a:cubicBezTo>
                    <a:cubicBezTo>
                      <a:pt x="9887" y="9063"/>
                      <a:pt x="9955" y="9045"/>
                      <a:pt x="9990" y="9004"/>
                    </a:cubicBezTo>
                    <a:cubicBezTo>
                      <a:pt x="10308" y="8635"/>
                      <a:pt x="8597" y="5756"/>
                      <a:pt x="8831" y="5405"/>
                    </a:cubicBezTo>
                    <a:cubicBezTo>
                      <a:pt x="9065" y="5051"/>
                      <a:pt x="11325" y="2420"/>
                      <a:pt x="11107" y="1984"/>
                    </a:cubicBezTo>
                    <a:cubicBezTo>
                      <a:pt x="11064" y="1899"/>
                      <a:pt x="10881" y="1865"/>
                      <a:pt x="10613" y="1865"/>
                    </a:cubicBezTo>
                    <a:cubicBezTo>
                      <a:pt x="9595" y="1865"/>
                      <a:pt x="7345" y="2350"/>
                      <a:pt x="6826" y="2350"/>
                    </a:cubicBezTo>
                    <a:cubicBezTo>
                      <a:pt x="6784" y="2350"/>
                      <a:pt x="6753" y="2347"/>
                      <a:pt x="6735" y="2340"/>
                    </a:cubicBezTo>
                    <a:cubicBezTo>
                      <a:pt x="6467" y="2230"/>
                      <a:pt x="5042" y="1"/>
                      <a:pt x="427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1" name="Google Shape;1171;p61"/>
              <p:cNvSpPr/>
              <p:nvPr/>
            </p:nvSpPr>
            <p:spPr>
              <a:xfrm>
                <a:off x="1926950" y="-1092125"/>
                <a:ext cx="9850" cy="43675"/>
              </a:xfrm>
              <a:custGeom>
                <a:rect b="b" l="l" r="r" t="t"/>
                <a:pathLst>
                  <a:path extrusionOk="0" h="1747" w="394">
                    <a:moveTo>
                      <a:pt x="227" y="1"/>
                    </a:moveTo>
                    <a:cubicBezTo>
                      <a:pt x="227" y="1"/>
                      <a:pt x="183" y="103"/>
                      <a:pt x="135" y="267"/>
                    </a:cubicBezTo>
                    <a:cubicBezTo>
                      <a:pt x="84" y="429"/>
                      <a:pt x="41" y="654"/>
                      <a:pt x="0" y="878"/>
                    </a:cubicBezTo>
                    <a:cubicBezTo>
                      <a:pt x="6" y="1095"/>
                      <a:pt x="16" y="1313"/>
                      <a:pt x="41" y="1475"/>
                    </a:cubicBezTo>
                    <a:cubicBezTo>
                      <a:pt x="63" y="1639"/>
                      <a:pt x="92" y="1747"/>
                      <a:pt x="92" y="1747"/>
                    </a:cubicBezTo>
                    <a:lnTo>
                      <a:pt x="252" y="1746"/>
                    </a:lnTo>
                    <a:cubicBezTo>
                      <a:pt x="252" y="1746"/>
                      <a:pt x="281" y="1637"/>
                      <a:pt x="302" y="1474"/>
                    </a:cubicBezTo>
                    <a:cubicBezTo>
                      <a:pt x="325" y="1311"/>
                      <a:pt x="333" y="1093"/>
                      <a:pt x="338" y="876"/>
                    </a:cubicBezTo>
                    <a:cubicBezTo>
                      <a:pt x="366" y="672"/>
                      <a:pt x="390" y="468"/>
                      <a:pt x="391" y="308"/>
                    </a:cubicBezTo>
                    <a:cubicBezTo>
                      <a:pt x="393" y="151"/>
                      <a:pt x="382" y="38"/>
                      <a:pt x="382" y="38"/>
                    </a:cubicBezTo>
                    <a:lnTo>
                      <a:pt x="2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2" name="Google Shape;1172;p61"/>
              <p:cNvSpPr/>
              <p:nvPr/>
            </p:nvSpPr>
            <p:spPr>
              <a:xfrm>
                <a:off x="1994950" y="-1081800"/>
                <a:ext cx="52675" cy="25025"/>
              </a:xfrm>
              <a:custGeom>
                <a:rect b="b" l="l" r="r" t="t"/>
                <a:pathLst>
                  <a:path extrusionOk="0" h="1001" w="2107">
                    <a:moveTo>
                      <a:pt x="62" y="1"/>
                    </a:moveTo>
                    <a:lnTo>
                      <a:pt x="0" y="148"/>
                    </a:lnTo>
                    <a:cubicBezTo>
                      <a:pt x="0" y="148"/>
                      <a:pt x="117" y="228"/>
                      <a:pt x="301" y="327"/>
                    </a:cubicBezTo>
                    <a:cubicBezTo>
                      <a:pt x="483" y="429"/>
                      <a:pt x="735" y="545"/>
                      <a:pt x="989" y="656"/>
                    </a:cubicBezTo>
                    <a:cubicBezTo>
                      <a:pt x="1246" y="758"/>
                      <a:pt x="1505" y="856"/>
                      <a:pt x="1706" y="914"/>
                    </a:cubicBezTo>
                    <a:cubicBezTo>
                      <a:pt x="1906" y="974"/>
                      <a:pt x="2045" y="1000"/>
                      <a:pt x="2045" y="1000"/>
                    </a:cubicBezTo>
                    <a:lnTo>
                      <a:pt x="2106" y="853"/>
                    </a:lnTo>
                    <a:cubicBezTo>
                      <a:pt x="2106" y="853"/>
                      <a:pt x="1990" y="773"/>
                      <a:pt x="1806" y="673"/>
                    </a:cubicBezTo>
                    <a:cubicBezTo>
                      <a:pt x="1624" y="571"/>
                      <a:pt x="1372" y="456"/>
                      <a:pt x="1119" y="345"/>
                    </a:cubicBezTo>
                    <a:cubicBezTo>
                      <a:pt x="860" y="243"/>
                      <a:pt x="602" y="145"/>
                      <a:pt x="401" y="88"/>
                    </a:cubicBezTo>
                    <a:cubicBezTo>
                      <a:pt x="200" y="28"/>
                      <a:pt x="62" y="1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73" name="Google Shape;1173;p61"/>
            <p:cNvGrpSpPr/>
            <p:nvPr/>
          </p:nvGrpSpPr>
          <p:grpSpPr>
            <a:xfrm>
              <a:off x="533439" y="402076"/>
              <a:ext cx="260764" cy="189589"/>
              <a:chOff x="1875439" y="-474637"/>
              <a:chExt cx="260764" cy="189589"/>
            </a:xfrm>
          </p:grpSpPr>
          <p:sp>
            <p:nvSpPr>
              <p:cNvPr id="1174" name="Google Shape;1174;p61"/>
              <p:cNvSpPr/>
              <p:nvPr/>
            </p:nvSpPr>
            <p:spPr>
              <a:xfrm>
                <a:off x="1893557" y="-474637"/>
                <a:ext cx="69748" cy="42951"/>
              </a:xfrm>
              <a:custGeom>
                <a:rect b="b" l="l" r="r" t="t"/>
                <a:pathLst>
                  <a:path extrusionOk="0" h="1699" w="2759">
                    <a:moveTo>
                      <a:pt x="1306" y="0"/>
                    </a:moveTo>
                    <a:cubicBezTo>
                      <a:pt x="1110" y="0"/>
                      <a:pt x="909" y="62"/>
                      <a:pt x="723" y="209"/>
                    </a:cubicBezTo>
                    <a:cubicBezTo>
                      <a:pt x="1" y="777"/>
                      <a:pt x="995" y="1699"/>
                      <a:pt x="1751" y="1699"/>
                    </a:cubicBezTo>
                    <a:cubicBezTo>
                      <a:pt x="1946" y="1699"/>
                      <a:pt x="2125" y="1638"/>
                      <a:pt x="2255" y="1493"/>
                    </a:cubicBezTo>
                    <a:cubicBezTo>
                      <a:pt x="2758" y="933"/>
                      <a:pt x="2067" y="0"/>
                      <a:pt x="130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5" name="Google Shape;1175;p61"/>
              <p:cNvSpPr/>
              <p:nvPr/>
            </p:nvSpPr>
            <p:spPr>
              <a:xfrm>
                <a:off x="2085769" y="-367360"/>
                <a:ext cx="50434" cy="51293"/>
              </a:xfrm>
              <a:custGeom>
                <a:rect b="b" l="l" r="r" t="t"/>
                <a:pathLst>
                  <a:path extrusionOk="0" h="2029" w="1995">
                    <a:moveTo>
                      <a:pt x="926" y="0"/>
                    </a:moveTo>
                    <a:cubicBezTo>
                      <a:pt x="860" y="0"/>
                      <a:pt x="790" y="11"/>
                      <a:pt x="716" y="34"/>
                    </a:cubicBezTo>
                    <a:cubicBezTo>
                      <a:pt x="0" y="255"/>
                      <a:pt x="108" y="2029"/>
                      <a:pt x="948" y="2029"/>
                    </a:cubicBezTo>
                    <a:cubicBezTo>
                      <a:pt x="994" y="2029"/>
                      <a:pt x="1042" y="2024"/>
                      <a:pt x="1093" y="2012"/>
                    </a:cubicBezTo>
                    <a:cubicBezTo>
                      <a:pt x="1994" y="1812"/>
                      <a:pt x="1791" y="0"/>
                      <a:pt x="92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6" name="Google Shape;1176;p61"/>
              <p:cNvSpPr/>
              <p:nvPr/>
            </p:nvSpPr>
            <p:spPr>
              <a:xfrm rot="2945411">
                <a:off x="1886118" y="-346551"/>
                <a:ext cx="50433" cy="51296"/>
              </a:xfrm>
              <a:custGeom>
                <a:rect b="b" l="l" r="r" t="t"/>
                <a:pathLst>
                  <a:path extrusionOk="0" h="2029" w="1995">
                    <a:moveTo>
                      <a:pt x="926" y="0"/>
                    </a:moveTo>
                    <a:cubicBezTo>
                      <a:pt x="860" y="0"/>
                      <a:pt x="790" y="11"/>
                      <a:pt x="716" y="34"/>
                    </a:cubicBezTo>
                    <a:cubicBezTo>
                      <a:pt x="0" y="255"/>
                      <a:pt x="108" y="2029"/>
                      <a:pt x="948" y="2029"/>
                    </a:cubicBezTo>
                    <a:cubicBezTo>
                      <a:pt x="994" y="2029"/>
                      <a:pt x="1042" y="2024"/>
                      <a:pt x="1093" y="2012"/>
                    </a:cubicBezTo>
                    <a:cubicBezTo>
                      <a:pt x="1994" y="1812"/>
                      <a:pt x="1791" y="0"/>
                      <a:pt x="92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77" name="Google Shape;1177;p61"/>
            <p:cNvGrpSpPr/>
            <p:nvPr/>
          </p:nvGrpSpPr>
          <p:grpSpPr>
            <a:xfrm rot="-1259399">
              <a:off x="558828" y="609463"/>
              <a:ext cx="312436" cy="336409"/>
              <a:chOff x="5937634" y="3212099"/>
              <a:chExt cx="281975" cy="303637"/>
            </a:xfrm>
          </p:grpSpPr>
          <p:sp>
            <p:nvSpPr>
              <p:cNvPr id="1178" name="Google Shape;1178;p61"/>
              <p:cNvSpPr/>
              <p:nvPr/>
            </p:nvSpPr>
            <p:spPr>
              <a:xfrm>
                <a:off x="5937634" y="3212099"/>
                <a:ext cx="281975" cy="303637"/>
              </a:xfrm>
              <a:custGeom>
                <a:rect b="b" l="l" r="r" t="t"/>
                <a:pathLst>
                  <a:path extrusionOk="0" h="7261" w="6743">
                    <a:moveTo>
                      <a:pt x="3951" y="0"/>
                    </a:moveTo>
                    <a:cubicBezTo>
                      <a:pt x="3856" y="0"/>
                      <a:pt x="3789" y="10"/>
                      <a:pt x="3762" y="27"/>
                    </a:cubicBezTo>
                    <a:cubicBezTo>
                      <a:pt x="3549" y="150"/>
                      <a:pt x="3421" y="1002"/>
                      <a:pt x="3421" y="1002"/>
                    </a:cubicBezTo>
                    <a:cubicBezTo>
                      <a:pt x="3421" y="1002"/>
                      <a:pt x="3282" y="27"/>
                      <a:pt x="2892" y="27"/>
                    </a:cubicBezTo>
                    <a:cubicBezTo>
                      <a:pt x="2502" y="27"/>
                      <a:pt x="426" y="80"/>
                      <a:pt x="213" y="3202"/>
                    </a:cubicBezTo>
                    <a:cubicBezTo>
                      <a:pt x="0" y="6324"/>
                      <a:pt x="1952" y="7123"/>
                      <a:pt x="2449" y="7212"/>
                    </a:cubicBezTo>
                    <a:cubicBezTo>
                      <a:pt x="2562" y="7232"/>
                      <a:pt x="2672" y="7242"/>
                      <a:pt x="2776" y="7242"/>
                    </a:cubicBezTo>
                    <a:cubicBezTo>
                      <a:pt x="3126" y="7242"/>
                      <a:pt x="3397" y="7125"/>
                      <a:pt x="3425" y="6893"/>
                    </a:cubicBezTo>
                    <a:cubicBezTo>
                      <a:pt x="3460" y="6591"/>
                      <a:pt x="3495" y="5810"/>
                      <a:pt x="3549" y="5810"/>
                    </a:cubicBezTo>
                    <a:cubicBezTo>
                      <a:pt x="3602" y="5810"/>
                      <a:pt x="3564" y="6813"/>
                      <a:pt x="3619" y="6964"/>
                    </a:cubicBezTo>
                    <a:cubicBezTo>
                      <a:pt x="3686" y="7142"/>
                      <a:pt x="3993" y="7260"/>
                      <a:pt x="4402" y="7260"/>
                    </a:cubicBezTo>
                    <a:cubicBezTo>
                      <a:pt x="4652" y="7260"/>
                      <a:pt x="4939" y="7216"/>
                      <a:pt x="5232" y="7114"/>
                    </a:cubicBezTo>
                    <a:cubicBezTo>
                      <a:pt x="6031" y="6835"/>
                      <a:pt x="6743" y="5650"/>
                      <a:pt x="6636" y="2883"/>
                    </a:cubicBezTo>
                    <a:cubicBezTo>
                      <a:pt x="6543" y="472"/>
                      <a:pt x="4594" y="0"/>
                      <a:pt x="395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9" name="Google Shape;1179;p61"/>
              <p:cNvSpPr/>
              <p:nvPr/>
            </p:nvSpPr>
            <p:spPr>
              <a:xfrm>
                <a:off x="6078057" y="3277251"/>
                <a:ext cx="12796" cy="153010"/>
              </a:xfrm>
              <a:custGeom>
                <a:rect b="b" l="l" r="r" t="t"/>
                <a:pathLst>
                  <a:path extrusionOk="0" h="3659" w="306">
                    <a:moveTo>
                      <a:pt x="30" y="1"/>
                    </a:moveTo>
                    <a:cubicBezTo>
                      <a:pt x="30" y="1"/>
                      <a:pt x="29" y="1"/>
                      <a:pt x="28" y="1"/>
                    </a:cubicBezTo>
                    <a:cubicBezTo>
                      <a:pt x="12" y="3"/>
                      <a:pt x="0" y="17"/>
                      <a:pt x="1" y="33"/>
                    </a:cubicBezTo>
                    <a:cubicBezTo>
                      <a:pt x="109" y="1214"/>
                      <a:pt x="235" y="2446"/>
                      <a:pt x="161" y="3628"/>
                    </a:cubicBezTo>
                    <a:cubicBezTo>
                      <a:pt x="160" y="3648"/>
                      <a:pt x="175" y="3659"/>
                      <a:pt x="191" y="3659"/>
                    </a:cubicBezTo>
                    <a:cubicBezTo>
                      <a:pt x="205" y="3659"/>
                      <a:pt x="218" y="3651"/>
                      <a:pt x="220" y="3635"/>
                    </a:cubicBezTo>
                    <a:cubicBezTo>
                      <a:pt x="266" y="3335"/>
                      <a:pt x="286" y="3032"/>
                      <a:pt x="293" y="2730"/>
                    </a:cubicBezTo>
                    <a:cubicBezTo>
                      <a:pt x="306" y="2125"/>
                      <a:pt x="263" y="1521"/>
                      <a:pt x="192" y="921"/>
                    </a:cubicBezTo>
                    <a:cubicBezTo>
                      <a:pt x="157" y="622"/>
                      <a:pt x="111" y="323"/>
                      <a:pt x="61" y="26"/>
                    </a:cubicBezTo>
                    <a:cubicBezTo>
                      <a:pt x="58" y="11"/>
                      <a:pt x="45" y="1"/>
                      <a:pt x="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0" name="Google Shape;1180;p61"/>
              <p:cNvSpPr/>
              <p:nvPr/>
            </p:nvSpPr>
            <p:spPr>
              <a:xfrm>
                <a:off x="5989571" y="3235810"/>
                <a:ext cx="82255" cy="37259"/>
              </a:xfrm>
              <a:custGeom>
                <a:rect b="b" l="l" r="r" t="t"/>
                <a:pathLst>
                  <a:path extrusionOk="0" h="891" w="1967">
                    <a:moveTo>
                      <a:pt x="634" y="0"/>
                    </a:moveTo>
                    <a:cubicBezTo>
                      <a:pt x="296" y="0"/>
                      <a:pt x="1" y="487"/>
                      <a:pt x="250" y="766"/>
                    </a:cubicBezTo>
                    <a:cubicBezTo>
                      <a:pt x="342" y="855"/>
                      <a:pt x="434" y="890"/>
                      <a:pt x="526" y="890"/>
                    </a:cubicBezTo>
                    <a:cubicBezTo>
                      <a:pt x="883" y="890"/>
                      <a:pt x="1230" y="351"/>
                      <a:pt x="1524" y="351"/>
                    </a:cubicBezTo>
                    <a:cubicBezTo>
                      <a:pt x="1664" y="351"/>
                      <a:pt x="1793" y="473"/>
                      <a:pt x="1905" y="833"/>
                    </a:cubicBezTo>
                    <a:cubicBezTo>
                      <a:pt x="1910" y="846"/>
                      <a:pt x="1921" y="854"/>
                      <a:pt x="1933" y="854"/>
                    </a:cubicBezTo>
                    <a:cubicBezTo>
                      <a:pt x="1936" y="854"/>
                      <a:pt x="1938" y="854"/>
                      <a:pt x="1940" y="853"/>
                    </a:cubicBezTo>
                    <a:cubicBezTo>
                      <a:pt x="1957" y="850"/>
                      <a:pt x="1966" y="834"/>
                      <a:pt x="1963" y="818"/>
                    </a:cubicBezTo>
                    <a:cubicBezTo>
                      <a:pt x="1930" y="678"/>
                      <a:pt x="1889" y="537"/>
                      <a:pt x="1802" y="409"/>
                    </a:cubicBezTo>
                    <a:cubicBezTo>
                      <a:pt x="1725" y="292"/>
                      <a:pt x="1627" y="248"/>
                      <a:pt x="1524" y="248"/>
                    </a:cubicBezTo>
                    <a:cubicBezTo>
                      <a:pt x="1339" y="248"/>
                      <a:pt x="1135" y="389"/>
                      <a:pt x="995" y="504"/>
                    </a:cubicBezTo>
                    <a:cubicBezTo>
                      <a:pt x="857" y="603"/>
                      <a:pt x="685" y="769"/>
                      <a:pt x="521" y="769"/>
                    </a:cubicBezTo>
                    <a:cubicBezTo>
                      <a:pt x="458" y="769"/>
                      <a:pt x="396" y="745"/>
                      <a:pt x="338" y="685"/>
                    </a:cubicBezTo>
                    <a:cubicBezTo>
                      <a:pt x="170" y="500"/>
                      <a:pt x="358" y="153"/>
                      <a:pt x="579" y="96"/>
                    </a:cubicBezTo>
                    <a:cubicBezTo>
                      <a:pt x="603" y="88"/>
                      <a:pt x="628" y="84"/>
                      <a:pt x="653" y="84"/>
                    </a:cubicBezTo>
                    <a:cubicBezTo>
                      <a:pt x="751" y="84"/>
                      <a:pt x="847" y="141"/>
                      <a:pt x="918" y="224"/>
                    </a:cubicBezTo>
                    <a:cubicBezTo>
                      <a:pt x="923" y="230"/>
                      <a:pt x="931" y="234"/>
                      <a:pt x="940" y="234"/>
                    </a:cubicBezTo>
                    <a:cubicBezTo>
                      <a:pt x="946" y="234"/>
                      <a:pt x="952" y="232"/>
                      <a:pt x="958" y="227"/>
                    </a:cubicBezTo>
                    <a:cubicBezTo>
                      <a:pt x="971" y="217"/>
                      <a:pt x="973" y="199"/>
                      <a:pt x="964" y="186"/>
                    </a:cubicBezTo>
                    <a:cubicBezTo>
                      <a:pt x="918" y="127"/>
                      <a:pt x="863" y="72"/>
                      <a:pt x="792" y="38"/>
                    </a:cubicBezTo>
                    <a:cubicBezTo>
                      <a:pt x="739" y="12"/>
                      <a:pt x="686" y="0"/>
                      <a:pt x="6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1" name="Google Shape;1181;p61"/>
              <p:cNvSpPr/>
              <p:nvPr/>
            </p:nvSpPr>
            <p:spPr>
              <a:xfrm>
                <a:off x="5959546" y="3290381"/>
                <a:ext cx="121229" cy="53317"/>
              </a:xfrm>
              <a:custGeom>
                <a:rect b="b" l="l" r="r" t="t"/>
                <a:pathLst>
                  <a:path extrusionOk="0" h="1275" w="2899">
                    <a:moveTo>
                      <a:pt x="601" y="0"/>
                    </a:moveTo>
                    <a:cubicBezTo>
                      <a:pt x="428" y="0"/>
                      <a:pt x="238" y="103"/>
                      <a:pt x="19" y="371"/>
                    </a:cubicBezTo>
                    <a:cubicBezTo>
                      <a:pt x="0" y="392"/>
                      <a:pt x="22" y="419"/>
                      <a:pt x="44" y="419"/>
                    </a:cubicBezTo>
                    <a:cubicBezTo>
                      <a:pt x="51" y="419"/>
                      <a:pt x="59" y="416"/>
                      <a:pt x="65" y="409"/>
                    </a:cubicBezTo>
                    <a:cubicBezTo>
                      <a:pt x="190" y="279"/>
                      <a:pt x="336" y="140"/>
                      <a:pt x="515" y="105"/>
                    </a:cubicBezTo>
                    <a:cubicBezTo>
                      <a:pt x="540" y="100"/>
                      <a:pt x="564" y="97"/>
                      <a:pt x="588" y="97"/>
                    </a:cubicBezTo>
                    <a:cubicBezTo>
                      <a:pt x="735" y="97"/>
                      <a:pt x="871" y="191"/>
                      <a:pt x="982" y="304"/>
                    </a:cubicBezTo>
                    <a:cubicBezTo>
                      <a:pt x="1322" y="632"/>
                      <a:pt x="1554" y="1172"/>
                      <a:pt x="2067" y="1272"/>
                    </a:cubicBezTo>
                    <a:cubicBezTo>
                      <a:pt x="2096" y="1274"/>
                      <a:pt x="2124" y="1275"/>
                      <a:pt x="2153" y="1275"/>
                    </a:cubicBezTo>
                    <a:cubicBezTo>
                      <a:pt x="2340" y="1275"/>
                      <a:pt x="2524" y="1228"/>
                      <a:pt x="2653" y="1078"/>
                    </a:cubicBezTo>
                    <a:cubicBezTo>
                      <a:pt x="2899" y="770"/>
                      <a:pt x="2393" y="246"/>
                      <a:pt x="2103" y="246"/>
                    </a:cubicBezTo>
                    <a:cubicBezTo>
                      <a:pt x="1977" y="246"/>
                      <a:pt x="1892" y="346"/>
                      <a:pt x="1929" y="607"/>
                    </a:cubicBezTo>
                    <a:cubicBezTo>
                      <a:pt x="1931" y="624"/>
                      <a:pt x="1944" y="632"/>
                      <a:pt x="1958" y="632"/>
                    </a:cubicBezTo>
                    <a:cubicBezTo>
                      <a:pt x="1974" y="632"/>
                      <a:pt x="1991" y="620"/>
                      <a:pt x="1987" y="598"/>
                    </a:cubicBezTo>
                    <a:cubicBezTo>
                      <a:pt x="1962" y="404"/>
                      <a:pt x="2017" y="329"/>
                      <a:pt x="2105" y="329"/>
                    </a:cubicBezTo>
                    <a:cubicBezTo>
                      <a:pt x="2323" y="329"/>
                      <a:pt x="2738" y="795"/>
                      <a:pt x="2560" y="1008"/>
                    </a:cubicBezTo>
                    <a:cubicBezTo>
                      <a:pt x="2419" y="1116"/>
                      <a:pt x="2291" y="1161"/>
                      <a:pt x="2171" y="1161"/>
                    </a:cubicBezTo>
                    <a:cubicBezTo>
                      <a:pt x="1562" y="1161"/>
                      <a:pt x="1180" y="0"/>
                      <a:pt x="6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2" name="Google Shape;1182;p61"/>
              <p:cNvSpPr/>
              <p:nvPr/>
            </p:nvSpPr>
            <p:spPr>
              <a:xfrm>
                <a:off x="5972343" y="3360467"/>
                <a:ext cx="99902" cy="101240"/>
              </a:xfrm>
              <a:custGeom>
                <a:rect b="b" l="l" r="r" t="t"/>
                <a:pathLst>
                  <a:path extrusionOk="0" h="2421" w="2389">
                    <a:moveTo>
                      <a:pt x="1342" y="0"/>
                    </a:moveTo>
                    <a:cubicBezTo>
                      <a:pt x="1025" y="0"/>
                      <a:pt x="755" y="101"/>
                      <a:pt x="718" y="395"/>
                    </a:cubicBezTo>
                    <a:cubicBezTo>
                      <a:pt x="739" y="883"/>
                      <a:pt x="1157" y="1199"/>
                      <a:pt x="1472" y="1510"/>
                    </a:cubicBezTo>
                    <a:cubicBezTo>
                      <a:pt x="1572" y="1612"/>
                      <a:pt x="1652" y="1726"/>
                      <a:pt x="1634" y="1847"/>
                    </a:cubicBezTo>
                    <a:cubicBezTo>
                      <a:pt x="1620" y="1910"/>
                      <a:pt x="1593" y="1971"/>
                      <a:pt x="1559" y="2026"/>
                    </a:cubicBezTo>
                    <a:cubicBezTo>
                      <a:pt x="1460" y="2217"/>
                      <a:pt x="1241" y="2300"/>
                      <a:pt x="1004" y="2300"/>
                    </a:cubicBezTo>
                    <a:cubicBezTo>
                      <a:pt x="585" y="2300"/>
                      <a:pt x="108" y="2041"/>
                      <a:pt x="124" y="1662"/>
                    </a:cubicBezTo>
                    <a:cubicBezTo>
                      <a:pt x="128" y="1423"/>
                      <a:pt x="308" y="1311"/>
                      <a:pt x="479" y="1311"/>
                    </a:cubicBezTo>
                    <a:cubicBezTo>
                      <a:pt x="679" y="1311"/>
                      <a:pt x="867" y="1466"/>
                      <a:pt x="740" y="1752"/>
                    </a:cubicBezTo>
                    <a:cubicBezTo>
                      <a:pt x="731" y="1768"/>
                      <a:pt x="738" y="1789"/>
                      <a:pt x="755" y="1796"/>
                    </a:cubicBezTo>
                    <a:cubicBezTo>
                      <a:pt x="758" y="1797"/>
                      <a:pt x="761" y="1797"/>
                      <a:pt x="764" y="1797"/>
                    </a:cubicBezTo>
                    <a:cubicBezTo>
                      <a:pt x="807" y="1797"/>
                      <a:pt x="819" y="1701"/>
                      <a:pt x="835" y="1668"/>
                    </a:cubicBezTo>
                    <a:cubicBezTo>
                      <a:pt x="868" y="1550"/>
                      <a:pt x="841" y="1412"/>
                      <a:pt x="743" y="1329"/>
                    </a:cubicBezTo>
                    <a:cubicBezTo>
                      <a:pt x="660" y="1255"/>
                      <a:pt x="563" y="1222"/>
                      <a:pt x="467" y="1222"/>
                    </a:cubicBezTo>
                    <a:cubicBezTo>
                      <a:pt x="244" y="1222"/>
                      <a:pt x="29" y="1401"/>
                      <a:pt x="23" y="1655"/>
                    </a:cubicBezTo>
                    <a:cubicBezTo>
                      <a:pt x="0" y="2117"/>
                      <a:pt x="528" y="2420"/>
                      <a:pt x="1005" y="2420"/>
                    </a:cubicBezTo>
                    <a:cubicBezTo>
                      <a:pt x="1279" y="2420"/>
                      <a:pt x="1536" y="2321"/>
                      <a:pt x="1663" y="2094"/>
                    </a:cubicBezTo>
                    <a:cubicBezTo>
                      <a:pt x="2045" y="1529"/>
                      <a:pt x="1174" y="1230"/>
                      <a:pt x="965" y="784"/>
                    </a:cubicBezTo>
                    <a:cubicBezTo>
                      <a:pt x="633" y="266"/>
                      <a:pt x="962" y="98"/>
                      <a:pt x="1394" y="98"/>
                    </a:cubicBezTo>
                    <a:cubicBezTo>
                      <a:pt x="1732" y="98"/>
                      <a:pt x="2134" y="201"/>
                      <a:pt x="2331" y="319"/>
                    </a:cubicBezTo>
                    <a:cubicBezTo>
                      <a:pt x="2336" y="322"/>
                      <a:pt x="2341" y="323"/>
                      <a:pt x="2346" y="323"/>
                    </a:cubicBezTo>
                    <a:cubicBezTo>
                      <a:pt x="2372" y="323"/>
                      <a:pt x="2389" y="284"/>
                      <a:pt x="2361" y="267"/>
                    </a:cubicBezTo>
                    <a:cubicBezTo>
                      <a:pt x="2160" y="142"/>
                      <a:pt x="1718" y="0"/>
                      <a:pt x="13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3" name="Google Shape;1183;p61"/>
              <p:cNvSpPr/>
              <p:nvPr/>
            </p:nvSpPr>
            <p:spPr>
              <a:xfrm>
                <a:off x="6097921" y="3235851"/>
                <a:ext cx="82046" cy="37218"/>
              </a:xfrm>
              <a:custGeom>
                <a:rect b="b" l="l" r="r" t="t"/>
                <a:pathLst>
                  <a:path extrusionOk="0" h="890" w="1962">
                    <a:moveTo>
                      <a:pt x="1314" y="0"/>
                    </a:moveTo>
                    <a:cubicBezTo>
                      <a:pt x="1202" y="0"/>
                      <a:pt x="1088" y="54"/>
                      <a:pt x="998" y="185"/>
                    </a:cubicBezTo>
                    <a:cubicBezTo>
                      <a:pt x="981" y="206"/>
                      <a:pt x="1002" y="233"/>
                      <a:pt x="1023" y="233"/>
                    </a:cubicBezTo>
                    <a:cubicBezTo>
                      <a:pt x="1031" y="233"/>
                      <a:pt x="1038" y="230"/>
                      <a:pt x="1045" y="223"/>
                    </a:cubicBezTo>
                    <a:cubicBezTo>
                      <a:pt x="1113" y="140"/>
                      <a:pt x="1210" y="83"/>
                      <a:pt x="1307" y="83"/>
                    </a:cubicBezTo>
                    <a:cubicBezTo>
                      <a:pt x="1332" y="83"/>
                      <a:pt x="1356" y="87"/>
                      <a:pt x="1381" y="95"/>
                    </a:cubicBezTo>
                    <a:cubicBezTo>
                      <a:pt x="1601" y="154"/>
                      <a:pt x="1784" y="499"/>
                      <a:pt x="1620" y="684"/>
                    </a:cubicBezTo>
                    <a:cubicBezTo>
                      <a:pt x="1562" y="744"/>
                      <a:pt x="1501" y="768"/>
                      <a:pt x="1439" y="768"/>
                    </a:cubicBezTo>
                    <a:cubicBezTo>
                      <a:pt x="1275" y="768"/>
                      <a:pt x="1104" y="602"/>
                      <a:pt x="967" y="503"/>
                    </a:cubicBezTo>
                    <a:cubicBezTo>
                      <a:pt x="768" y="335"/>
                      <a:pt x="595" y="248"/>
                      <a:pt x="451" y="248"/>
                    </a:cubicBezTo>
                    <a:cubicBezTo>
                      <a:pt x="239" y="248"/>
                      <a:pt x="88" y="434"/>
                      <a:pt x="6" y="817"/>
                    </a:cubicBezTo>
                    <a:cubicBezTo>
                      <a:pt x="1" y="839"/>
                      <a:pt x="19" y="853"/>
                      <a:pt x="36" y="853"/>
                    </a:cubicBezTo>
                    <a:cubicBezTo>
                      <a:pt x="48" y="853"/>
                      <a:pt x="59" y="846"/>
                      <a:pt x="63" y="832"/>
                    </a:cubicBezTo>
                    <a:cubicBezTo>
                      <a:pt x="175" y="472"/>
                      <a:pt x="302" y="350"/>
                      <a:pt x="441" y="350"/>
                    </a:cubicBezTo>
                    <a:cubicBezTo>
                      <a:pt x="734" y="350"/>
                      <a:pt x="1078" y="889"/>
                      <a:pt x="1433" y="889"/>
                    </a:cubicBezTo>
                    <a:cubicBezTo>
                      <a:pt x="1524" y="889"/>
                      <a:pt x="1616" y="854"/>
                      <a:pt x="1708" y="764"/>
                    </a:cubicBezTo>
                    <a:cubicBezTo>
                      <a:pt x="1962" y="447"/>
                      <a:pt x="1640" y="0"/>
                      <a:pt x="13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4" name="Google Shape;1184;p61"/>
              <p:cNvSpPr/>
              <p:nvPr/>
            </p:nvSpPr>
            <p:spPr>
              <a:xfrm>
                <a:off x="6088177" y="3290716"/>
                <a:ext cx="121313" cy="53108"/>
              </a:xfrm>
              <a:custGeom>
                <a:rect b="b" l="l" r="r" t="t"/>
                <a:pathLst>
                  <a:path extrusionOk="0" h="1270" w="2901">
                    <a:moveTo>
                      <a:pt x="2318" y="0"/>
                    </a:moveTo>
                    <a:cubicBezTo>
                      <a:pt x="1657" y="0"/>
                      <a:pt x="1408" y="1147"/>
                      <a:pt x="750" y="1147"/>
                    </a:cubicBezTo>
                    <a:cubicBezTo>
                      <a:pt x="694" y="1147"/>
                      <a:pt x="634" y="1139"/>
                      <a:pt x="571" y="1120"/>
                    </a:cubicBezTo>
                    <a:cubicBezTo>
                      <a:pt x="1" y="997"/>
                      <a:pt x="548" y="321"/>
                      <a:pt x="811" y="321"/>
                    </a:cubicBezTo>
                    <a:cubicBezTo>
                      <a:pt x="899" y="321"/>
                      <a:pt x="955" y="396"/>
                      <a:pt x="928" y="590"/>
                    </a:cubicBezTo>
                    <a:cubicBezTo>
                      <a:pt x="925" y="612"/>
                      <a:pt x="942" y="624"/>
                      <a:pt x="958" y="624"/>
                    </a:cubicBezTo>
                    <a:cubicBezTo>
                      <a:pt x="972" y="624"/>
                      <a:pt x="985" y="616"/>
                      <a:pt x="987" y="599"/>
                    </a:cubicBezTo>
                    <a:cubicBezTo>
                      <a:pt x="1023" y="337"/>
                      <a:pt x="939" y="237"/>
                      <a:pt x="813" y="237"/>
                    </a:cubicBezTo>
                    <a:cubicBezTo>
                      <a:pt x="526" y="237"/>
                      <a:pt x="25" y="760"/>
                      <a:pt x="266" y="1068"/>
                    </a:cubicBezTo>
                    <a:cubicBezTo>
                      <a:pt x="385" y="1204"/>
                      <a:pt x="562" y="1269"/>
                      <a:pt x="740" y="1269"/>
                    </a:cubicBezTo>
                    <a:cubicBezTo>
                      <a:pt x="882" y="1269"/>
                      <a:pt x="1025" y="1228"/>
                      <a:pt x="1140" y="1149"/>
                    </a:cubicBezTo>
                    <a:cubicBezTo>
                      <a:pt x="1579" y="870"/>
                      <a:pt x="1883" y="92"/>
                      <a:pt x="2330" y="92"/>
                    </a:cubicBezTo>
                    <a:cubicBezTo>
                      <a:pt x="2480" y="92"/>
                      <a:pt x="2645" y="179"/>
                      <a:pt x="2837" y="401"/>
                    </a:cubicBezTo>
                    <a:cubicBezTo>
                      <a:pt x="2843" y="408"/>
                      <a:pt x="2851" y="412"/>
                      <a:pt x="2858" y="412"/>
                    </a:cubicBezTo>
                    <a:cubicBezTo>
                      <a:pt x="2880" y="412"/>
                      <a:pt x="2901" y="384"/>
                      <a:pt x="2882" y="363"/>
                    </a:cubicBezTo>
                    <a:cubicBezTo>
                      <a:pt x="2754" y="211"/>
                      <a:pt x="2611" y="60"/>
                      <a:pt x="2409" y="7"/>
                    </a:cubicBezTo>
                    <a:cubicBezTo>
                      <a:pt x="2378" y="2"/>
                      <a:pt x="2347" y="0"/>
                      <a:pt x="23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5" name="Google Shape;1185;p61"/>
              <p:cNvSpPr/>
              <p:nvPr/>
            </p:nvSpPr>
            <p:spPr>
              <a:xfrm>
                <a:off x="6097544" y="3360760"/>
                <a:ext cx="107429" cy="100947"/>
              </a:xfrm>
              <a:custGeom>
                <a:rect b="b" l="l" r="r" t="t"/>
                <a:pathLst>
                  <a:path extrusionOk="0" h="2414" w="2569">
                    <a:moveTo>
                      <a:pt x="1015" y="0"/>
                    </a:moveTo>
                    <a:cubicBezTo>
                      <a:pt x="665" y="0"/>
                      <a:pt x="260" y="110"/>
                      <a:pt x="29" y="261"/>
                    </a:cubicBezTo>
                    <a:cubicBezTo>
                      <a:pt x="0" y="276"/>
                      <a:pt x="18" y="317"/>
                      <a:pt x="43" y="317"/>
                    </a:cubicBezTo>
                    <a:cubicBezTo>
                      <a:pt x="48" y="317"/>
                      <a:pt x="53" y="315"/>
                      <a:pt x="57" y="312"/>
                    </a:cubicBezTo>
                    <a:cubicBezTo>
                      <a:pt x="284" y="195"/>
                      <a:pt x="646" y="87"/>
                      <a:pt x="971" y="87"/>
                    </a:cubicBezTo>
                    <a:cubicBezTo>
                      <a:pt x="1169" y="87"/>
                      <a:pt x="1354" y="127"/>
                      <a:pt x="1485" y="231"/>
                    </a:cubicBezTo>
                    <a:cubicBezTo>
                      <a:pt x="1697" y="484"/>
                      <a:pt x="1331" y="922"/>
                      <a:pt x="1146" y="1112"/>
                    </a:cubicBezTo>
                    <a:cubicBezTo>
                      <a:pt x="747" y="1483"/>
                      <a:pt x="350" y="1763"/>
                      <a:pt x="879" y="2268"/>
                    </a:cubicBezTo>
                    <a:cubicBezTo>
                      <a:pt x="1010" y="2369"/>
                      <a:pt x="1184" y="2414"/>
                      <a:pt x="1366" y="2414"/>
                    </a:cubicBezTo>
                    <a:cubicBezTo>
                      <a:pt x="1928" y="2414"/>
                      <a:pt x="2569" y="1986"/>
                      <a:pt x="2279" y="1415"/>
                    </a:cubicBezTo>
                    <a:cubicBezTo>
                      <a:pt x="2207" y="1283"/>
                      <a:pt x="2061" y="1219"/>
                      <a:pt x="1917" y="1219"/>
                    </a:cubicBezTo>
                    <a:cubicBezTo>
                      <a:pt x="1728" y="1219"/>
                      <a:pt x="1543" y="1329"/>
                      <a:pt x="1532" y="1542"/>
                    </a:cubicBezTo>
                    <a:cubicBezTo>
                      <a:pt x="1523" y="1623"/>
                      <a:pt x="1556" y="1700"/>
                      <a:pt x="1586" y="1774"/>
                    </a:cubicBezTo>
                    <a:cubicBezTo>
                      <a:pt x="1591" y="1785"/>
                      <a:pt x="1602" y="1791"/>
                      <a:pt x="1613" y="1791"/>
                    </a:cubicBezTo>
                    <a:cubicBezTo>
                      <a:pt x="1617" y="1791"/>
                      <a:pt x="1622" y="1790"/>
                      <a:pt x="1626" y="1788"/>
                    </a:cubicBezTo>
                    <a:cubicBezTo>
                      <a:pt x="1641" y="1780"/>
                      <a:pt x="1647" y="1760"/>
                      <a:pt x="1639" y="1745"/>
                    </a:cubicBezTo>
                    <a:cubicBezTo>
                      <a:pt x="1513" y="1460"/>
                      <a:pt x="1699" y="1304"/>
                      <a:pt x="1898" y="1304"/>
                    </a:cubicBezTo>
                    <a:cubicBezTo>
                      <a:pt x="2067" y="1304"/>
                      <a:pt x="2245" y="1416"/>
                      <a:pt x="2250" y="1654"/>
                    </a:cubicBezTo>
                    <a:cubicBezTo>
                      <a:pt x="2267" y="2033"/>
                      <a:pt x="1792" y="2293"/>
                      <a:pt x="1376" y="2293"/>
                    </a:cubicBezTo>
                    <a:cubicBezTo>
                      <a:pt x="1141" y="2293"/>
                      <a:pt x="925" y="2211"/>
                      <a:pt x="826" y="2019"/>
                    </a:cubicBezTo>
                    <a:cubicBezTo>
                      <a:pt x="792" y="1963"/>
                      <a:pt x="766" y="1903"/>
                      <a:pt x="752" y="1840"/>
                    </a:cubicBezTo>
                    <a:cubicBezTo>
                      <a:pt x="734" y="1720"/>
                      <a:pt x="812" y="1605"/>
                      <a:pt x="911" y="1503"/>
                    </a:cubicBezTo>
                    <a:cubicBezTo>
                      <a:pt x="1118" y="1296"/>
                      <a:pt x="1365" y="1102"/>
                      <a:pt x="1515" y="838"/>
                    </a:cubicBezTo>
                    <a:cubicBezTo>
                      <a:pt x="1885" y="216"/>
                      <a:pt x="1505" y="0"/>
                      <a:pt x="10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6" name="Google Shape;1186;p61"/>
              <p:cNvSpPr/>
              <p:nvPr/>
            </p:nvSpPr>
            <p:spPr>
              <a:xfrm>
                <a:off x="6108919" y="3486505"/>
                <a:ext cx="68246" cy="21578"/>
              </a:xfrm>
              <a:custGeom>
                <a:rect b="b" l="l" r="r" t="t"/>
                <a:pathLst>
                  <a:path extrusionOk="0" h="516" w="1632">
                    <a:moveTo>
                      <a:pt x="1589" y="1"/>
                    </a:moveTo>
                    <a:cubicBezTo>
                      <a:pt x="1583" y="1"/>
                      <a:pt x="1577" y="3"/>
                      <a:pt x="1572" y="7"/>
                    </a:cubicBezTo>
                    <a:cubicBezTo>
                      <a:pt x="1220" y="260"/>
                      <a:pt x="796" y="405"/>
                      <a:pt x="366" y="405"/>
                    </a:cubicBezTo>
                    <a:cubicBezTo>
                      <a:pt x="260" y="405"/>
                      <a:pt x="153" y="396"/>
                      <a:pt x="47" y="378"/>
                    </a:cubicBezTo>
                    <a:cubicBezTo>
                      <a:pt x="45" y="378"/>
                      <a:pt x="43" y="377"/>
                      <a:pt x="41" y="377"/>
                    </a:cubicBezTo>
                    <a:cubicBezTo>
                      <a:pt x="12" y="377"/>
                      <a:pt x="1" y="423"/>
                      <a:pt x="32" y="435"/>
                    </a:cubicBezTo>
                    <a:cubicBezTo>
                      <a:pt x="181" y="489"/>
                      <a:pt x="340" y="515"/>
                      <a:pt x="499" y="515"/>
                    </a:cubicBezTo>
                    <a:cubicBezTo>
                      <a:pt x="910" y="515"/>
                      <a:pt x="1327" y="343"/>
                      <a:pt x="1611" y="51"/>
                    </a:cubicBezTo>
                    <a:cubicBezTo>
                      <a:pt x="1631" y="31"/>
                      <a:pt x="1612" y="1"/>
                      <a:pt x="15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7" name="Google Shape;1187;p61"/>
              <p:cNvSpPr/>
              <p:nvPr/>
            </p:nvSpPr>
            <p:spPr>
              <a:xfrm>
                <a:off x="6028420" y="3218121"/>
                <a:ext cx="32827" cy="7485"/>
              </a:xfrm>
              <a:custGeom>
                <a:rect b="b" l="l" r="r" t="t"/>
                <a:pathLst>
                  <a:path extrusionOk="0" h="179" w="785">
                    <a:moveTo>
                      <a:pt x="476" y="0"/>
                    </a:moveTo>
                    <a:cubicBezTo>
                      <a:pt x="319" y="0"/>
                      <a:pt x="160" y="42"/>
                      <a:pt x="26" y="123"/>
                    </a:cubicBezTo>
                    <a:cubicBezTo>
                      <a:pt x="1" y="138"/>
                      <a:pt x="13" y="179"/>
                      <a:pt x="41" y="179"/>
                    </a:cubicBezTo>
                    <a:cubicBezTo>
                      <a:pt x="43" y="179"/>
                      <a:pt x="44" y="179"/>
                      <a:pt x="46" y="179"/>
                    </a:cubicBezTo>
                    <a:cubicBezTo>
                      <a:pt x="282" y="142"/>
                      <a:pt x="505" y="115"/>
                      <a:pt x="746" y="105"/>
                    </a:cubicBezTo>
                    <a:cubicBezTo>
                      <a:pt x="777" y="104"/>
                      <a:pt x="785" y="56"/>
                      <a:pt x="754" y="47"/>
                    </a:cubicBezTo>
                    <a:cubicBezTo>
                      <a:pt x="666" y="16"/>
                      <a:pt x="571" y="0"/>
                      <a:pt x="47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8" name="Google Shape;1188;p61"/>
              <p:cNvSpPr/>
              <p:nvPr/>
            </p:nvSpPr>
            <p:spPr>
              <a:xfrm>
                <a:off x="6044018" y="3427794"/>
                <a:ext cx="32618" cy="59381"/>
              </a:xfrm>
              <a:custGeom>
                <a:rect b="b" l="l" r="r" t="t"/>
                <a:pathLst>
                  <a:path extrusionOk="0" h="1420" w="780">
                    <a:moveTo>
                      <a:pt x="399" y="0"/>
                    </a:moveTo>
                    <a:cubicBezTo>
                      <a:pt x="379" y="0"/>
                      <a:pt x="359" y="22"/>
                      <a:pt x="371" y="44"/>
                    </a:cubicBezTo>
                    <a:cubicBezTo>
                      <a:pt x="612" y="500"/>
                      <a:pt x="492" y="1109"/>
                      <a:pt x="28" y="1364"/>
                    </a:cubicBezTo>
                    <a:cubicBezTo>
                      <a:pt x="0" y="1379"/>
                      <a:pt x="15" y="1420"/>
                      <a:pt x="41" y="1420"/>
                    </a:cubicBezTo>
                    <a:cubicBezTo>
                      <a:pt x="44" y="1420"/>
                      <a:pt x="48" y="1419"/>
                      <a:pt x="51" y="1418"/>
                    </a:cubicBezTo>
                    <a:cubicBezTo>
                      <a:pt x="618" y="1237"/>
                      <a:pt x="779" y="452"/>
                      <a:pt x="421" y="12"/>
                    </a:cubicBezTo>
                    <a:cubicBezTo>
                      <a:pt x="415" y="4"/>
                      <a:pt x="407" y="0"/>
                      <a:pt x="3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9" name="Google Shape;1189;p61"/>
              <p:cNvSpPr/>
              <p:nvPr/>
            </p:nvSpPr>
            <p:spPr>
              <a:xfrm>
                <a:off x="6099426" y="3424323"/>
                <a:ext cx="26847" cy="57583"/>
              </a:xfrm>
              <a:custGeom>
                <a:rect b="b" l="l" r="r" t="t"/>
                <a:pathLst>
                  <a:path extrusionOk="0" h="1377" w="642">
                    <a:moveTo>
                      <a:pt x="223" y="1"/>
                    </a:moveTo>
                    <a:cubicBezTo>
                      <a:pt x="212" y="1"/>
                      <a:pt x="202" y="6"/>
                      <a:pt x="197" y="18"/>
                    </a:cubicBezTo>
                    <a:cubicBezTo>
                      <a:pt x="0" y="475"/>
                      <a:pt x="86" y="1157"/>
                      <a:pt x="588" y="1374"/>
                    </a:cubicBezTo>
                    <a:cubicBezTo>
                      <a:pt x="592" y="1376"/>
                      <a:pt x="596" y="1377"/>
                      <a:pt x="599" y="1377"/>
                    </a:cubicBezTo>
                    <a:cubicBezTo>
                      <a:pt x="625" y="1377"/>
                      <a:pt x="642" y="1339"/>
                      <a:pt x="616" y="1322"/>
                    </a:cubicBezTo>
                    <a:cubicBezTo>
                      <a:pt x="207" y="1042"/>
                      <a:pt x="167" y="485"/>
                      <a:pt x="253" y="36"/>
                    </a:cubicBezTo>
                    <a:cubicBezTo>
                      <a:pt x="257" y="15"/>
                      <a:pt x="240" y="1"/>
                      <a:pt x="2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90" name="Google Shape;1190;p61"/>
            <p:cNvGrpSpPr/>
            <p:nvPr/>
          </p:nvGrpSpPr>
          <p:grpSpPr>
            <a:xfrm rot="1034553">
              <a:off x="662183" y="305614"/>
              <a:ext cx="185944" cy="206455"/>
              <a:chOff x="5071176" y="2522737"/>
              <a:chExt cx="356745" cy="396095"/>
            </a:xfrm>
          </p:grpSpPr>
          <p:sp>
            <p:nvSpPr>
              <p:cNvPr id="1191" name="Google Shape;1191;p61"/>
              <p:cNvSpPr/>
              <p:nvPr/>
            </p:nvSpPr>
            <p:spPr>
              <a:xfrm>
                <a:off x="5071176" y="2522737"/>
                <a:ext cx="356745" cy="396095"/>
              </a:xfrm>
              <a:custGeom>
                <a:rect b="b" l="l" r="r" t="t"/>
                <a:pathLst>
                  <a:path extrusionOk="0" h="9472" w="8531">
                    <a:moveTo>
                      <a:pt x="2207" y="1"/>
                    </a:moveTo>
                    <a:cubicBezTo>
                      <a:pt x="2091" y="1"/>
                      <a:pt x="1965" y="19"/>
                      <a:pt x="1829" y="60"/>
                    </a:cubicBezTo>
                    <a:cubicBezTo>
                      <a:pt x="0" y="603"/>
                      <a:pt x="3040" y="9450"/>
                      <a:pt x="3217" y="9471"/>
                    </a:cubicBezTo>
                    <a:cubicBezTo>
                      <a:pt x="3217" y="9471"/>
                      <a:pt x="3218" y="9472"/>
                      <a:pt x="3219" y="9472"/>
                    </a:cubicBezTo>
                    <a:cubicBezTo>
                      <a:pt x="3530" y="9472"/>
                      <a:pt x="8531" y="1499"/>
                      <a:pt x="6410" y="400"/>
                    </a:cubicBezTo>
                    <a:cubicBezTo>
                      <a:pt x="6260" y="323"/>
                      <a:pt x="6116" y="288"/>
                      <a:pt x="5977" y="288"/>
                    </a:cubicBezTo>
                    <a:cubicBezTo>
                      <a:pt x="4764" y="288"/>
                      <a:pt x="3964" y="2934"/>
                      <a:pt x="3789" y="2934"/>
                    </a:cubicBezTo>
                    <a:cubicBezTo>
                      <a:pt x="3788" y="2934"/>
                      <a:pt x="3786" y="2934"/>
                      <a:pt x="3785" y="2933"/>
                    </a:cubicBezTo>
                    <a:cubicBezTo>
                      <a:pt x="3614" y="2888"/>
                      <a:pt x="3650" y="1"/>
                      <a:pt x="22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2" name="Google Shape;1192;p61"/>
              <p:cNvSpPr/>
              <p:nvPr/>
            </p:nvSpPr>
            <p:spPr>
              <a:xfrm>
                <a:off x="5212811" y="2708867"/>
                <a:ext cx="100989" cy="185628"/>
              </a:xfrm>
              <a:custGeom>
                <a:rect b="b" l="l" r="r" t="t"/>
                <a:pathLst>
                  <a:path extrusionOk="0" h="4439" w="2415">
                    <a:moveTo>
                      <a:pt x="2381" y="0"/>
                    </a:moveTo>
                    <a:cubicBezTo>
                      <a:pt x="2370" y="0"/>
                      <a:pt x="2360" y="7"/>
                      <a:pt x="2354" y="17"/>
                    </a:cubicBezTo>
                    <a:cubicBezTo>
                      <a:pt x="2177" y="391"/>
                      <a:pt x="1987" y="758"/>
                      <a:pt x="1792" y="1122"/>
                    </a:cubicBezTo>
                    <a:cubicBezTo>
                      <a:pt x="1205" y="2217"/>
                      <a:pt x="546" y="3274"/>
                      <a:pt x="12" y="4397"/>
                    </a:cubicBezTo>
                    <a:cubicBezTo>
                      <a:pt x="0" y="4420"/>
                      <a:pt x="21" y="4439"/>
                      <a:pt x="40" y="4439"/>
                    </a:cubicBezTo>
                    <a:cubicBezTo>
                      <a:pt x="50" y="4439"/>
                      <a:pt x="59" y="4435"/>
                      <a:pt x="65" y="4424"/>
                    </a:cubicBezTo>
                    <a:cubicBezTo>
                      <a:pt x="264" y="4062"/>
                      <a:pt x="471" y="3704"/>
                      <a:pt x="677" y="3345"/>
                    </a:cubicBezTo>
                    <a:cubicBezTo>
                      <a:pt x="1042" y="2712"/>
                      <a:pt x="1565" y="1817"/>
                      <a:pt x="1889" y="1173"/>
                    </a:cubicBezTo>
                    <a:cubicBezTo>
                      <a:pt x="2078" y="803"/>
                      <a:pt x="2253" y="426"/>
                      <a:pt x="2409" y="41"/>
                    </a:cubicBezTo>
                    <a:cubicBezTo>
                      <a:pt x="2414" y="26"/>
                      <a:pt x="2408" y="9"/>
                      <a:pt x="2394" y="3"/>
                    </a:cubicBezTo>
                    <a:cubicBezTo>
                      <a:pt x="2390" y="1"/>
                      <a:pt x="2386" y="0"/>
                      <a:pt x="23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93" name="Google Shape;1193;p61"/>
          <p:cNvSpPr/>
          <p:nvPr/>
        </p:nvSpPr>
        <p:spPr>
          <a:xfrm>
            <a:off x="2488650" y="98500"/>
            <a:ext cx="4166700" cy="873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1194" name="Google Shape;1194;p61"/>
          <p:cNvSpPr txBox="1"/>
          <p:nvPr/>
        </p:nvSpPr>
        <p:spPr>
          <a:xfrm>
            <a:off x="2284650" y="211750"/>
            <a:ext cx="45747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Classification Output</a:t>
            </a:r>
            <a:endParaRPr sz="3100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1195" name="Google Shape;1195;p61"/>
          <p:cNvSpPr txBox="1"/>
          <p:nvPr/>
        </p:nvSpPr>
        <p:spPr>
          <a:xfrm>
            <a:off x="676800" y="3137525"/>
            <a:ext cx="7790400" cy="16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434343"/>
                </a:solidFill>
                <a:latin typeface="Raleway Black"/>
                <a:ea typeface="Raleway Black"/>
                <a:cs typeface="Raleway Black"/>
                <a:sym typeface="Raleway Black"/>
              </a:rPr>
              <a:t>Index page</a:t>
            </a:r>
            <a:endParaRPr sz="4000">
              <a:solidFill>
                <a:srgbClr val="434343"/>
              </a:solidFill>
              <a:latin typeface="Raleway Black"/>
              <a:ea typeface="Raleway Black"/>
              <a:cs typeface="Raleway Black"/>
              <a:sym typeface="Raleway Black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434343"/>
                </a:solidFill>
                <a:latin typeface="Raleway Black"/>
                <a:ea typeface="Raleway Black"/>
                <a:cs typeface="Raleway Black"/>
                <a:sym typeface="Raleway Black"/>
              </a:rPr>
              <a:t> </a:t>
            </a:r>
            <a:r>
              <a:rPr lang="en" sz="3000">
                <a:solidFill>
                  <a:srgbClr val="666666"/>
                </a:solidFill>
                <a:latin typeface="Raleway Black"/>
                <a:ea typeface="Raleway Black"/>
                <a:cs typeface="Raleway Black"/>
                <a:sym typeface="Raleway Black"/>
              </a:rPr>
              <a:t>where the test image can be provided</a:t>
            </a:r>
            <a:endParaRPr sz="3000">
              <a:solidFill>
                <a:srgbClr val="666666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pic>
        <p:nvPicPr>
          <p:cNvPr id="1196" name="Google Shape;1196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025" y="1133688"/>
            <a:ext cx="7983900" cy="2876100"/>
          </a:xfrm>
          <a:prstGeom prst="roundRect">
            <a:avLst>
              <a:gd fmla="val 286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62"/>
          <p:cNvSpPr txBox="1"/>
          <p:nvPr/>
        </p:nvSpPr>
        <p:spPr>
          <a:xfrm>
            <a:off x="441125" y="3709200"/>
            <a:ext cx="83922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434343"/>
                </a:solidFill>
                <a:latin typeface="Raleway Black"/>
                <a:ea typeface="Raleway Black"/>
                <a:cs typeface="Raleway Black"/>
                <a:sym typeface="Raleway Black"/>
              </a:rPr>
              <a:t>This is how the pred page is displayed</a:t>
            </a:r>
            <a:endParaRPr sz="3200">
              <a:solidFill>
                <a:srgbClr val="434343"/>
              </a:solidFill>
              <a:latin typeface="Raleway Black"/>
              <a:ea typeface="Raleway Black"/>
              <a:cs typeface="Raleway Black"/>
              <a:sym typeface="Raleway Black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434343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202" name="Google Shape;1202;p62"/>
          <p:cNvSpPr txBox="1"/>
          <p:nvPr/>
        </p:nvSpPr>
        <p:spPr>
          <a:xfrm>
            <a:off x="1516500" y="4265700"/>
            <a:ext cx="61110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666666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( in this case it’s Glioma, there are more types to classify )</a:t>
            </a:r>
            <a:endParaRPr sz="1700">
              <a:solidFill>
                <a:srgbClr val="666666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grpSp>
        <p:nvGrpSpPr>
          <p:cNvPr id="1203" name="Google Shape;1203;p62"/>
          <p:cNvGrpSpPr/>
          <p:nvPr/>
        </p:nvGrpSpPr>
        <p:grpSpPr>
          <a:xfrm>
            <a:off x="145833" y="4265697"/>
            <a:ext cx="897954" cy="877803"/>
            <a:chOff x="4392937" y="4136471"/>
            <a:chExt cx="478883" cy="464815"/>
          </a:xfrm>
        </p:grpSpPr>
        <p:sp>
          <p:nvSpPr>
            <p:cNvPr id="1204" name="Google Shape;1204;p62"/>
            <p:cNvSpPr/>
            <p:nvPr/>
          </p:nvSpPr>
          <p:spPr>
            <a:xfrm>
              <a:off x="4481193" y="4478385"/>
              <a:ext cx="302371" cy="122901"/>
            </a:xfrm>
            <a:custGeom>
              <a:rect b="b" l="l" r="r" t="t"/>
              <a:pathLst>
                <a:path extrusionOk="0" h="3739" w="9199">
                  <a:moveTo>
                    <a:pt x="2543" y="1"/>
                  </a:moveTo>
                  <a:lnTo>
                    <a:pt x="1741" y="197"/>
                  </a:lnTo>
                  <a:cubicBezTo>
                    <a:pt x="715" y="456"/>
                    <a:pt x="1" y="1375"/>
                    <a:pt x="1" y="2427"/>
                  </a:cubicBezTo>
                  <a:lnTo>
                    <a:pt x="1" y="3453"/>
                  </a:lnTo>
                  <a:cubicBezTo>
                    <a:pt x="1" y="3614"/>
                    <a:pt x="126" y="3739"/>
                    <a:pt x="286" y="3739"/>
                  </a:cubicBezTo>
                  <a:lnTo>
                    <a:pt x="8913" y="3739"/>
                  </a:lnTo>
                  <a:cubicBezTo>
                    <a:pt x="9074" y="3739"/>
                    <a:pt x="9199" y="3614"/>
                    <a:pt x="9199" y="3453"/>
                  </a:cubicBezTo>
                  <a:lnTo>
                    <a:pt x="9199" y="2427"/>
                  </a:lnTo>
                  <a:cubicBezTo>
                    <a:pt x="9199" y="1375"/>
                    <a:pt x="8476" y="456"/>
                    <a:pt x="7459" y="197"/>
                  </a:cubicBezTo>
                  <a:lnTo>
                    <a:pt x="6656" y="1"/>
                  </a:lnTo>
                  <a:cubicBezTo>
                    <a:pt x="6540" y="1036"/>
                    <a:pt x="5666" y="1839"/>
                    <a:pt x="4595" y="1839"/>
                  </a:cubicBezTo>
                  <a:cubicBezTo>
                    <a:pt x="3534" y="1839"/>
                    <a:pt x="2659" y="1036"/>
                    <a:pt x="254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62"/>
            <p:cNvSpPr/>
            <p:nvPr/>
          </p:nvSpPr>
          <p:spPr>
            <a:xfrm>
              <a:off x="4564781" y="4470759"/>
              <a:ext cx="135227" cy="68074"/>
            </a:xfrm>
            <a:custGeom>
              <a:rect b="b" l="l" r="r" t="t"/>
              <a:pathLst>
                <a:path extrusionOk="0" h="2071" w="4114">
                  <a:moveTo>
                    <a:pt x="910" y="1"/>
                  </a:moveTo>
                  <a:lnTo>
                    <a:pt x="0" y="233"/>
                  </a:lnTo>
                  <a:cubicBezTo>
                    <a:pt x="116" y="1268"/>
                    <a:pt x="991" y="2071"/>
                    <a:pt x="2052" y="2071"/>
                  </a:cubicBezTo>
                  <a:cubicBezTo>
                    <a:pt x="3123" y="2071"/>
                    <a:pt x="3997" y="1268"/>
                    <a:pt x="4113" y="233"/>
                  </a:cubicBezTo>
                  <a:lnTo>
                    <a:pt x="3203" y="1"/>
                  </a:lnTo>
                  <a:close/>
                </a:path>
              </a:pathLst>
            </a:custGeom>
            <a:solidFill>
              <a:srgbClr val="E6F7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62"/>
            <p:cNvSpPr/>
            <p:nvPr/>
          </p:nvSpPr>
          <p:spPr>
            <a:xfrm>
              <a:off x="4635452" y="4484565"/>
              <a:ext cx="148112" cy="116721"/>
            </a:xfrm>
            <a:custGeom>
              <a:rect b="b" l="l" r="r" t="t"/>
              <a:pathLst>
                <a:path extrusionOk="0" h="3551" w="4506">
                  <a:moveTo>
                    <a:pt x="2721" y="0"/>
                  </a:moveTo>
                  <a:cubicBezTo>
                    <a:pt x="2427" y="937"/>
                    <a:pt x="1865" y="1874"/>
                    <a:pt x="1053" y="2685"/>
                  </a:cubicBezTo>
                  <a:cubicBezTo>
                    <a:pt x="723" y="3015"/>
                    <a:pt x="366" y="3301"/>
                    <a:pt x="0" y="3551"/>
                  </a:cubicBezTo>
                  <a:lnTo>
                    <a:pt x="4220" y="3551"/>
                  </a:lnTo>
                  <a:cubicBezTo>
                    <a:pt x="4381" y="3551"/>
                    <a:pt x="4506" y="3426"/>
                    <a:pt x="4506" y="3265"/>
                  </a:cubicBezTo>
                  <a:lnTo>
                    <a:pt x="4506" y="2239"/>
                  </a:lnTo>
                  <a:cubicBezTo>
                    <a:pt x="4506" y="1187"/>
                    <a:pt x="3783" y="268"/>
                    <a:pt x="2766" y="9"/>
                  </a:cubicBezTo>
                  <a:lnTo>
                    <a:pt x="2721" y="0"/>
                  </a:lnTo>
                  <a:close/>
                </a:path>
              </a:pathLst>
            </a:custGeom>
            <a:solidFill>
              <a:srgbClr val="282435">
                <a:alpha val="139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62"/>
            <p:cNvSpPr/>
            <p:nvPr/>
          </p:nvSpPr>
          <p:spPr>
            <a:xfrm>
              <a:off x="4594693" y="4427371"/>
              <a:ext cx="75404" cy="81255"/>
            </a:xfrm>
            <a:custGeom>
              <a:rect b="b" l="l" r="r" t="t"/>
              <a:pathLst>
                <a:path extrusionOk="0" h="2472" w="2294">
                  <a:moveTo>
                    <a:pt x="0" y="1"/>
                  </a:moveTo>
                  <a:lnTo>
                    <a:pt x="0" y="1321"/>
                  </a:lnTo>
                  <a:cubicBezTo>
                    <a:pt x="0" y="1963"/>
                    <a:pt x="509" y="2472"/>
                    <a:pt x="1142" y="2472"/>
                  </a:cubicBezTo>
                  <a:cubicBezTo>
                    <a:pt x="1785" y="2472"/>
                    <a:pt x="2293" y="1963"/>
                    <a:pt x="2293" y="1321"/>
                  </a:cubicBezTo>
                  <a:lnTo>
                    <a:pt x="2293" y="1"/>
                  </a:lnTo>
                  <a:close/>
                </a:path>
              </a:pathLst>
            </a:custGeom>
            <a:solidFill>
              <a:srgbClr val="FFBD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62"/>
            <p:cNvSpPr/>
            <p:nvPr/>
          </p:nvSpPr>
          <p:spPr>
            <a:xfrm>
              <a:off x="4594397" y="4427371"/>
              <a:ext cx="75700" cy="34941"/>
            </a:xfrm>
            <a:custGeom>
              <a:rect b="b" l="l" r="r" t="t"/>
              <a:pathLst>
                <a:path extrusionOk="0" h="1063" w="2303">
                  <a:moveTo>
                    <a:pt x="0" y="1"/>
                  </a:moveTo>
                  <a:lnTo>
                    <a:pt x="0" y="884"/>
                  </a:lnTo>
                  <a:cubicBezTo>
                    <a:pt x="366" y="1000"/>
                    <a:pt x="750" y="1062"/>
                    <a:pt x="1151" y="1062"/>
                  </a:cubicBezTo>
                  <a:cubicBezTo>
                    <a:pt x="1553" y="1062"/>
                    <a:pt x="1945" y="1000"/>
                    <a:pt x="2302" y="884"/>
                  </a:cubicBezTo>
                  <a:lnTo>
                    <a:pt x="2302" y="1"/>
                  </a:lnTo>
                  <a:close/>
                </a:path>
              </a:pathLst>
            </a:custGeom>
            <a:solidFill>
              <a:srgbClr val="F6A96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62"/>
            <p:cNvSpPr/>
            <p:nvPr/>
          </p:nvSpPr>
          <p:spPr>
            <a:xfrm>
              <a:off x="4537795" y="4248788"/>
              <a:ext cx="189167" cy="187129"/>
            </a:xfrm>
            <a:custGeom>
              <a:rect b="b" l="l" r="r" t="t"/>
              <a:pathLst>
                <a:path extrusionOk="0" h="5693" w="5755">
                  <a:moveTo>
                    <a:pt x="1" y="1"/>
                  </a:moveTo>
                  <a:lnTo>
                    <a:pt x="1" y="2820"/>
                  </a:lnTo>
                  <a:cubicBezTo>
                    <a:pt x="1" y="4408"/>
                    <a:pt x="1285" y="5692"/>
                    <a:pt x="2873" y="5692"/>
                  </a:cubicBezTo>
                  <a:cubicBezTo>
                    <a:pt x="4461" y="5692"/>
                    <a:pt x="5755" y="4408"/>
                    <a:pt x="5755" y="2820"/>
                  </a:cubicBezTo>
                  <a:lnTo>
                    <a:pt x="5755" y="1"/>
                  </a:lnTo>
                  <a:close/>
                </a:path>
              </a:pathLst>
            </a:custGeom>
            <a:solidFill>
              <a:srgbClr val="FED2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62"/>
            <p:cNvSpPr/>
            <p:nvPr/>
          </p:nvSpPr>
          <p:spPr>
            <a:xfrm>
              <a:off x="4613462" y="4248788"/>
              <a:ext cx="113500" cy="187129"/>
            </a:xfrm>
            <a:custGeom>
              <a:rect b="b" l="l" r="r" t="t"/>
              <a:pathLst>
                <a:path extrusionOk="0" h="5693" w="3453">
                  <a:moveTo>
                    <a:pt x="2302" y="1"/>
                  </a:moveTo>
                  <a:lnTo>
                    <a:pt x="2302" y="2820"/>
                  </a:lnTo>
                  <a:cubicBezTo>
                    <a:pt x="2302" y="4211"/>
                    <a:pt x="1312" y="5371"/>
                    <a:pt x="0" y="5639"/>
                  </a:cubicBezTo>
                  <a:cubicBezTo>
                    <a:pt x="188" y="5674"/>
                    <a:pt x="375" y="5692"/>
                    <a:pt x="571" y="5692"/>
                  </a:cubicBezTo>
                  <a:cubicBezTo>
                    <a:pt x="2159" y="5692"/>
                    <a:pt x="3453" y="4408"/>
                    <a:pt x="3453" y="2820"/>
                  </a:cubicBezTo>
                  <a:lnTo>
                    <a:pt x="3453" y="1"/>
                  </a:lnTo>
                  <a:close/>
                </a:path>
              </a:pathLst>
            </a:custGeom>
            <a:solidFill>
              <a:srgbClr val="FFBD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62"/>
            <p:cNvSpPr/>
            <p:nvPr/>
          </p:nvSpPr>
          <p:spPr>
            <a:xfrm>
              <a:off x="4519026" y="4136471"/>
              <a:ext cx="226704" cy="157809"/>
            </a:xfrm>
            <a:custGeom>
              <a:rect b="b" l="l" r="r" t="t"/>
              <a:pathLst>
                <a:path extrusionOk="0" h="4801" w="6897">
                  <a:moveTo>
                    <a:pt x="3444" y="1"/>
                  </a:moveTo>
                  <a:cubicBezTo>
                    <a:pt x="1544" y="1"/>
                    <a:pt x="1" y="1544"/>
                    <a:pt x="1" y="3444"/>
                  </a:cubicBezTo>
                  <a:lnTo>
                    <a:pt x="1" y="4800"/>
                  </a:lnTo>
                  <a:lnTo>
                    <a:pt x="6897" y="4800"/>
                  </a:lnTo>
                  <a:lnTo>
                    <a:pt x="6897" y="3444"/>
                  </a:lnTo>
                  <a:cubicBezTo>
                    <a:pt x="6897" y="1544"/>
                    <a:pt x="5353" y="1"/>
                    <a:pt x="3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62"/>
            <p:cNvSpPr/>
            <p:nvPr/>
          </p:nvSpPr>
          <p:spPr>
            <a:xfrm>
              <a:off x="4618162" y="4136471"/>
              <a:ext cx="127568" cy="157809"/>
            </a:xfrm>
            <a:custGeom>
              <a:rect b="b" l="l" r="r" t="t"/>
              <a:pathLst>
                <a:path extrusionOk="0" h="4801" w="3881">
                  <a:moveTo>
                    <a:pt x="428" y="1"/>
                  </a:moveTo>
                  <a:cubicBezTo>
                    <a:pt x="286" y="1"/>
                    <a:pt x="143" y="10"/>
                    <a:pt x="0" y="28"/>
                  </a:cubicBezTo>
                  <a:cubicBezTo>
                    <a:pt x="1704" y="233"/>
                    <a:pt x="3015" y="1687"/>
                    <a:pt x="3015" y="3444"/>
                  </a:cubicBezTo>
                  <a:lnTo>
                    <a:pt x="3015" y="4800"/>
                  </a:lnTo>
                  <a:lnTo>
                    <a:pt x="3881" y="4800"/>
                  </a:lnTo>
                  <a:lnTo>
                    <a:pt x="3881" y="3444"/>
                  </a:lnTo>
                  <a:cubicBezTo>
                    <a:pt x="3881" y="1544"/>
                    <a:pt x="2337" y="1"/>
                    <a:pt x="428" y="1"/>
                  </a:cubicBezTo>
                  <a:close/>
                </a:path>
              </a:pathLst>
            </a:custGeom>
            <a:solidFill>
              <a:srgbClr val="282435">
                <a:alpha val="139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62"/>
            <p:cNvSpPr/>
            <p:nvPr/>
          </p:nvSpPr>
          <p:spPr>
            <a:xfrm>
              <a:off x="4710231" y="4564011"/>
              <a:ext cx="14101" cy="37275"/>
            </a:xfrm>
            <a:custGeom>
              <a:rect b="b" l="l" r="r" t="t"/>
              <a:pathLst>
                <a:path extrusionOk="0" h="1134" w="429">
                  <a:moveTo>
                    <a:pt x="214" y="1"/>
                  </a:moveTo>
                  <a:cubicBezTo>
                    <a:pt x="98" y="1"/>
                    <a:pt x="0" y="99"/>
                    <a:pt x="0" y="215"/>
                  </a:cubicBezTo>
                  <a:lnTo>
                    <a:pt x="0" y="1134"/>
                  </a:lnTo>
                  <a:lnTo>
                    <a:pt x="428" y="1134"/>
                  </a:lnTo>
                  <a:lnTo>
                    <a:pt x="428" y="215"/>
                  </a:lnTo>
                  <a:cubicBezTo>
                    <a:pt x="428" y="99"/>
                    <a:pt x="339" y="1"/>
                    <a:pt x="214" y="1"/>
                  </a:cubicBezTo>
                  <a:close/>
                </a:path>
              </a:pathLst>
            </a:custGeom>
            <a:solidFill>
              <a:srgbClr val="282435">
                <a:alpha val="502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62"/>
            <p:cNvSpPr/>
            <p:nvPr/>
          </p:nvSpPr>
          <p:spPr>
            <a:xfrm>
              <a:off x="4540162" y="4564011"/>
              <a:ext cx="14101" cy="37275"/>
            </a:xfrm>
            <a:custGeom>
              <a:rect b="b" l="l" r="r" t="t"/>
              <a:pathLst>
                <a:path extrusionOk="0" h="1134" w="429">
                  <a:moveTo>
                    <a:pt x="214" y="1"/>
                  </a:moveTo>
                  <a:cubicBezTo>
                    <a:pt x="98" y="1"/>
                    <a:pt x="0" y="99"/>
                    <a:pt x="0" y="215"/>
                  </a:cubicBezTo>
                  <a:lnTo>
                    <a:pt x="0" y="1134"/>
                  </a:lnTo>
                  <a:lnTo>
                    <a:pt x="428" y="1134"/>
                  </a:lnTo>
                  <a:lnTo>
                    <a:pt x="428" y="215"/>
                  </a:lnTo>
                  <a:cubicBezTo>
                    <a:pt x="428" y="99"/>
                    <a:pt x="339" y="1"/>
                    <a:pt x="214" y="1"/>
                  </a:cubicBezTo>
                  <a:close/>
                </a:path>
              </a:pathLst>
            </a:custGeom>
            <a:solidFill>
              <a:srgbClr val="282435">
                <a:alpha val="502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62"/>
            <p:cNvSpPr/>
            <p:nvPr/>
          </p:nvSpPr>
          <p:spPr>
            <a:xfrm>
              <a:off x="4603502" y="4379348"/>
              <a:ext cx="57785" cy="22845"/>
            </a:xfrm>
            <a:custGeom>
              <a:rect b="b" l="l" r="r" t="t"/>
              <a:pathLst>
                <a:path extrusionOk="0" h="695" w="1758">
                  <a:moveTo>
                    <a:pt x="875" y="1"/>
                  </a:moveTo>
                  <a:cubicBezTo>
                    <a:pt x="587" y="1"/>
                    <a:pt x="299" y="110"/>
                    <a:pt x="80" y="329"/>
                  </a:cubicBezTo>
                  <a:cubicBezTo>
                    <a:pt x="0" y="409"/>
                    <a:pt x="0" y="543"/>
                    <a:pt x="80" y="623"/>
                  </a:cubicBezTo>
                  <a:cubicBezTo>
                    <a:pt x="125" y="668"/>
                    <a:pt x="181" y="690"/>
                    <a:pt x="235" y="690"/>
                  </a:cubicBezTo>
                  <a:cubicBezTo>
                    <a:pt x="290" y="690"/>
                    <a:pt x="343" y="668"/>
                    <a:pt x="384" y="623"/>
                  </a:cubicBezTo>
                  <a:cubicBezTo>
                    <a:pt x="522" y="489"/>
                    <a:pt x="700" y="422"/>
                    <a:pt x="879" y="422"/>
                  </a:cubicBezTo>
                  <a:cubicBezTo>
                    <a:pt x="1057" y="422"/>
                    <a:pt x="1236" y="489"/>
                    <a:pt x="1374" y="623"/>
                  </a:cubicBezTo>
                  <a:cubicBezTo>
                    <a:pt x="1410" y="668"/>
                    <a:pt x="1463" y="694"/>
                    <a:pt x="1526" y="694"/>
                  </a:cubicBezTo>
                  <a:cubicBezTo>
                    <a:pt x="1579" y="694"/>
                    <a:pt x="1633" y="668"/>
                    <a:pt x="1677" y="623"/>
                  </a:cubicBezTo>
                  <a:cubicBezTo>
                    <a:pt x="1757" y="543"/>
                    <a:pt x="1757" y="409"/>
                    <a:pt x="1677" y="329"/>
                  </a:cubicBezTo>
                  <a:cubicBezTo>
                    <a:pt x="1454" y="110"/>
                    <a:pt x="1164" y="1"/>
                    <a:pt x="875" y="1"/>
                  </a:cubicBezTo>
                  <a:close/>
                </a:path>
              </a:pathLst>
            </a:custGeom>
            <a:solidFill>
              <a:srgbClr val="B36D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62"/>
            <p:cNvSpPr/>
            <p:nvPr/>
          </p:nvSpPr>
          <p:spPr>
            <a:xfrm>
              <a:off x="4521393" y="4200699"/>
              <a:ext cx="224338" cy="93581"/>
            </a:xfrm>
            <a:custGeom>
              <a:rect b="b" l="l" r="r" t="t"/>
              <a:pathLst>
                <a:path extrusionOk="0" h="2847" w="6825">
                  <a:moveTo>
                    <a:pt x="6486" y="1"/>
                  </a:moveTo>
                  <a:lnTo>
                    <a:pt x="63" y="2802"/>
                  </a:lnTo>
                  <a:cubicBezTo>
                    <a:pt x="36" y="2811"/>
                    <a:pt x="18" y="2829"/>
                    <a:pt x="0" y="2846"/>
                  </a:cubicBezTo>
                  <a:lnTo>
                    <a:pt x="1035" y="2846"/>
                  </a:lnTo>
                  <a:lnTo>
                    <a:pt x="3792" y="1642"/>
                  </a:lnTo>
                  <a:lnTo>
                    <a:pt x="5834" y="2846"/>
                  </a:lnTo>
                  <a:lnTo>
                    <a:pt x="6673" y="2846"/>
                  </a:lnTo>
                  <a:lnTo>
                    <a:pt x="4273" y="1428"/>
                  </a:lnTo>
                  <a:lnTo>
                    <a:pt x="5237" y="1009"/>
                  </a:lnTo>
                  <a:lnTo>
                    <a:pt x="6825" y="1972"/>
                  </a:lnTo>
                  <a:lnTo>
                    <a:pt x="6825" y="1490"/>
                  </a:lnTo>
                  <a:cubicBezTo>
                    <a:pt x="6825" y="1490"/>
                    <a:pt x="6825" y="1482"/>
                    <a:pt x="6825" y="1473"/>
                  </a:cubicBezTo>
                  <a:lnTo>
                    <a:pt x="5719" y="804"/>
                  </a:lnTo>
                  <a:lnTo>
                    <a:pt x="6646" y="393"/>
                  </a:lnTo>
                  <a:cubicBezTo>
                    <a:pt x="6602" y="259"/>
                    <a:pt x="6548" y="126"/>
                    <a:pt x="64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62"/>
            <p:cNvSpPr/>
            <p:nvPr/>
          </p:nvSpPr>
          <p:spPr>
            <a:xfrm>
              <a:off x="4519026" y="4137655"/>
              <a:ext cx="194459" cy="113237"/>
            </a:xfrm>
            <a:custGeom>
              <a:rect b="b" l="l" r="r" t="t"/>
              <a:pathLst>
                <a:path extrusionOk="0" h="3445" w="5916">
                  <a:moveTo>
                    <a:pt x="2927" y="1"/>
                  </a:moveTo>
                  <a:cubicBezTo>
                    <a:pt x="2713" y="36"/>
                    <a:pt x="2499" y="90"/>
                    <a:pt x="2302" y="161"/>
                  </a:cubicBezTo>
                  <a:lnTo>
                    <a:pt x="4336" y="1196"/>
                  </a:lnTo>
                  <a:lnTo>
                    <a:pt x="3658" y="1473"/>
                  </a:lnTo>
                  <a:lnTo>
                    <a:pt x="1669" y="456"/>
                  </a:lnTo>
                  <a:cubicBezTo>
                    <a:pt x="1526" y="536"/>
                    <a:pt x="1401" y="634"/>
                    <a:pt x="1276" y="732"/>
                  </a:cubicBezTo>
                  <a:lnTo>
                    <a:pt x="3141" y="1687"/>
                  </a:lnTo>
                  <a:lnTo>
                    <a:pt x="2062" y="2124"/>
                  </a:lnTo>
                  <a:lnTo>
                    <a:pt x="661" y="1383"/>
                  </a:lnTo>
                  <a:cubicBezTo>
                    <a:pt x="572" y="1499"/>
                    <a:pt x="500" y="1615"/>
                    <a:pt x="429" y="1740"/>
                  </a:cubicBezTo>
                  <a:lnTo>
                    <a:pt x="1553" y="2338"/>
                  </a:lnTo>
                  <a:lnTo>
                    <a:pt x="28" y="2971"/>
                  </a:lnTo>
                  <a:cubicBezTo>
                    <a:pt x="10" y="3114"/>
                    <a:pt x="1" y="3257"/>
                    <a:pt x="1" y="3408"/>
                  </a:cubicBezTo>
                  <a:lnTo>
                    <a:pt x="1" y="3444"/>
                  </a:lnTo>
                  <a:lnTo>
                    <a:pt x="5915" y="1000"/>
                  </a:lnTo>
                  <a:cubicBezTo>
                    <a:pt x="5808" y="893"/>
                    <a:pt x="5683" y="786"/>
                    <a:pt x="5559" y="688"/>
                  </a:cubicBezTo>
                  <a:lnTo>
                    <a:pt x="4854" y="982"/>
                  </a:lnTo>
                  <a:lnTo>
                    <a:pt x="292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62"/>
            <p:cNvSpPr/>
            <p:nvPr/>
          </p:nvSpPr>
          <p:spPr>
            <a:xfrm>
              <a:off x="4656258" y="4316533"/>
              <a:ext cx="22615" cy="22615"/>
            </a:xfrm>
            <a:custGeom>
              <a:rect b="b" l="l" r="r" t="t"/>
              <a:pathLst>
                <a:path extrusionOk="0" h="688" w="688">
                  <a:moveTo>
                    <a:pt x="340" y="0"/>
                  </a:moveTo>
                  <a:cubicBezTo>
                    <a:pt x="152" y="0"/>
                    <a:pt x="1" y="152"/>
                    <a:pt x="1" y="348"/>
                  </a:cubicBezTo>
                  <a:cubicBezTo>
                    <a:pt x="1" y="536"/>
                    <a:pt x="152" y="687"/>
                    <a:pt x="340" y="687"/>
                  </a:cubicBezTo>
                  <a:cubicBezTo>
                    <a:pt x="536" y="687"/>
                    <a:pt x="688" y="536"/>
                    <a:pt x="688" y="348"/>
                  </a:cubicBezTo>
                  <a:cubicBezTo>
                    <a:pt x="688" y="152"/>
                    <a:pt x="536" y="0"/>
                    <a:pt x="340" y="0"/>
                  </a:cubicBezTo>
                  <a:close/>
                </a:path>
              </a:pathLst>
            </a:custGeom>
            <a:solidFill>
              <a:srgbClr val="B36D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62"/>
            <p:cNvSpPr/>
            <p:nvPr/>
          </p:nvSpPr>
          <p:spPr>
            <a:xfrm>
              <a:off x="4585884" y="4316533"/>
              <a:ext cx="22615" cy="22615"/>
            </a:xfrm>
            <a:custGeom>
              <a:rect b="b" l="l" r="r" t="t"/>
              <a:pathLst>
                <a:path extrusionOk="0" h="688" w="688">
                  <a:moveTo>
                    <a:pt x="340" y="0"/>
                  </a:moveTo>
                  <a:cubicBezTo>
                    <a:pt x="152" y="0"/>
                    <a:pt x="1" y="152"/>
                    <a:pt x="1" y="348"/>
                  </a:cubicBezTo>
                  <a:cubicBezTo>
                    <a:pt x="1" y="536"/>
                    <a:pt x="152" y="687"/>
                    <a:pt x="340" y="687"/>
                  </a:cubicBezTo>
                  <a:cubicBezTo>
                    <a:pt x="536" y="687"/>
                    <a:pt x="688" y="536"/>
                    <a:pt x="688" y="348"/>
                  </a:cubicBezTo>
                  <a:cubicBezTo>
                    <a:pt x="688" y="152"/>
                    <a:pt x="536" y="0"/>
                    <a:pt x="340" y="0"/>
                  </a:cubicBezTo>
                  <a:close/>
                </a:path>
              </a:pathLst>
            </a:custGeom>
            <a:solidFill>
              <a:srgbClr val="B36D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62"/>
            <p:cNvSpPr/>
            <p:nvPr/>
          </p:nvSpPr>
          <p:spPr>
            <a:xfrm>
              <a:off x="4765650" y="4138608"/>
              <a:ext cx="80959" cy="68863"/>
            </a:xfrm>
            <a:custGeom>
              <a:rect b="b" l="l" r="r" t="t"/>
              <a:pathLst>
                <a:path extrusionOk="0" h="2095" w="2463">
                  <a:moveTo>
                    <a:pt x="2234" y="1"/>
                  </a:moveTo>
                  <a:cubicBezTo>
                    <a:pt x="2179" y="1"/>
                    <a:pt x="2124" y="21"/>
                    <a:pt x="2079" y="61"/>
                  </a:cubicBezTo>
                  <a:cubicBezTo>
                    <a:pt x="2052" y="96"/>
                    <a:pt x="2034" y="96"/>
                    <a:pt x="1954" y="105"/>
                  </a:cubicBezTo>
                  <a:cubicBezTo>
                    <a:pt x="1856" y="105"/>
                    <a:pt x="1704" y="114"/>
                    <a:pt x="1553" y="266"/>
                  </a:cubicBezTo>
                  <a:cubicBezTo>
                    <a:pt x="1401" y="418"/>
                    <a:pt x="1392" y="569"/>
                    <a:pt x="1392" y="667"/>
                  </a:cubicBezTo>
                  <a:cubicBezTo>
                    <a:pt x="1383" y="748"/>
                    <a:pt x="1383" y="766"/>
                    <a:pt x="1347" y="792"/>
                  </a:cubicBezTo>
                  <a:cubicBezTo>
                    <a:pt x="1312" y="828"/>
                    <a:pt x="1294" y="828"/>
                    <a:pt x="1223" y="837"/>
                  </a:cubicBezTo>
                  <a:cubicBezTo>
                    <a:pt x="1124" y="837"/>
                    <a:pt x="964" y="846"/>
                    <a:pt x="821" y="998"/>
                  </a:cubicBezTo>
                  <a:cubicBezTo>
                    <a:pt x="669" y="1149"/>
                    <a:pt x="661" y="1301"/>
                    <a:pt x="652" y="1399"/>
                  </a:cubicBezTo>
                  <a:cubicBezTo>
                    <a:pt x="652" y="1479"/>
                    <a:pt x="652" y="1497"/>
                    <a:pt x="616" y="1524"/>
                  </a:cubicBezTo>
                  <a:cubicBezTo>
                    <a:pt x="580" y="1560"/>
                    <a:pt x="562" y="1560"/>
                    <a:pt x="491" y="1568"/>
                  </a:cubicBezTo>
                  <a:cubicBezTo>
                    <a:pt x="384" y="1577"/>
                    <a:pt x="232" y="1586"/>
                    <a:pt x="90" y="1729"/>
                  </a:cubicBezTo>
                  <a:cubicBezTo>
                    <a:pt x="0" y="1818"/>
                    <a:pt x="0" y="1952"/>
                    <a:pt x="90" y="2032"/>
                  </a:cubicBezTo>
                  <a:cubicBezTo>
                    <a:pt x="125" y="2077"/>
                    <a:pt x="179" y="2095"/>
                    <a:pt x="232" y="2095"/>
                  </a:cubicBezTo>
                  <a:cubicBezTo>
                    <a:pt x="295" y="2095"/>
                    <a:pt x="348" y="2077"/>
                    <a:pt x="384" y="2032"/>
                  </a:cubicBezTo>
                  <a:cubicBezTo>
                    <a:pt x="420" y="1997"/>
                    <a:pt x="437" y="1997"/>
                    <a:pt x="518" y="1997"/>
                  </a:cubicBezTo>
                  <a:cubicBezTo>
                    <a:pt x="616" y="1988"/>
                    <a:pt x="768" y="1979"/>
                    <a:pt x="919" y="1827"/>
                  </a:cubicBezTo>
                  <a:cubicBezTo>
                    <a:pt x="1062" y="1684"/>
                    <a:pt x="1071" y="1524"/>
                    <a:pt x="1080" y="1426"/>
                  </a:cubicBezTo>
                  <a:cubicBezTo>
                    <a:pt x="1089" y="1354"/>
                    <a:pt x="1089" y="1337"/>
                    <a:pt x="1124" y="1301"/>
                  </a:cubicBezTo>
                  <a:cubicBezTo>
                    <a:pt x="1151" y="1265"/>
                    <a:pt x="1169" y="1265"/>
                    <a:pt x="1249" y="1265"/>
                  </a:cubicBezTo>
                  <a:cubicBezTo>
                    <a:pt x="1347" y="1256"/>
                    <a:pt x="1499" y="1247"/>
                    <a:pt x="1651" y="1096"/>
                  </a:cubicBezTo>
                  <a:cubicBezTo>
                    <a:pt x="1802" y="944"/>
                    <a:pt x="1811" y="792"/>
                    <a:pt x="1811" y="694"/>
                  </a:cubicBezTo>
                  <a:cubicBezTo>
                    <a:pt x="1820" y="614"/>
                    <a:pt x="1820" y="605"/>
                    <a:pt x="1856" y="569"/>
                  </a:cubicBezTo>
                  <a:cubicBezTo>
                    <a:pt x="1883" y="534"/>
                    <a:pt x="1901" y="534"/>
                    <a:pt x="1981" y="525"/>
                  </a:cubicBezTo>
                  <a:cubicBezTo>
                    <a:pt x="2079" y="525"/>
                    <a:pt x="2231" y="516"/>
                    <a:pt x="2382" y="364"/>
                  </a:cubicBezTo>
                  <a:cubicBezTo>
                    <a:pt x="2463" y="284"/>
                    <a:pt x="2463" y="141"/>
                    <a:pt x="2382" y="61"/>
                  </a:cubicBezTo>
                  <a:cubicBezTo>
                    <a:pt x="2342" y="21"/>
                    <a:pt x="2289" y="1"/>
                    <a:pt x="22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62"/>
            <p:cNvSpPr/>
            <p:nvPr/>
          </p:nvSpPr>
          <p:spPr>
            <a:xfrm>
              <a:off x="4772684" y="4221802"/>
              <a:ext cx="99136" cy="21760"/>
            </a:xfrm>
            <a:custGeom>
              <a:rect b="b" l="l" r="r" t="t"/>
              <a:pathLst>
                <a:path extrusionOk="0" h="662" w="3016">
                  <a:moveTo>
                    <a:pt x="215" y="1"/>
                  </a:moveTo>
                  <a:cubicBezTo>
                    <a:pt x="90" y="1"/>
                    <a:pt x="0" y="99"/>
                    <a:pt x="0" y="215"/>
                  </a:cubicBezTo>
                  <a:cubicBezTo>
                    <a:pt x="0" y="331"/>
                    <a:pt x="90" y="429"/>
                    <a:pt x="215" y="429"/>
                  </a:cubicBezTo>
                  <a:cubicBezTo>
                    <a:pt x="259" y="429"/>
                    <a:pt x="268" y="438"/>
                    <a:pt x="331" y="492"/>
                  </a:cubicBezTo>
                  <a:cubicBezTo>
                    <a:pt x="402" y="554"/>
                    <a:pt x="518" y="661"/>
                    <a:pt x="732" y="661"/>
                  </a:cubicBezTo>
                  <a:cubicBezTo>
                    <a:pt x="937" y="661"/>
                    <a:pt x="1053" y="554"/>
                    <a:pt x="1133" y="492"/>
                  </a:cubicBezTo>
                  <a:cubicBezTo>
                    <a:pt x="1187" y="438"/>
                    <a:pt x="1196" y="429"/>
                    <a:pt x="1249" y="429"/>
                  </a:cubicBezTo>
                  <a:cubicBezTo>
                    <a:pt x="1294" y="429"/>
                    <a:pt x="1312" y="438"/>
                    <a:pt x="1365" y="492"/>
                  </a:cubicBezTo>
                  <a:cubicBezTo>
                    <a:pt x="1437" y="554"/>
                    <a:pt x="1553" y="661"/>
                    <a:pt x="1767" y="661"/>
                  </a:cubicBezTo>
                  <a:cubicBezTo>
                    <a:pt x="1972" y="661"/>
                    <a:pt x="2088" y="554"/>
                    <a:pt x="2168" y="492"/>
                  </a:cubicBezTo>
                  <a:cubicBezTo>
                    <a:pt x="2222" y="438"/>
                    <a:pt x="2240" y="429"/>
                    <a:pt x="2284" y="429"/>
                  </a:cubicBezTo>
                  <a:cubicBezTo>
                    <a:pt x="2329" y="429"/>
                    <a:pt x="2347" y="438"/>
                    <a:pt x="2400" y="492"/>
                  </a:cubicBezTo>
                  <a:cubicBezTo>
                    <a:pt x="2481" y="554"/>
                    <a:pt x="2588" y="661"/>
                    <a:pt x="2802" y="661"/>
                  </a:cubicBezTo>
                  <a:cubicBezTo>
                    <a:pt x="2918" y="661"/>
                    <a:pt x="3016" y="563"/>
                    <a:pt x="3016" y="447"/>
                  </a:cubicBezTo>
                  <a:cubicBezTo>
                    <a:pt x="3016" y="322"/>
                    <a:pt x="2918" y="233"/>
                    <a:pt x="2802" y="233"/>
                  </a:cubicBezTo>
                  <a:cubicBezTo>
                    <a:pt x="2757" y="233"/>
                    <a:pt x="2739" y="224"/>
                    <a:pt x="2686" y="170"/>
                  </a:cubicBezTo>
                  <a:cubicBezTo>
                    <a:pt x="2605" y="99"/>
                    <a:pt x="2498" y="1"/>
                    <a:pt x="2284" y="1"/>
                  </a:cubicBezTo>
                  <a:cubicBezTo>
                    <a:pt x="2070" y="1"/>
                    <a:pt x="1963" y="99"/>
                    <a:pt x="1883" y="170"/>
                  </a:cubicBezTo>
                  <a:cubicBezTo>
                    <a:pt x="1829" y="224"/>
                    <a:pt x="1811" y="233"/>
                    <a:pt x="1767" y="233"/>
                  </a:cubicBezTo>
                  <a:cubicBezTo>
                    <a:pt x="1722" y="233"/>
                    <a:pt x="1704" y="224"/>
                    <a:pt x="1651" y="170"/>
                  </a:cubicBezTo>
                  <a:cubicBezTo>
                    <a:pt x="1571" y="99"/>
                    <a:pt x="1455" y="1"/>
                    <a:pt x="1249" y="1"/>
                  </a:cubicBezTo>
                  <a:cubicBezTo>
                    <a:pt x="1035" y="1"/>
                    <a:pt x="919" y="99"/>
                    <a:pt x="848" y="170"/>
                  </a:cubicBezTo>
                  <a:cubicBezTo>
                    <a:pt x="786" y="224"/>
                    <a:pt x="777" y="233"/>
                    <a:pt x="732" y="233"/>
                  </a:cubicBezTo>
                  <a:cubicBezTo>
                    <a:pt x="678" y="233"/>
                    <a:pt x="670" y="224"/>
                    <a:pt x="607" y="170"/>
                  </a:cubicBezTo>
                  <a:cubicBezTo>
                    <a:pt x="536" y="99"/>
                    <a:pt x="420" y="1"/>
                    <a:pt x="2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62"/>
            <p:cNvSpPr/>
            <p:nvPr/>
          </p:nvSpPr>
          <p:spPr>
            <a:xfrm>
              <a:off x="4770054" y="4253653"/>
              <a:ext cx="85068" cy="64655"/>
            </a:xfrm>
            <a:custGeom>
              <a:rect b="b" l="l" r="r" t="t"/>
              <a:pathLst>
                <a:path extrusionOk="0" h="1967" w="2588">
                  <a:moveTo>
                    <a:pt x="240" y="0"/>
                  </a:moveTo>
                  <a:cubicBezTo>
                    <a:pt x="167" y="0"/>
                    <a:pt x="95" y="38"/>
                    <a:pt x="54" y="102"/>
                  </a:cubicBezTo>
                  <a:cubicBezTo>
                    <a:pt x="0" y="210"/>
                    <a:pt x="27" y="334"/>
                    <a:pt x="134" y="397"/>
                  </a:cubicBezTo>
                  <a:cubicBezTo>
                    <a:pt x="170" y="424"/>
                    <a:pt x="179" y="441"/>
                    <a:pt x="196" y="513"/>
                  </a:cubicBezTo>
                  <a:cubicBezTo>
                    <a:pt x="232" y="611"/>
                    <a:pt x="277" y="754"/>
                    <a:pt x="455" y="861"/>
                  </a:cubicBezTo>
                  <a:cubicBezTo>
                    <a:pt x="558" y="923"/>
                    <a:pt x="653" y="940"/>
                    <a:pt x="733" y="940"/>
                  </a:cubicBezTo>
                  <a:cubicBezTo>
                    <a:pt x="791" y="940"/>
                    <a:pt x="842" y="931"/>
                    <a:pt x="883" y="923"/>
                  </a:cubicBezTo>
                  <a:cubicBezTo>
                    <a:pt x="923" y="919"/>
                    <a:pt x="948" y="914"/>
                    <a:pt x="967" y="914"/>
                  </a:cubicBezTo>
                  <a:cubicBezTo>
                    <a:pt x="986" y="914"/>
                    <a:pt x="999" y="919"/>
                    <a:pt x="1017" y="932"/>
                  </a:cubicBezTo>
                  <a:cubicBezTo>
                    <a:pt x="1062" y="959"/>
                    <a:pt x="1062" y="977"/>
                    <a:pt x="1089" y="1048"/>
                  </a:cubicBezTo>
                  <a:cubicBezTo>
                    <a:pt x="1115" y="1146"/>
                    <a:pt x="1160" y="1289"/>
                    <a:pt x="1347" y="1396"/>
                  </a:cubicBezTo>
                  <a:cubicBezTo>
                    <a:pt x="1450" y="1458"/>
                    <a:pt x="1545" y="1475"/>
                    <a:pt x="1625" y="1475"/>
                  </a:cubicBezTo>
                  <a:cubicBezTo>
                    <a:pt x="1683" y="1475"/>
                    <a:pt x="1734" y="1466"/>
                    <a:pt x="1775" y="1458"/>
                  </a:cubicBezTo>
                  <a:cubicBezTo>
                    <a:pt x="1811" y="1454"/>
                    <a:pt x="1833" y="1450"/>
                    <a:pt x="1852" y="1450"/>
                  </a:cubicBezTo>
                  <a:cubicBezTo>
                    <a:pt x="1871" y="1450"/>
                    <a:pt x="1887" y="1454"/>
                    <a:pt x="1909" y="1467"/>
                  </a:cubicBezTo>
                  <a:cubicBezTo>
                    <a:pt x="1945" y="1494"/>
                    <a:pt x="1954" y="1512"/>
                    <a:pt x="1972" y="1583"/>
                  </a:cubicBezTo>
                  <a:cubicBezTo>
                    <a:pt x="2007" y="1681"/>
                    <a:pt x="2052" y="1824"/>
                    <a:pt x="2230" y="1931"/>
                  </a:cubicBezTo>
                  <a:cubicBezTo>
                    <a:pt x="2266" y="1958"/>
                    <a:pt x="2302" y="1967"/>
                    <a:pt x="2337" y="1967"/>
                  </a:cubicBezTo>
                  <a:cubicBezTo>
                    <a:pt x="2418" y="1967"/>
                    <a:pt x="2480" y="1931"/>
                    <a:pt x="2525" y="1860"/>
                  </a:cubicBezTo>
                  <a:cubicBezTo>
                    <a:pt x="2587" y="1762"/>
                    <a:pt x="2552" y="1628"/>
                    <a:pt x="2453" y="1565"/>
                  </a:cubicBezTo>
                  <a:cubicBezTo>
                    <a:pt x="2409" y="1548"/>
                    <a:pt x="2409" y="1530"/>
                    <a:pt x="2382" y="1458"/>
                  </a:cubicBezTo>
                  <a:cubicBezTo>
                    <a:pt x="2355" y="1360"/>
                    <a:pt x="2311" y="1209"/>
                    <a:pt x="2123" y="1102"/>
                  </a:cubicBezTo>
                  <a:cubicBezTo>
                    <a:pt x="2020" y="1040"/>
                    <a:pt x="1926" y="1023"/>
                    <a:pt x="1846" y="1023"/>
                  </a:cubicBezTo>
                  <a:cubicBezTo>
                    <a:pt x="1787" y="1023"/>
                    <a:pt x="1737" y="1032"/>
                    <a:pt x="1695" y="1039"/>
                  </a:cubicBezTo>
                  <a:cubicBezTo>
                    <a:pt x="1663" y="1047"/>
                    <a:pt x="1642" y="1052"/>
                    <a:pt x="1624" y="1052"/>
                  </a:cubicBezTo>
                  <a:cubicBezTo>
                    <a:pt x="1602" y="1052"/>
                    <a:pt x="1586" y="1045"/>
                    <a:pt x="1561" y="1030"/>
                  </a:cubicBezTo>
                  <a:cubicBezTo>
                    <a:pt x="1526" y="1012"/>
                    <a:pt x="1517" y="995"/>
                    <a:pt x="1499" y="923"/>
                  </a:cubicBezTo>
                  <a:cubicBezTo>
                    <a:pt x="1463" y="825"/>
                    <a:pt x="1419" y="673"/>
                    <a:pt x="1240" y="566"/>
                  </a:cubicBezTo>
                  <a:cubicBezTo>
                    <a:pt x="1137" y="504"/>
                    <a:pt x="1043" y="487"/>
                    <a:pt x="963" y="487"/>
                  </a:cubicBezTo>
                  <a:cubicBezTo>
                    <a:pt x="904" y="487"/>
                    <a:pt x="853" y="496"/>
                    <a:pt x="812" y="504"/>
                  </a:cubicBezTo>
                  <a:cubicBezTo>
                    <a:pt x="776" y="512"/>
                    <a:pt x="752" y="516"/>
                    <a:pt x="734" y="516"/>
                  </a:cubicBezTo>
                  <a:cubicBezTo>
                    <a:pt x="712" y="516"/>
                    <a:pt x="698" y="510"/>
                    <a:pt x="678" y="495"/>
                  </a:cubicBezTo>
                  <a:cubicBezTo>
                    <a:pt x="634" y="477"/>
                    <a:pt x="634" y="459"/>
                    <a:pt x="607" y="388"/>
                  </a:cubicBezTo>
                  <a:cubicBezTo>
                    <a:pt x="580" y="290"/>
                    <a:pt x="527" y="138"/>
                    <a:pt x="348" y="31"/>
                  </a:cubicBezTo>
                  <a:cubicBezTo>
                    <a:pt x="315" y="10"/>
                    <a:pt x="277" y="0"/>
                    <a:pt x="24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62"/>
            <p:cNvSpPr/>
            <p:nvPr/>
          </p:nvSpPr>
          <p:spPr>
            <a:xfrm>
              <a:off x="4417852" y="4138608"/>
              <a:ext cx="81288" cy="68863"/>
            </a:xfrm>
            <a:custGeom>
              <a:rect b="b" l="l" r="r" t="t"/>
              <a:pathLst>
                <a:path extrusionOk="0" h="2095" w="2473">
                  <a:moveTo>
                    <a:pt x="237" y="1"/>
                  </a:moveTo>
                  <a:cubicBezTo>
                    <a:pt x="184" y="1"/>
                    <a:pt x="130" y="21"/>
                    <a:pt x="90" y="61"/>
                  </a:cubicBezTo>
                  <a:cubicBezTo>
                    <a:pt x="1" y="141"/>
                    <a:pt x="1" y="284"/>
                    <a:pt x="90" y="364"/>
                  </a:cubicBezTo>
                  <a:cubicBezTo>
                    <a:pt x="233" y="516"/>
                    <a:pt x="385" y="525"/>
                    <a:pt x="492" y="525"/>
                  </a:cubicBezTo>
                  <a:cubicBezTo>
                    <a:pt x="563" y="534"/>
                    <a:pt x="581" y="534"/>
                    <a:pt x="617" y="569"/>
                  </a:cubicBezTo>
                  <a:cubicBezTo>
                    <a:pt x="652" y="605"/>
                    <a:pt x="652" y="614"/>
                    <a:pt x="652" y="694"/>
                  </a:cubicBezTo>
                  <a:cubicBezTo>
                    <a:pt x="661" y="792"/>
                    <a:pt x="670" y="944"/>
                    <a:pt x="822" y="1096"/>
                  </a:cubicBezTo>
                  <a:cubicBezTo>
                    <a:pt x="964" y="1247"/>
                    <a:pt x="1125" y="1256"/>
                    <a:pt x="1223" y="1265"/>
                  </a:cubicBezTo>
                  <a:cubicBezTo>
                    <a:pt x="1295" y="1265"/>
                    <a:pt x="1312" y="1265"/>
                    <a:pt x="1348" y="1301"/>
                  </a:cubicBezTo>
                  <a:cubicBezTo>
                    <a:pt x="1384" y="1337"/>
                    <a:pt x="1384" y="1354"/>
                    <a:pt x="1393" y="1426"/>
                  </a:cubicBezTo>
                  <a:cubicBezTo>
                    <a:pt x="1393" y="1524"/>
                    <a:pt x="1402" y="1684"/>
                    <a:pt x="1553" y="1827"/>
                  </a:cubicBezTo>
                  <a:cubicBezTo>
                    <a:pt x="1705" y="1979"/>
                    <a:pt x="1857" y="1988"/>
                    <a:pt x="1955" y="1997"/>
                  </a:cubicBezTo>
                  <a:cubicBezTo>
                    <a:pt x="2035" y="1997"/>
                    <a:pt x="2053" y="1997"/>
                    <a:pt x="2080" y="2032"/>
                  </a:cubicBezTo>
                  <a:cubicBezTo>
                    <a:pt x="2124" y="2077"/>
                    <a:pt x="2178" y="2095"/>
                    <a:pt x="2231" y="2095"/>
                  </a:cubicBezTo>
                  <a:cubicBezTo>
                    <a:pt x="2285" y="2095"/>
                    <a:pt x="2338" y="2077"/>
                    <a:pt x="2383" y="2032"/>
                  </a:cubicBezTo>
                  <a:cubicBezTo>
                    <a:pt x="2472" y="1952"/>
                    <a:pt x="2472" y="1818"/>
                    <a:pt x="2383" y="1729"/>
                  </a:cubicBezTo>
                  <a:cubicBezTo>
                    <a:pt x="2231" y="1586"/>
                    <a:pt x="2080" y="1577"/>
                    <a:pt x="1981" y="1568"/>
                  </a:cubicBezTo>
                  <a:cubicBezTo>
                    <a:pt x="1901" y="1560"/>
                    <a:pt x="1892" y="1560"/>
                    <a:pt x="1857" y="1524"/>
                  </a:cubicBezTo>
                  <a:cubicBezTo>
                    <a:pt x="1821" y="1497"/>
                    <a:pt x="1821" y="1479"/>
                    <a:pt x="1812" y="1399"/>
                  </a:cubicBezTo>
                  <a:cubicBezTo>
                    <a:pt x="1812" y="1301"/>
                    <a:pt x="1803" y="1149"/>
                    <a:pt x="1651" y="998"/>
                  </a:cubicBezTo>
                  <a:cubicBezTo>
                    <a:pt x="1500" y="846"/>
                    <a:pt x="1348" y="837"/>
                    <a:pt x="1250" y="837"/>
                  </a:cubicBezTo>
                  <a:cubicBezTo>
                    <a:pt x="1170" y="828"/>
                    <a:pt x="1152" y="828"/>
                    <a:pt x="1125" y="792"/>
                  </a:cubicBezTo>
                  <a:cubicBezTo>
                    <a:pt x="1089" y="766"/>
                    <a:pt x="1089" y="748"/>
                    <a:pt x="1080" y="667"/>
                  </a:cubicBezTo>
                  <a:cubicBezTo>
                    <a:pt x="1072" y="569"/>
                    <a:pt x="1063" y="418"/>
                    <a:pt x="920" y="266"/>
                  </a:cubicBezTo>
                  <a:cubicBezTo>
                    <a:pt x="768" y="114"/>
                    <a:pt x="617" y="105"/>
                    <a:pt x="518" y="105"/>
                  </a:cubicBezTo>
                  <a:cubicBezTo>
                    <a:pt x="438" y="96"/>
                    <a:pt x="420" y="96"/>
                    <a:pt x="385" y="61"/>
                  </a:cubicBezTo>
                  <a:cubicBezTo>
                    <a:pt x="344" y="21"/>
                    <a:pt x="291" y="1"/>
                    <a:pt x="2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62"/>
            <p:cNvSpPr/>
            <p:nvPr/>
          </p:nvSpPr>
          <p:spPr>
            <a:xfrm>
              <a:off x="4392937" y="4221802"/>
              <a:ext cx="99169" cy="21760"/>
            </a:xfrm>
            <a:custGeom>
              <a:rect b="b" l="l" r="r" t="t"/>
              <a:pathLst>
                <a:path extrusionOk="0" h="662" w="3017">
                  <a:moveTo>
                    <a:pt x="732" y="1"/>
                  </a:moveTo>
                  <a:cubicBezTo>
                    <a:pt x="518" y="1"/>
                    <a:pt x="402" y="99"/>
                    <a:pt x="331" y="170"/>
                  </a:cubicBezTo>
                  <a:cubicBezTo>
                    <a:pt x="268" y="224"/>
                    <a:pt x="259" y="233"/>
                    <a:pt x="215" y="233"/>
                  </a:cubicBezTo>
                  <a:cubicBezTo>
                    <a:pt x="90" y="233"/>
                    <a:pt x="1" y="322"/>
                    <a:pt x="1" y="447"/>
                  </a:cubicBezTo>
                  <a:cubicBezTo>
                    <a:pt x="1" y="563"/>
                    <a:pt x="90" y="661"/>
                    <a:pt x="215" y="661"/>
                  </a:cubicBezTo>
                  <a:cubicBezTo>
                    <a:pt x="420" y="661"/>
                    <a:pt x="536" y="554"/>
                    <a:pt x="616" y="492"/>
                  </a:cubicBezTo>
                  <a:cubicBezTo>
                    <a:pt x="670" y="438"/>
                    <a:pt x="679" y="429"/>
                    <a:pt x="732" y="429"/>
                  </a:cubicBezTo>
                  <a:cubicBezTo>
                    <a:pt x="777" y="429"/>
                    <a:pt x="795" y="438"/>
                    <a:pt x="848" y="492"/>
                  </a:cubicBezTo>
                  <a:cubicBezTo>
                    <a:pt x="920" y="554"/>
                    <a:pt x="1036" y="661"/>
                    <a:pt x="1250" y="661"/>
                  </a:cubicBezTo>
                  <a:cubicBezTo>
                    <a:pt x="1455" y="661"/>
                    <a:pt x="1571" y="554"/>
                    <a:pt x="1651" y="492"/>
                  </a:cubicBezTo>
                  <a:cubicBezTo>
                    <a:pt x="1705" y="438"/>
                    <a:pt x="1722" y="429"/>
                    <a:pt x="1767" y="429"/>
                  </a:cubicBezTo>
                  <a:cubicBezTo>
                    <a:pt x="1812" y="429"/>
                    <a:pt x="1830" y="438"/>
                    <a:pt x="1883" y="492"/>
                  </a:cubicBezTo>
                  <a:cubicBezTo>
                    <a:pt x="1963" y="554"/>
                    <a:pt x="2070" y="661"/>
                    <a:pt x="2284" y="661"/>
                  </a:cubicBezTo>
                  <a:cubicBezTo>
                    <a:pt x="2499" y="661"/>
                    <a:pt x="2615" y="554"/>
                    <a:pt x="2686" y="492"/>
                  </a:cubicBezTo>
                  <a:cubicBezTo>
                    <a:pt x="2739" y="438"/>
                    <a:pt x="2757" y="429"/>
                    <a:pt x="2802" y="429"/>
                  </a:cubicBezTo>
                  <a:cubicBezTo>
                    <a:pt x="2918" y="429"/>
                    <a:pt x="3016" y="331"/>
                    <a:pt x="3016" y="215"/>
                  </a:cubicBezTo>
                  <a:cubicBezTo>
                    <a:pt x="3016" y="99"/>
                    <a:pt x="2918" y="1"/>
                    <a:pt x="2802" y="1"/>
                  </a:cubicBezTo>
                  <a:cubicBezTo>
                    <a:pt x="2597" y="1"/>
                    <a:pt x="2481" y="99"/>
                    <a:pt x="2400" y="170"/>
                  </a:cubicBezTo>
                  <a:cubicBezTo>
                    <a:pt x="2347" y="224"/>
                    <a:pt x="2329" y="233"/>
                    <a:pt x="2284" y="233"/>
                  </a:cubicBezTo>
                  <a:cubicBezTo>
                    <a:pt x="2240" y="233"/>
                    <a:pt x="2222" y="224"/>
                    <a:pt x="2169" y="170"/>
                  </a:cubicBezTo>
                  <a:cubicBezTo>
                    <a:pt x="2088" y="99"/>
                    <a:pt x="1981" y="1"/>
                    <a:pt x="1767" y="1"/>
                  </a:cubicBezTo>
                  <a:cubicBezTo>
                    <a:pt x="1553" y="1"/>
                    <a:pt x="1446" y="99"/>
                    <a:pt x="1366" y="170"/>
                  </a:cubicBezTo>
                  <a:cubicBezTo>
                    <a:pt x="1312" y="224"/>
                    <a:pt x="1294" y="233"/>
                    <a:pt x="1250" y="233"/>
                  </a:cubicBezTo>
                  <a:cubicBezTo>
                    <a:pt x="1205" y="233"/>
                    <a:pt x="1187" y="224"/>
                    <a:pt x="1134" y="170"/>
                  </a:cubicBezTo>
                  <a:cubicBezTo>
                    <a:pt x="1053" y="99"/>
                    <a:pt x="937" y="1"/>
                    <a:pt x="73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62"/>
            <p:cNvSpPr/>
            <p:nvPr/>
          </p:nvSpPr>
          <p:spPr>
            <a:xfrm>
              <a:off x="4409668" y="4253653"/>
              <a:ext cx="85068" cy="64655"/>
            </a:xfrm>
            <a:custGeom>
              <a:rect b="b" l="l" r="r" t="t"/>
              <a:pathLst>
                <a:path extrusionOk="0" h="1967" w="2588">
                  <a:moveTo>
                    <a:pt x="2342" y="0"/>
                  </a:moveTo>
                  <a:cubicBezTo>
                    <a:pt x="2305" y="0"/>
                    <a:pt x="2267" y="10"/>
                    <a:pt x="2230" y="31"/>
                  </a:cubicBezTo>
                  <a:cubicBezTo>
                    <a:pt x="2052" y="138"/>
                    <a:pt x="2007" y="290"/>
                    <a:pt x="1981" y="388"/>
                  </a:cubicBezTo>
                  <a:cubicBezTo>
                    <a:pt x="1954" y="459"/>
                    <a:pt x="1945" y="477"/>
                    <a:pt x="1909" y="495"/>
                  </a:cubicBezTo>
                  <a:cubicBezTo>
                    <a:pt x="1885" y="510"/>
                    <a:pt x="1871" y="516"/>
                    <a:pt x="1850" y="516"/>
                  </a:cubicBezTo>
                  <a:cubicBezTo>
                    <a:pt x="1833" y="516"/>
                    <a:pt x="1812" y="512"/>
                    <a:pt x="1775" y="504"/>
                  </a:cubicBezTo>
                  <a:cubicBezTo>
                    <a:pt x="1734" y="496"/>
                    <a:pt x="1683" y="487"/>
                    <a:pt x="1625" y="487"/>
                  </a:cubicBezTo>
                  <a:cubicBezTo>
                    <a:pt x="1545" y="487"/>
                    <a:pt x="1450" y="504"/>
                    <a:pt x="1347" y="566"/>
                  </a:cubicBezTo>
                  <a:cubicBezTo>
                    <a:pt x="1169" y="673"/>
                    <a:pt x="1124" y="825"/>
                    <a:pt x="1089" y="923"/>
                  </a:cubicBezTo>
                  <a:cubicBezTo>
                    <a:pt x="1071" y="995"/>
                    <a:pt x="1062" y="1012"/>
                    <a:pt x="1017" y="1030"/>
                  </a:cubicBezTo>
                  <a:cubicBezTo>
                    <a:pt x="998" y="1045"/>
                    <a:pt x="983" y="1052"/>
                    <a:pt x="963" y="1052"/>
                  </a:cubicBezTo>
                  <a:cubicBezTo>
                    <a:pt x="946" y="1052"/>
                    <a:pt x="924" y="1047"/>
                    <a:pt x="892" y="1039"/>
                  </a:cubicBezTo>
                  <a:cubicBezTo>
                    <a:pt x="847" y="1032"/>
                    <a:pt x="796" y="1023"/>
                    <a:pt x="737" y="1023"/>
                  </a:cubicBezTo>
                  <a:cubicBezTo>
                    <a:pt x="657" y="1023"/>
                    <a:pt x="564" y="1040"/>
                    <a:pt x="455" y="1102"/>
                  </a:cubicBezTo>
                  <a:cubicBezTo>
                    <a:pt x="277" y="1209"/>
                    <a:pt x="232" y="1360"/>
                    <a:pt x="205" y="1458"/>
                  </a:cubicBezTo>
                  <a:cubicBezTo>
                    <a:pt x="179" y="1530"/>
                    <a:pt x="170" y="1548"/>
                    <a:pt x="134" y="1565"/>
                  </a:cubicBezTo>
                  <a:cubicBezTo>
                    <a:pt x="36" y="1628"/>
                    <a:pt x="0" y="1762"/>
                    <a:pt x="63" y="1860"/>
                  </a:cubicBezTo>
                  <a:cubicBezTo>
                    <a:pt x="98" y="1931"/>
                    <a:pt x="170" y="1967"/>
                    <a:pt x="241" y="1967"/>
                  </a:cubicBezTo>
                  <a:cubicBezTo>
                    <a:pt x="277" y="1967"/>
                    <a:pt x="321" y="1958"/>
                    <a:pt x="357" y="1931"/>
                  </a:cubicBezTo>
                  <a:cubicBezTo>
                    <a:pt x="535" y="1824"/>
                    <a:pt x="580" y="1681"/>
                    <a:pt x="607" y="1583"/>
                  </a:cubicBezTo>
                  <a:cubicBezTo>
                    <a:pt x="634" y="1512"/>
                    <a:pt x="643" y="1494"/>
                    <a:pt x="678" y="1467"/>
                  </a:cubicBezTo>
                  <a:cubicBezTo>
                    <a:pt x="701" y="1454"/>
                    <a:pt x="716" y="1450"/>
                    <a:pt x="735" y="1450"/>
                  </a:cubicBezTo>
                  <a:cubicBezTo>
                    <a:pt x="754" y="1450"/>
                    <a:pt x="776" y="1454"/>
                    <a:pt x="812" y="1458"/>
                  </a:cubicBezTo>
                  <a:cubicBezTo>
                    <a:pt x="853" y="1466"/>
                    <a:pt x="904" y="1475"/>
                    <a:pt x="963" y="1475"/>
                  </a:cubicBezTo>
                  <a:cubicBezTo>
                    <a:pt x="1043" y="1475"/>
                    <a:pt x="1137" y="1458"/>
                    <a:pt x="1240" y="1396"/>
                  </a:cubicBezTo>
                  <a:cubicBezTo>
                    <a:pt x="1419" y="1289"/>
                    <a:pt x="1463" y="1146"/>
                    <a:pt x="1499" y="1048"/>
                  </a:cubicBezTo>
                  <a:cubicBezTo>
                    <a:pt x="1517" y="977"/>
                    <a:pt x="1526" y="959"/>
                    <a:pt x="1570" y="932"/>
                  </a:cubicBezTo>
                  <a:cubicBezTo>
                    <a:pt x="1588" y="919"/>
                    <a:pt x="1602" y="914"/>
                    <a:pt x="1619" y="914"/>
                  </a:cubicBezTo>
                  <a:cubicBezTo>
                    <a:pt x="1637" y="914"/>
                    <a:pt x="1660" y="919"/>
                    <a:pt x="1695" y="923"/>
                  </a:cubicBezTo>
                  <a:cubicBezTo>
                    <a:pt x="1740" y="931"/>
                    <a:pt x="1792" y="940"/>
                    <a:pt x="1850" y="940"/>
                  </a:cubicBezTo>
                  <a:cubicBezTo>
                    <a:pt x="1931" y="940"/>
                    <a:pt x="2024" y="923"/>
                    <a:pt x="2132" y="861"/>
                  </a:cubicBezTo>
                  <a:cubicBezTo>
                    <a:pt x="2311" y="754"/>
                    <a:pt x="2355" y="611"/>
                    <a:pt x="2382" y="513"/>
                  </a:cubicBezTo>
                  <a:cubicBezTo>
                    <a:pt x="2409" y="441"/>
                    <a:pt x="2418" y="424"/>
                    <a:pt x="2453" y="397"/>
                  </a:cubicBezTo>
                  <a:cubicBezTo>
                    <a:pt x="2552" y="334"/>
                    <a:pt x="2587" y="210"/>
                    <a:pt x="2525" y="102"/>
                  </a:cubicBezTo>
                  <a:cubicBezTo>
                    <a:pt x="2484" y="38"/>
                    <a:pt x="2415" y="0"/>
                    <a:pt x="234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62"/>
            <p:cNvSpPr/>
            <p:nvPr/>
          </p:nvSpPr>
          <p:spPr>
            <a:xfrm>
              <a:off x="4726929" y="4284847"/>
              <a:ext cx="37866" cy="56635"/>
            </a:xfrm>
            <a:custGeom>
              <a:rect b="b" l="l" r="r" t="t"/>
              <a:pathLst>
                <a:path extrusionOk="0" h="1723" w="1152">
                  <a:moveTo>
                    <a:pt x="170" y="1"/>
                  </a:moveTo>
                  <a:cubicBezTo>
                    <a:pt x="72" y="1"/>
                    <a:pt x="1" y="72"/>
                    <a:pt x="1" y="170"/>
                  </a:cubicBezTo>
                  <a:lnTo>
                    <a:pt x="1" y="1723"/>
                  </a:lnTo>
                  <a:lnTo>
                    <a:pt x="286" y="1723"/>
                  </a:lnTo>
                  <a:cubicBezTo>
                    <a:pt x="759" y="1723"/>
                    <a:pt x="1152" y="1339"/>
                    <a:pt x="1152" y="857"/>
                  </a:cubicBezTo>
                  <a:cubicBezTo>
                    <a:pt x="1152" y="385"/>
                    <a:pt x="759" y="1"/>
                    <a:pt x="286" y="1"/>
                  </a:cubicBezTo>
                  <a:close/>
                </a:path>
              </a:pathLst>
            </a:custGeom>
            <a:solidFill>
              <a:srgbClr val="EA9B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62"/>
            <p:cNvSpPr/>
            <p:nvPr/>
          </p:nvSpPr>
          <p:spPr>
            <a:xfrm>
              <a:off x="4499961" y="4284847"/>
              <a:ext cx="37866" cy="56635"/>
            </a:xfrm>
            <a:custGeom>
              <a:rect b="b" l="l" r="r" t="t"/>
              <a:pathLst>
                <a:path extrusionOk="0" h="1723" w="1152">
                  <a:moveTo>
                    <a:pt x="866" y="1"/>
                  </a:moveTo>
                  <a:cubicBezTo>
                    <a:pt x="393" y="1"/>
                    <a:pt x="1" y="385"/>
                    <a:pt x="1" y="857"/>
                  </a:cubicBezTo>
                  <a:cubicBezTo>
                    <a:pt x="1" y="1339"/>
                    <a:pt x="393" y="1723"/>
                    <a:pt x="866" y="1723"/>
                  </a:cubicBezTo>
                  <a:lnTo>
                    <a:pt x="1152" y="1723"/>
                  </a:lnTo>
                  <a:lnTo>
                    <a:pt x="1152" y="170"/>
                  </a:lnTo>
                  <a:cubicBezTo>
                    <a:pt x="1152" y="72"/>
                    <a:pt x="1080" y="1"/>
                    <a:pt x="982" y="1"/>
                  </a:cubicBezTo>
                  <a:close/>
                </a:path>
              </a:pathLst>
            </a:custGeom>
            <a:solidFill>
              <a:srgbClr val="EA9B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228" name="Google Shape;1228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1863" y="152400"/>
            <a:ext cx="7110600" cy="3404400"/>
          </a:xfrm>
          <a:prstGeom prst="roundRect">
            <a:avLst>
              <a:gd fmla="val 290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63"/>
          <p:cNvSpPr/>
          <p:nvPr/>
        </p:nvSpPr>
        <p:spPr>
          <a:xfrm>
            <a:off x="2066275" y="1132550"/>
            <a:ext cx="5013900" cy="2878500"/>
          </a:xfrm>
          <a:prstGeom prst="round2DiagRect">
            <a:avLst>
              <a:gd fmla="val 32711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63"/>
          <p:cNvSpPr txBox="1"/>
          <p:nvPr>
            <p:ph type="title"/>
          </p:nvPr>
        </p:nvSpPr>
        <p:spPr>
          <a:xfrm>
            <a:off x="2206025" y="1521175"/>
            <a:ext cx="4731900" cy="210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>
                <a:solidFill>
                  <a:schemeClr val="lt1"/>
                </a:solidFill>
              </a:rPr>
              <a:t>Conclusion</a:t>
            </a:r>
            <a:endParaRPr sz="6700">
              <a:solidFill>
                <a:schemeClr val="lt1"/>
              </a:solidFill>
            </a:endParaRPr>
          </a:p>
        </p:txBody>
      </p:sp>
      <p:grpSp>
        <p:nvGrpSpPr>
          <p:cNvPr id="1235" name="Google Shape;1235;p63"/>
          <p:cNvGrpSpPr/>
          <p:nvPr/>
        </p:nvGrpSpPr>
        <p:grpSpPr>
          <a:xfrm>
            <a:off x="8354849" y="4252385"/>
            <a:ext cx="595306" cy="703730"/>
            <a:chOff x="817476" y="531407"/>
            <a:chExt cx="582891" cy="695317"/>
          </a:xfrm>
        </p:grpSpPr>
        <p:grpSp>
          <p:nvGrpSpPr>
            <p:cNvPr id="1236" name="Google Shape;1236;p63"/>
            <p:cNvGrpSpPr/>
            <p:nvPr/>
          </p:nvGrpSpPr>
          <p:grpSpPr>
            <a:xfrm rot="1032111">
              <a:off x="851449" y="933214"/>
              <a:ext cx="244467" cy="263247"/>
              <a:chOff x="5937634" y="3212099"/>
              <a:chExt cx="281975" cy="303637"/>
            </a:xfrm>
          </p:grpSpPr>
          <p:sp>
            <p:nvSpPr>
              <p:cNvPr id="1237" name="Google Shape;1237;p63"/>
              <p:cNvSpPr/>
              <p:nvPr/>
            </p:nvSpPr>
            <p:spPr>
              <a:xfrm>
                <a:off x="5937634" y="3212099"/>
                <a:ext cx="281975" cy="303637"/>
              </a:xfrm>
              <a:custGeom>
                <a:rect b="b" l="l" r="r" t="t"/>
                <a:pathLst>
                  <a:path extrusionOk="0" h="7261" w="6743">
                    <a:moveTo>
                      <a:pt x="3951" y="0"/>
                    </a:moveTo>
                    <a:cubicBezTo>
                      <a:pt x="3856" y="0"/>
                      <a:pt x="3789" y="10"/>
                      <a:pt x="3762" y="27"/>
                    </a:cubicBezTo>
                    <a:cubicBezTo>
                      <a:pt x="3549" y="150"/>
                      <a:pt x="3421" y="1002"/>
                      <a:pt x="3421" y="1002"/>
                    </a:cubicBezTo>
                    <a:cubicBezTo>
                      <a:pt x="3421" y="1002"/>
                      <a:pt x="3282" y="27"/>
                      <a:pt x="2892" y="27"/>
                    </a:cubicBezTo>
                    <a:cubicBezTo>
                      <a:pt x="2502" y="27"/>
                      <a:pt x="426" y="80"/>
                      <a:pt x="213" y="3202"/>
                    </a:cubicBezTo>
                    <a:cubicBezTo>
                      <a:pt x="0" y="6324"/>
                      <a:pt x="1952" y="7123"/>
                      <a:pt x="2449" y="7212"/>
                    </a:cubicBezTo>
                    <a:cubicBezTo>
                      <a:pt x="2562" y="7232"/>
                      <a:pt x="2672" y="7242"/>
                      <a:pt x="2776" y="7242"/>
                    </a:cubicBezTo>
                    <a:cubicBezTo>
                      <a:pt x="3126" y="7242"/>
                      <a:pt x="3397" y="7125"/>
                      <a:pt x="3425" y="6893"/>
                    </a:cubicBezTo>
                    <a:cubicBezTo>
                      <a:pt x="3460" y="6591"/>
                      <a:pt x="3495" y="5810"/>
                      <a:pt x="3549" y="5810"/>
                    </a:cubicBezTo>
                    <a:cubicBezTo>
                      <a:pt x="3602" y="5810"/>
                      <a:pt x="3564" y="6813"/>
                      <a:pt x="3619" y="6964"/>
                    </a:cubicBezTo>
                    <a:cubicBezTo>
                      <a:pt x="3686" y="7142"/>
                      <a:pt x="3993" y="7260"/>
                      <a:pt x="4402" y="7260"/>
                    </a:cubicBezTo>
                    <a:cubicBezTo>
                      <a:pt x="4652" y="7260"/>
                      <a:pt x="4939" y="7216"/>
                      <a:pt x="5232" y="7114"/>
                    </a:cubicBezTo>
                    <a:cubicBezTo>
                      <a:pt x="6031" y="6835"/>
                      <a:pt x="6743" y="5650"/>
                      <a:pt x="6636" y="2883"/>
                    </a:cubicBezTo>
                    <a:cubicBezTo>
                      <a:pt x="6543" y="472"/>
                      <a:pt x="4594" y="0"/>
                      <a:pt x="395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8" name="Google Shape;1238;p63"/>
              <p:cNvSpPr/>
              <p:nvPr/>
            </p:nvSpPr>
            <p:spPr>
              <a:xfrm>
                <a:off x="6078057" y="3277251"/>
                <a:ext cx="12796" cy="153010"/>
              </a:xfrm>
              <a:custGeom>
                <a:rect b="b" l="l" r="r" t="t"/>
                <a:pathLst>
                  <a:path extrusionOk="0" h="3659" w="306">
                    <a:moveTo>
                      <a:pt x="30" y="1"/>
                    </a:moveTo>
                    <a:cubicBezTo>
                      <a:pt x="30" y="1"/>
                      <a:pt x="29" y="1"/>
                      <a:pt x="28" y="1"/>
                    </a:cubicBezTo>
                    <a:cubicBezTo>
                      <a:pt x="12" y="3"/>
                      <a:pt x="0" y="17"/>
                      <a:pt x="1" y="33"/>
                    </a:cubicBezTo>
                    <a:cubicBezTo>
                      <a:pt x="109" y="1214"/>
                      <a:pt x="235" y="2446"/>
                      <a:pt x="161" y="3628"/>
                    </a:cubicBezTo>
                    <a:cubicBezTo>
                      <a:pt x="160" y="3648"/>
                      <a:pt x="175" y="3659"/>
                      <a:pt x="191" y="3659"/>
                    </a:cubicBezTo>
                    <a:cubicBezTo>
                      <a:pt x="205" y="3659"/>
                      <a:pt x="218" y="3651"/>
                      <a:pt x="220" y="3635"/>
                    </a:cubicBezTo>
                    <a:cubicBezTo>
                      <a:pt x="266" y="3335"/>
                      <a:pt x="286" y="3032"/>
                      <a:pt x="293" y="2730"/>
                    </a:cubicBezTo>
                    <a:cubicBezTo>
                      <a:pt x="306" y="2125"/>
                      <a:pt x="263" y="1521"/>
                      <a:pt x="192" y="921"/>
                    </a:cubicBezTo>
                    <a:cubicBezTo>
                      <a:pt x="157" y="622"/>
                      <a:pt x="111" y="323"/>
                      <a:pt x="61" y="26"/>
                    </a:cubicBezTo>
                    <a:cubicBezTo>
                      <a:pt x="58" y="11"/>
                      <a:pt x="45" y="1"/>
                      <a:pt x="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9" name="Google Shape;1239;p63"/>
              <p:cNvSpPr/>
              <p:nvPr/>
            </p:nvSpPr>
            <p:spPr>
              <a:xfrm>
                <a:off x="5989571" y="3235810"/>
                <a:ext cx="82255" cy="37259"/>
              </a:xfrm>
              <a:custGeom>
                <a:rect b="b" l="l" r="r" t="t"/>
                <a:pathLst>
                  <a:path extrusionOk="0" h="891" w="1967">
                    <a:moveTo>
                      <a:pt x="634" y="0"/>
                    </a:moveTo>
                    <a:cubicBezTo>
                      <a:pt x="296" y="0"/>
                      <a:pt x="1" y="487"/>
                      <a:pt x="250" y="766"/>
                    </a:cubicBezTo>
                    <a:cubicBezTo>
                      <a:pt x="342" y="855"/>
                      <a:pt x="434" y="890"/>
                      <a:pt x="526" y="890"/>
                    </a:cubicBezTo>
                    <a:cubicBezTo>
                      <a:pt x="883" y="890"/>
                      <a:pt x="1230" y="351"/>
                      <a:pt x="1524" y="351"/>
                    </a:cubicBezTo>
                    <a:cubicBezTo>
                      <a:pt x="1664" y="351"/>
                      <a:pt x="1793" y="473"/>
                      <a:pt x="1905" y="833"/>
                    </a:cubicBezTo>
                    <a:cubicBezTo>
                      <a:pt x="1910" y="846"/>
                      <a:pt x="1921" y="854"/>
                      <a:pt x="1933" y="854"/>
                    </a:cubicBezTo>
                    <a:cubicBezTo>
                      <a:pt x="1936" y="854"/>
                      <a:pt x="1938" y="854"/>
                      <a:pt x="1940" y="853"/>
                    </a:cubicBezTo>
                    <a:cubicBezTo>
                      <a:pt x="1957" y="850"/>
                      <a:pt x="1966" y="834"/>
                      <a:pt x="1963" y="818"/>
                    </a:cubicBezTo>
                    <a:cubicBezTo>
                      <a:pt x="1930" y="678"/>
                      <a:pt x="1889" y="537"/>
                      <a:pt x="1802" y="409"/>
                    </a:cubicBezTo>
                    <a:cubicBezTo>
                      <a:pt x="1725" y="292"/>
                      <a:pt x="1627" y="248"/>
                      <a:pt x="1524" y="248"/>
                    </a:cubicBezTo>
                    <a:cubicBezTo>
                      <a:pt x="1339" y="248"/>
                      <a:pt x="1135" y="389"/>
                      <a:pt x="995" y="504"/>
                    </a:cubicBezTo>
                    <a:cubicBezTo>
                      <a:pt x="857" y="603"/>
                      <a:pt x="685" y="769"/>
                      <a:pt x="521" y="769"/>
                    </a:cubicBezTo>
                    <a:cubicBezTo>
                      <a:pt x="458" y="769"/>
                      <a:pt x="396" y="745"/>
                      <a:pt x="338" y="685"/>
                    </a:cubicBezTo>
                    <a:cubicBezTo>
                      <a:pt x="170" y="500"/>
                      <a:pt x="358" y="153"/>
                      <a:pt x="579" y="96"/>
                    </a:cubicBezTo>
                    <a:cubicBezTo>
                      <a:pt x="603" y="88"/>
                      <a:pt x="628" y="84"/>
                      <a:pt x="653" y="84"/>
                    </a:cubicBezTo>
                    <a:cubicBezTo>
                      <a:pt x="751" y="84"/>
                      <a:pt x="847" y="141"/>
                      <a:pt x="918" y="224"/>
                    </a:cubicBezTo>
                    <a:cubicBezTo>
                      <a:pt x="923" y="230"/>
                      <a:pt x="931" y="234"/>
                      <a:pt x="940" y="234"/>
                    </a:cubicBezTo>
                    <a:cubicBezTo>
                      <a:pt x="946" y="234"/>
                      <a:pt x="952" y="232"/>
                      <a:pt x="958" y="227"/>
                    </a:cubicBezTo>
                    <a:cubicBezTo>
                      <a:pt x="971" y="217"/>
                      <a:pt x="973" y="199"/>
                      <a:pt x="964" y="186"/>
                    </a:cubicBezTo>
                    <a:cubicBezTo>
                      <a:pt x="918" y="127"/>
                      <a:pt x="863" y="72"/>
                      <a:pt x="792" y="38"/>
                    </a:cubicBezTo>
                    <a:cubicBezTo>
                      <a:pt x="739" y="12"/>
                      <a:pt x="686" y="0"/>
                      <a:pt x="6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0" name="Google Shape;1240;p63"/>
              <p:cNvSpPr/>
              <p:nvPr/>
            </p:nvSpPr>
            <p:spPr>
              <a:xfrm>
                <a:off x="5959546" y="3290381"/>
                <a:ext cx="121229" cy="53317"/>
              </a:xfrm>
              <a:custGeom>
                <a:rect b="b" l="l" r="r" t="t"/>
                <a:pathLst>
                  <a:path extrusionOk="0" h="1275" w="2899">
                    <a:moveTo>
                      <a:pt x="601" y="0"/>
                    </a:moveTo>
                    <a:cubicBezTo>
                      <a:pt x="428" y="0"/>
                      <a:pt x="238" y="103"/>
                      <a:pt x="19" y="371"/>
                    </a:cubicBezTo>
                    <a:cubicBezTo>
                      <a:pt x="0" y="392"/>
                      <a:pt x="22" y="419"/>
                      <a:pt x="44" y="419"/>
                    </a:cubicBezTo>
                    <a:cubicBezTo>
                      <a:pt x="51" y="419"/>
                      <a:pt x="59" y="416"/>
                      <a:pt x="65" y="409"/>
                    </a:cubicBezTo>
                    <a:cubicBezTo>
                      <a:pt x="190" y="279"/>
                      <a:pt x="336" y="140"/>
                      <a:pt x="515" y="105"/>
                    </a:cubicBezTo>
                    <a:cubicBezTo>
                      <a:pt x="540" y="100"/>
                      <a:pt x="564" y="97"/>
                      <a:pt x="588" y="97"/>
                    </a:cubicBezTo>
                    <a:cubicBezTo>
                      <a:pt x="735" y="97"/>
                      <a:pt x="871" y="191"/>
                      <a:pt x="982" y="304"/>
                    </a:cubicBezTo>
                    <a:cubicBezTo>
                      <a:pt x="1322" y="632"/>
                      <a:pt x="1554" y="1172"/>
                      <a:pt x="2067" y="1272"/>
                    </a:cubicBezTo>
                    <a:cubicBezTo>
                      <a:pt x="2096" y="1274"/>
                      <a:pt x="2124" y="1275"/>
                      <a:pt x="2153" y="1275"/>
                    </a:cubicBezTo>
                    <a:cubicBezTo>
                      <a:pt x="2340" y="1275"/>
                      <a:pt x="2524" y="1228"/>
                      <a:pt x="2653" y="1078"/>
                    </a:cubicBezTo>
                    <a:cubicBezTo>
                      <a:pt x="2899" y="770"/>
                      <a:pt x="2393" y="246"/>
                      <a:pt x="2103" y="246"/>
                    </a:cubicBezTo>
                    <a:cubicBezTo>
                      <a:pt x="1977" y="246"/>
                      <a:pt x="1892" y="346"/>
                      <a:pt x="1929" y="607"/>
                    </a:cubicBezTo>
                    <a:cubicBezTo>
                      <a:pt x="1931" y="624"/>
                      <a:pt x="1944" y="632"/>
                      <a:pt x="1958" y="632"/>
                    </a:cubicBezTo>
                    <a:cubicBezTo>
                      <a:pt x="1974" y="632"/>
                      <a:pt x="1991" y="620"/>
                      <a:pt x="1987" y="598"/>
                    </a:cubicBezTo>
                    <a:cubicBezTo>
                      <a:pt x="1962" y="404"/>
                      <a:pt x="2017" y="329"/>
                      <a:pt x="2105" y="329"/>
                    </a:cubicBezTo>
                    <a:cubicBezTo>
                      <a:pt x="2323" y="329"/>
                      <a:pt x="2738" y="795"/>
                      <a:pt x="2560" y="1008"/>
                    </a:cubicBezTo>
                    <a:cubicBezTo>
                      <a:pt x="2419" y="1116"/>
                      <a:pt x="2291" y="1161"/>
                      <a:pt x="2171" y="1161"/>
                    </a:cubicBezTo>
                    <a:cubicBezTo>
                      <a:pt x="1562" y="1161"/>
                      <a:pt x="1180" y="0"/>
                      <a:pt x="6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1" name="Google Shape;1241;p63"/>
              <p:cNvSpPr/>
              <p:nvPr/>
            </p:nvSpPr>
            <p:spPr>
              <a:xfrm>
                <a:off x="5972343" y="3360467"/>
                <a:ext cx="99902" cy="101240"/>
              </a:xfrm>
              <a:custGeom>
                <a:rect b="b" l="l" r="r" t="t"/>
                <a:pathLst>
                  <a:path extrusionOk="0" h="2421" w="2389">
                    <a:moveTo>
                      <a:pt x="1342" y="0"/>
                    </a:moveTo>
                    <a:cubicBezTo>
                      <a:pt x="1025" y="0"/>
                      <a:pt x="755" y="101"/>
                      <a:pt x="718" y="395"/>
                    </a:cubicBezTo>
                    <a:cubicBezTo>
                      <a:pt x="739" y="883"/>
                      <a:pt x="1157" y="1199"/>
                      <a:pt x="1472" y="1510"/>
                    </a:cubicBezTo>
                    <a:cubicBezTo>
                      <a:pt x="1572" y="1612"/>
                      <a:pt x="1652" y="1726"/>
                      <a:pt x="1634" y="1847"/>
                    </a:cubicBezTo>
                    <a:cubicBezTo>
                      <a:pt x="1620" y="1910"/>
                      <a:pt x="1593" y="1971"/>
                      <a:pt x="1559" y="2026"/>
                    </a:cubicBezTo>
                    <a:cubicBezTo>
                      <a:pt x="1460" y="2217"/>
                      <a:pt x="1241" y="2300"/>
                      <a:pt x="1004" y="2300"/>
                    </a:cubicBezTo>
                    <a:cubicBezTo>
                      <a:pt x="585" y="2300"/>
                      <a:pt x="108" y="2041"/>
                      <a:pt x="124" y="1662"/>
                    </a:cubicBezTo>
                    <a:cubicBezTo>
                      <a:pt x="128" y="1423"/>
                      <a:pt x="308" y="1311"/>
                      <a:pt x="479" y="1311"/>
                    </a:cubicBezTo>
                    <a:cubicBezTo>
                      <a:pt x="679" y="1311"/>
                      <a:pt x="867" y="1466"/>
                      <a:pt x="740" y="1752"/>
                    </a:cubicBezTo>
                    <a:cubicBezTo>
                      <a:pt x="731" y="1768"/>
                      <a:pt x="738" y="1789"/>
                      <a:pt x="755" y="1796"/>
                    </a:cubicBezTo>
                    <a:cubicBezTo>
                      <a:pt x="758" y="1797"/>
                      <a:pt x="761" y="1797"/>
                      <a:pt x="764" y="1797"/>
                    </a:cubicBezTo>
                    <a:cubicBezTo>
                      <a:pt x="807" y="1797"/>
                      <a:pt x="819" y="1701"/>
                      <a:pt x="835" y="1668"/>
                    </a:cubicBezTo>
                    <a:cubicBezTo>
                      <a:pt x="868" y="1550"/>
                      <a:pt x="841" y="1412"/>
                      <a:pt x="743" y="1329"/>
                    </a:cubicBezTo>
                    <a:cubicBezTo>
                      <a:pt x="660" y="1255"/>
                      <a:pt x="563" y="1222"/>
                      <a:pt x="467" y="1222"/>
                    </a:cubicBezTo>
                    <a:cubicBezTo>
                      <a:pt x="244" y="1222"/>
                      <a:pt x="29" y="1401"/>
                      <a:pt x="23" y="1655"/>
                    </a:cubicBezTo>
                    <a:cubicBezTo>
                      <a:pt x="0" y="2117"/>
                      <a:pt x="528" y="2420"/>
                      <a:pt x="1005" y="2420"/>
                    </a:cubicBezTo>
                    <a:cubicBezTo>
                      <a:pt x="1279" y="2420"/>
                      <a:pt x="1536" y="2321"/>
                      <a:pt x="1663" y="2094"/>
                    </a:cubicBezTo>
                    <a:cubicBezTo>
                      <a:pt x="2045" y="1529"/>
                      <a:pt x="1174" y="1230"/>
                      <a:pt x="965" y="784"/>
                    </a:cubicBezTo>
                    <a:cubicBezTo>
                      <a:pt x="633" y="266"/>
                      <a:pt x="962" y="98"/>
                      <a:pt x="1394" y="98"/>
                    </a:cubicBezTo>
                    <a:cubicBezTo>
                      <a:pt x="1732" y="98"/>
                      <a:pt x="2134" y="201"/>
                      <a:pt x="2331" y="319"/>
                    </a:cubicBezTo>
                    <a:cubicBezTo>
                      <a:pt x="2336" y="322"/>
                      <a:pt x="2341" y="323"/>
                      <a:pt x="2346" y="323"/>
                    </a:cubicBezTo>
                    <a:cubicBezTo>
                      <a:pt x="2372" y="323"/>
                      <a:pt x="2389" y="284"/>
                      <a:pt x="2361" y="267"/>
                    </a:cubicBezTo>
                    <a:cubicBezTo>
                      <a:pt x="2160" y="142"/>
                      <a:pt x="1718" y="0"/>
                      <a:pt x="13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2" name="Google Shape;1242;p63"/>
              <p:cNvSpPr/>
              <p:nvPr/>
            </p:nvSpPr>
            <p:spPr>
              <a:xfrm>
                <a:off x="6097921" y="3235851"/>
                <a:ext cx="82046" cy="37218"/>
              </a:xfrm>
              <a:custGeom>
                <a:rect b="b" l="l" r="r" t="t"/>
                <a:pathLst>
                  <a:path extrusionOk="0" h="890" w="1962">
                    <a:moveTo>
                      <a:pt x="1314" y="0"/>
                    </a:moveTo>
                    <a:cubicBezTo>
                      <a:pt x="1202" y="0"/>
                      <a:pt x="1088" y="54"/>
                      <a:pt x="998" y="185"/>
                    </a:cubicBezTo>
                    <a:cubicBezTo>
                      <a:pt x="981" y="206"/>
                      <a:pt x="1002" y="233"/>
                      <a:pt x="1023" y="233"/>
                    </a:cubicBezTo>
                    <a:cubicBezTo>
                      <a:pt x="1031" y="233"/>
                      <a:pt x="1038" y="230"/>
                      <a:pt x="1045" y="223"/>
                    </a:cubicBezTo>
                    <a:cubicBezTo>
                      <a:pt x="1113" y="140"/>
                      <a:pt x="1210" y="83"/>
                      <a:pt x="1307" y="83"/>
                    </a:cubicBezTo>
                    <a:cubicBezTo>
                      <a:pt x="1332" y="83"/>
                      <a:pt x="1356" y="87"/>
                      <a:pt x="1381" y="95"/>
                    </a:cubicBezTo>
                    <a:cubicBezTo>
                      <a:pt x="1601" y="154"/>
                      <a:pt x="1784" y="499"/>
                      <a:pt x="1620" y="684"/>
                    </a:cubicBezTo>
                    <a:cubicBezTo>
                      <a:pt x="1562" y="744"/>
                      <a:pt x="1501" y="768"/>
                      <a:pt x="1439" y="768"/>
                    </a:cubicBezTo>
                    <a:cubicBezTo>
                      <a:pt x="1275" y="768"/>
                      <a:pt x="1104" y="602"/>
                      <a:pt x="967" y="503"/>
                    </a:cubicBezTo>
                    <a:cubicBezTo>
                      <a:pt x="768" y="335"/>
                      <a:pt x="595" y="248"/>
                      <a:pt x="451" y="248"/>
                    </a:cubicBezTo>
                    <a:cubicBezTo>
                      <a:pt x="239" y="248"/>
                      <a:pt x="88" y="434"/>
                      <a:pt x="6" y="817"/>
                    </a:cubicBezTo>
                    <a:cubicBezTo>
                      <a:pt x="1" y="839"/>
                      <a:pt x="19" y="853"/>
                      <a:pt x="36" y="853"/>
                    </a:cubicBezTo>
                    <a:cubicBezTo>
                      <a:pt x="48" y="853"/>
                      <a:pt x="59" y="846"/>
                      <a:pt x="63" y="832"/>
                    </a:cubicBezTo>
                    <a:cubicBezTo>
                      <a:pt x="175" y="472"/>
                      <a:pt x="302" y="350"/>
                      <a:pt x="441" y="350"/>
                    </a:cubicBezTo>
                    <a:cubicBezTo>
                      <a:pt x="734" y="350"/>
                      <a:pt x="1078" y="889"/>
                      <a:pt x="1433" y="889"/>
                    </a:cubicBezTo>
                    <a:cubicBezTo>
                      <a:pt x="1524" y="889"/>
                      <a:pt x="1616" y="854"/>
                      <a:pt x="1708" y="764"/>
                    </a:cubicBezTo>
                    <a:cubicBezTo>
                      <a:pt x="1962" y="447"/>
                      <a:pt x="1640" y="0"/>
                      <a:pt x="13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3" name="Google Shape;1243;p63"/>
              <p:cNvSpPr/>
              <p:nvPr/>
            </p:nvSpPr>
            <p:spPr>
              <a:xfrm>
                <a:off x="6088177" y="3290716"/>
                <a:ext cx="121313" cy="53108"/>
              </a:xfrm>
              <a:custGeom>
                <a:rect b="b" l="l" r="r" t="t"/>
                <a:pathLst>
                  <a:path extrusionOk="0" h="1270" w="2901">
                    <a:moveTo>
                      <a:pt x="2318" y="0"/>
                    </a:moveTo>
                    <a:cubicBezTo>
                      <a:pt x="1657" y="0"/>
                      <a:pt x="1408" y="1147"/>
                      <a:pt x="750" y="1147"/>
                    </a:cubicBezTo>
                    <a:cubicBezTo>
                      <a:pt x="694" y="1147"/>
                      <a:pt x="634" y="1139"/>
                      <a:pt x="571" y="1120"/>
                    </a:cubicBezTo>
                    <a:cubicBezTo>
                      <a:pt x="1" y="997"/>
                      <a:pt x="548" y="321"/>
                      <a:pt x="811" y="321"/>
                    </a:cubicBezTo>
                    <a:cubicBezTo>
                      <a:pt x="899" y="321"/>
                      <a:pt x="955" y="396"/>
                      <a:pt x="928" y="590"/>
                    </a:cubicBezTo>
                    <a:cubicBezTo>
                      <a:pt x="925" y="612"/>
                      <a:pt x="942" y="624"/>
                      <a:pt x="958" y="624"/>
                    </a:cubicBezTo>
                    <a:cubicBezTo>
                      <a:pt x="972" y="624"/>
                      <a:pt x="985" y="616"/>
                      <a:pt x="987" y="599"/>
                    </a:cubicBezTo>
                    <a:cubicBezTo>
                      <a:pt x="1023" y="337"/>
                      <a:pt x="939" y="237"/>
                      <a:pt x="813" y="237"/>
                    </a:cubicBezTo>
                    <a:cubicBezTo>
                      <a:pt x="526" y="237"/>
                      <a:pt x="25" y="760"/>
                      <a:pt x="266" y="1068"/>
                    </a:cubicBezTo>
                    <a:cubicBezTo>
                      <a:pt x="385" y="1204"/>
                      <a:pt x="562" y="1269"/>
                      <a:pt x="740" y="1269"/>
                    </a:cubicBezTo>
                    <a:cubicBezTo>
                      <a:pt x="882" y="1269"/>
                      <a:pt x="1025" y="1228"/>
                      <a:pt x="1140" y="1149"/>
                    </a:cubicBezTo>
                    <a:cubicBezTo>
                      <a:pt x="1579" y="870"/>
                      <a:pt x="1883" y="92"/>
                      <a:pt x="2330" y="92"/>
                    </a:cubicBezTo>
                    <a:cubicBezTo>
                      <a:pt x="2480" y="92"/>
                      <a:pt x="2645" y="179"/>
                      <a:pt x="2837" y="401"/>
                    </a:cubicBezTo>
                    <a:cubicBezTo>
                      <a:pt x="2843" y="408"/>
                      <a:pt x="2851" y="412"/>
                      <a:pt x="2858" y="412"/>
                    </a:cubicBezTo>
                    <a:cubicBezTo>
                      <a:pt x="2880" y="412"/>
                      <a:pt x="2901" y="384"/>
                      <a:pt x="2882" y="363"/>
                    </a:cubicBezTo>
                    <a:cubicBezTo>
                      <a:pt x="2754" y="211"/>
                      <a:pt x="2611" y="60"/>
                      <a:pt x="2409" y="7"/>
                    </a:cubicBezTo>
                    <a:cubicBezTo>
                      <a:pt x="2378" y="2"/>
                      <a:pt x="2347" y="0"/>
                      <a:pt x="23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4" name="Google Shape;1244;p63"/>
              <p:cNvSpPr/>
              <p:nvPr/>
            </p:nvSpPr>
            <p:spPr>
              <a:xfrm>
                <a:off x="6097544" y="3360760"/>
                <a:ext cx="107429" cy="100947"/>
              </a:xfrm>
              <a:custGeom>
                <a:rect b="b" l="l" r="r" t="t"/>
                <a:pathLst>
                  <a:path extrusionOk="0" h="2414" w="2569">
                    <a:moveTo>
                      <a:pt x="1015" y="0"/>
                    </a:moveTo>
                    <a:cubicBezTo>
                      <a:pt x="665" y="0"/>
                      <a:pt x="260" y="110"/>
                      <a:pt x="29" y="261"/>
                    </a:cubicBezTo>
                    <a:cubicBezTo>
                      <a:pt x="0" y="276"/>
                      <a:pt x="18" y="317"/>
                      <a:pt x="43" y="317"/>
                    </a:cubicBezTo>
                    <a:cubicBezTo>
                      <a:pt x="48" y="317"/>
                      <a:pt x="53" y="315"/>
                      <a:pt x="57" y="312"/>
                    </a:cubicBezTo>
                    <a:cubicBezTo>
                      <a:pt x="284" y="195"/>
                      <a:pt x="646" y="87"/>
                      <a:pt x="971" y="87"/>
                    </a:cubicBezTo>
                    <a:cubicBezTo>
                      <a:pt x="1169" y="87"/>
                      <a:pt x="1354" y="127"/>
                      <a:pt x="1485" y="231"/>
                    </a:cubicBezTo>
                    <a:cubicBezTo>
                      <a:pt x="1697" y="484"/>
                      <a:pt x="1331" y="922"/>
                      <a:pt x="1146" y="1112"/>
                    </a:cubicBezTo>
                    <a:cubicBezTo>
                      <a:pt x="747" y="1483"/>
                      <a:pt x="350" y="1763"/>
                      <a:pt x="879" y="2268"/>
                    </a:cubicBezTo>
                    <a:cubicBezTo>
                      <a:pt x="1010" y="2369"/>
                      <a:pt x="1184" y="2414"/>
                      <a:pt x="1366" y="2414"/>
                    </a:cubicBezTo>
                    <a:cubicBezTo>
                      <a:pt x="1928" y="2414"/>
                      <a:pt x="2569" y="1986"/>
                      <a:pt x="2279" y="1415"/>
                    </a:cubicBezTo>
                    <a:cubicBezTo>
                      <a:pt x="2207" y="1283"/>
                      <a:pt x="2061" y="1219"/>
                      <a:pt x="1917" y="1219"/>
                    </a:cubicBezTo>
                    <a:cubicBezTo>
                      <a:pt x="1728" y="1219"/>
                      <a:pt x="1543" y="1329"/>
                      <a:pt x="1532" y="1542"/>
                    </a:cubicBezTo>
                    <a:cubicBezTo>
                      <a:pt x="1523" y="1623"/>
                      <a:pt x="1556" y="1700"/>
                      <a:pt x="1586" y="1774"/>
                    </a:cubicBezTo>
                    <a:cubicBezTo>
                      <a:pt x="1591" y="1785"/>
                      <a:pt x="1602" y="1791"/>
                      <a:pt x="1613" y="1791"/>
                    </a:cubicBezTo>
                    <a:cubicBezTo>
                      <a:pt x="1617" y="1791"/>
                      <a:pt x="1622" y="1790"/>
                      <a:pt x="1626" y="1788"/>
                    </a:cubicBezTo>
                    <a:cubicBezTo>
                      <a:pt x="1641" y="1780"/>
                      <a:pt x="1647" y="1760"/>
                      <a:pt x="1639" y="1745"/>
                    </a:cubicBezTo>
                    <a:cubicBezTo>
                      <a:pt x="1513" y="1460"/>
                      <a:pt x="1699" y="1304"/>
                      <a:pt x="1898" y="1304"/>
                    </a:cubicBezTo>
                    <a:cubicBezTo>
                      <a:pt x="2067" y="1304"/>
                      <a:pt x="2245" y="1416"/>
                      <a:pt x="2250" y="1654"/>
                    </a:cubicBezTo>
                    <a:cubicBezTo>
                      <a:pt x="2267" y="2033"/>
                      <a:pt x="1792" y="2293"/>
                      <a:pt x="1376" y="2293"/>
                    </a:cubicBezTo>
                    <a:cubicBezTo>
                      <a:pt x="1141" y="2293"/>
                      <a:pt x="925" y="2211"/>
                      <a:pt x="826" y="2019"/>
                    </a:cubicBezTo>
                    <a:cubicBezTo>
                      <a:pt x="792" y="1963"/>
                      <a:pt x="766" y="1903"/>
                      <a:pt x="752" y="1840"/>
                    </a:cubicBezTo>
                    <a:cubicBezTo>
                      <a:pt x="734" y="1720"/>
                      <a:pt x="812" y="1605"/>
                      <a:pt x="911" y="1503"/>
                    </a:cubicBezTo>
                    <a:cubicBezTo>
                      <a:pt x="1118" y="1296"/>
                      <a:pt x="1365" y="1102"/>
                      <a:pt x="1515" y="838"/>
                    </a:cubicBezTo>
                    <a:cubicBezTo>
                      <a:pt x="1885" y="216"/>
                      <a:pt x="1505" y="0"/>
                      <a:pt x="10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5" name="Google Shape;1245;p63"/>
              <p:cNvSpPr/>
              <p:nvPr/>
            </p:nvSpPr>
            <p:spPr>
              <a:xfrm>
                <a:off x="6108919" y="3486505"/>
                <a:ext cx="68246" cy="21578"/>
              </a:xfrm>
              <a:custGeom>
                <a:rect b="b" l="l" r="r" t="t"/>
                <a:pathLst>
                  <a:path extrusionOk="0" h="516" w="1632">
                    <a:moveTo>
                      <a:pt x="1589" y="1"/>
                    </a:moveTo>
                    <a:cubicBezTo>
                      <a:pt x="1583" y="1"/>
                      <a:pt x="1577" y="3"/>
                      <a:pt x="1572" y="7"/>
                    </a:cubicBezTo>
                    <a:cubicBezTo>
                      <a:pt x="1220" y="260"/>
                      <a:pt x="796" y="405"/>
                      <a:pt x="366" y="405"/>
                    </a:cubicBezTo>
                    <a:cubicBezTo>
                      <a:pt x="260" y="405"/>
                      <a:pt x="153" y="396"/>
                      <a:pt x="47" y="378"/>
                    </a:cubicBezTo>
                    <a:cubicBezTo>
                      <a:pt x="45" y="378"/>
                      <a:pt x="43" y="377"/>
                      <a:pt x="41" y="377"/>
                    </a:cubicBezTo>
                    <a:cubicBezTo>
                      <a:pt x="12" y="377"/>
                      <a:pt x="1" y="423"/>
                      <a:pt x="32" y="435"/>
                    </a:cubicBezTo>
                    <a:cubicBezTo>
                      <a:pt x="181" y="489"/>
                      <a:pt x="340" y="515"/>
                      <a:pt x="499" y="515"/>
                    </a:cubicBezTo>
                    <a:cubicBezTo>
                      <a:pt x="910" y="515"/>
                      <a:pt x="1327" y="343"/>
                      <a:pt x="1611" y="51"/>
                    </a:cubicBezTo>
                    <a:cubicBezTo>
                      <a:pt x="1631" y="31"/>
                      <a:pt x="1612" y="1"/>
                      <a:pt x="15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6" name="Google Shape;1246;p63"/>
              <p:cNvSpPr/>
              <p:nvPr/>
            </p:nvSpPr>
            <p:spPr>
              <a:xfrm>
                <a:off x="6028420" y="3218121"/>
                <a:ext cx="32827" cy="7485"/>
              </a:xfrm>
              <a:custGeom>
                <a:rect b="b" l="l" r="r" t="t"/>
                <a:pathLst>
                  <a:path extrusionOk="0" h="179" w="785">
                    <a:moveTo>
                      <a:pt x="476" y="0"/>
                    </a:moveTo>
                    <a:cubicBezTo>
                      <a:pt x="319" y="0"/>
                      <a:pt x="160" y="42"/>
                      <a:pt x="26" y="123"/>
                    </a:cubicBezTo>
                    <a:cubicBezTo>
                      <a:pt x="1" y="138"/>
                      <a:pt x="13" y="179"/>
                      <a:pt x="41" y="179"/>
                    </a:cubicBezTo>
                    <a:cubicBezTo>
                      <a:pt x="43" y="179"/>
                      <a:pt x="44" y="179"/>
                      <a:pt x="46" y="179"/>
                    </a:cubicBezTo>
                    <a:cubicBezTo>
                      <a:pt x="282" y="142"/>
                      <a:pt x="505" y="115"/>
                      <a:pt x="746" y="105"/>
                    </a:cubicBezTo>
                    <a:cubicBezTo>
                      <a:pt x="777" y="104"/>
                      <a:pt x="785" y="56"/>
                      <a:pt x="754" y="47"/>
                    </a:cubicBezTo>
                    <a:cubicBezTo>
                      <a:pt x="666" y="16"/>
                      <a:pt x="571" y="0"/>
                      <a:pt x="47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7" name="Google Shape;1247;p63"/>
              <p:cNvSpPr/>
              <p:nvPr/>
            </p:nvSpPr>
            <p:spPr>
              <a:xfrm>
                <a:off x="6044018" y="3427794"/>
                <a:ext cx="32618" cy="59381"/>
              </a:xfrm>
              <a:custGeom>
                <a:rect b="b" l="l" r="r" t="t"/>
                <a:pathLst>
                  <a:path extrusionOk="0" h="1420" w="780">
                    <a:moveTo>
                      <a:pt x="399" y="0"/>
                    </a:moveTo>
                    <a:cubicBezTo>
                      <a:pt x="379" y="0"/>
                      <a:pt x="359" y="22"/>
                      <a:pt x="371" y="44"/>
                    </a:cubicBezTo>
                    <a:cubicBezTo>
                      <a:pt x="612" y="500"/>
                      <a:pt x="492" y="1109"/>
                      <a:pt x="28" y="1364"/>
                    </a:cubicBezTo>
                    <a:cubicBezTo>
                      <a:pt x="0" y="1379"/>
                      <a:pt x="15" y="1420"/>
                      <a:pt x="41" y="1420"/>
                    </a:cubicBezTo>
                    <a:cubicBezTo>
                      <a:pt x="44" y="1420"/>
                      <a:pt x="48" y="1419"/>
                      <a:pt x="51" y="1418"/>
                    </a:cubicBezTo>
                    <a:cubicBezTo>
                      <a:pt x="618" y="1237"/>
                      <a:pt x="779" y="452"/>
                      <a:pt x="421" y="12"/>
                    </a:cubicBezTo>
                    <a:cubicBezTo>
                      <a:pt x="415" y="4"/>
                      <a:pt x="407" y="0"/>
                      <a:pt x="3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8" name="Google Shape;1248;p63"/>
              <p:cNvSpPr/>
              <p:nvPr/>
            </p:nvSpPr>
            <p:spPr>
              <a:xfrm>
                <a:off x="6099426" y="3424323"/>
                <a:ext cx="26847" cy="57583"/>
              </a:xfrm>
              <a:custGeom>
                <a:rect b="b" l="l" r="r" t="t"/>
                <a:pathLst>
                  <a:path extrusionOk="0" h="1377" w="642">
                    <a:moveTo>
                      <a:pt x="223" y="1"/>
                    </a:moveTo>
                    <a:cubicBezTo>
                      <a:pt x="212" y="1"/>
                      <a:pt x="202" y="6"/>
                      <a:pt x="197" y="18"/>
                    </a:cubicBezTo>
                    <a:cubicBezTo>
                      <a:pt x="0" y="475"/>
                      <a:pt x="86" y="1157"/>
                      <a:pt x="588" y="1374"/>
                    </a:cubicBezTo>
                    <a:cubicBezTo>
                      <a:pt x="592" y="1376"/>
                      <a:pt x="596" y="1377"/>
                      <a:pt x="599" y="1377"/>
                    </a:cubicBezTo>
                    <a:cubicBezTo>
                      <a:pt x="625" y="1377"/>
                      <a:pt x="642" y="1339"/>
                      <a:pt x="616" y="1322"/>
                    </a:cubicBezTo>
                    <a:cubicBezTo>
                      <a:pt x="207" y="1042"/>
                      <a:pt x="167" y="485"/>
                      <a:pt x="253" y="36"/>
                    </a:cubicBezTo>
                    <a:cubicBezTo>
                      <a:pt x="257" y="15"/>
                      <a:pt x="240" y="1"/>
                      <a:pt x="2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49" name="Google Shape;1249;p63"/>
            <p:cNvGrpSpPr/>
            <p:nvPr/>
          </p:nvGrpSpPr>
          <p:grpSpPr>
            <a:xfrm flipH="1" rot="4316719">
              <a:off x="1232015" y="860931"/>
              <a:ext cx="56446" cy="199572"/>
              <a:chOff x="1825350" y="-685725"/>
              <a:chExt cx="102125" cy="361075"/>
            </a:xfrm>
          </p:grpSpPr>
          <p:sp>
            <p:nvSpPr>
              <p:cNvPr id="1250" name="Google Shape;1250;p63"/>
              <p:cNvSpPr/>
              <p:nvPr/>
            </p:nvSpPr>
            <p:spPr>
              <a:xfrm>
                <a:off x="1825350" y="-685725"/>
                <a:ext cx="102125" cy="361075"/>
              </a:xfrm>
              <a:custGeom>
                <a:rect b="b" l="l" r="r" t="t"/>
                <a:pathLst>
                  <a:path extrusionOk="0" h="14443" w="4085">
                    <a:moveTo>
                      <a:pt x="352" y="0"/>
                    </a:moveTo>
                    <a:cubicBezTo>
                      <a:pt x="350" y="0"/>
                      <a:pt x="348" y="0"/>
                      <a:pt x="346" y="1"/>
                    </a:cubicBezTo>
                    <a:cubicBezTo>
                      <a:pt x="1" y="49"/>
                      <a:pt x="1684" y="4346"/>
                      <a:pt x="1967" y="7674"/>
                    </a:cubicBezTo>
                    <a:cubicBezTo>
                      <a:pt x="2250" y="10993"/>
                      <a:pt x="556" y="14442"/>
                      <a:pt x="826" y="14442"/>
                    </a:cubicBezTo>
                    <a:cubicBezTo>
                      <a:pt x="826" y="14442"/>
                      <a:pt x="827" y="14442"/>
                      <a:pt x="828" y="14442"/>
                    </a:cubicBezTo>
                    <a:cubicBezTo>
                      <a:pt x="1106" y="14426"/>
                      <a:pt x="4013" y="10965"/>
                      <a:pt x="4049" y="7421"/>
                    </a:cubicBezTo>
                    <a:cubicBezTo>
                      <a:pt x="4084" y="3898"/>
                      <a:pt x="715" y="0"/>
                      <a:pt x="35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1" name="Google Shape;1251;p63"/>
              <p:cNvSpPr/>
              <p:nvPr/>
            </p:nvSpPr>
            <p:spPr>
              <a:xfrm>
                <a:off x="1875075" y="-548750"/>
                <a:ext cx="11550" cy="112475"/>
              </a:xfrm>
              <a:custGeom>
                <a:rect b="b" l="l" r="r" t="t"/>
                <a:pathLst>
                  <a:path extrusionOk="0" h="4499" w="462">
                    <a:moveTo>
                      <a:pt x="101" y="1"/>
                    </a:moveTo>
                    <a:lnTo>
                      <a:pt x="1" y="24"/>
                    </a:lnTo>
                    <a:cubicBezTo>
                      <a:pt x="1" y="24"/>
                      <a:pt x="13" y="94"/>
                      <a:pt x="35" y="215"/>
                    </a:cubicBezTo>
                    <a:cubicBezTo>
                      <a:pt x="55" y="337"/>
                      <a:pt x="99" y="510"/>
                      <a:pt x="122" y="717"/>
                    </a:cubicBezTo>
                    <a:cubicBezTo>
                      <a:pt x="136" y="820"/>
                      <a:pt x="151" y="932"/>
                      <a:pt x="168" y="1051"/>
                    </a:cubicBezTo>
                    <a:cubicBezTo>
                      <a:pt x="186" y="1168"/>
                      <a:pt x="187" y="1296"/>
                      <a:pt x="202" y="1426"/>
                    </a:cubicBezTo>
                    <a:cubicBezTo>
                      <a:pt x="233" y="1686"/>
                      <a:pt x="232" y="1966"/>
                      <a:pt x="244" y="2244"/>
                    </a:cubicBezTo>
                    <a:cubicBezTo>
                      <a:pt x="243" y="2524"/>
                      <a:pt x="250" y="2804"/>
                      <a:pt x="233" y="3066"/>
                    </a:cubicBezTo>
                    <a:cubicBezTo>
                      <a:pt x="225" y="3328"/>
                      <a:pt x="210" y="3573"/>
                      <a:pt x="195" y="3784"/>
                    </a:cubicBezTo>
                    <a:cubicBezTo>
                      <a:pt x="165" y="4205"/>
                      <a:pt x="145" y="4485"/>
                      <a:pt x="145" y="4485"/>
                    </a:cubicBezTo>
                    <a:lnTo>
                      <a:pt x="246" y="4499"/>
                    </a:lnTo>
                    <a:cubicBezTo>
                      <a:pt x="246" y="4499"/>
                      <a:pt x="259" y="4429"/>
                      <a:pt x="281" y="4308"/>
                    </a:cubicBezTo>
                    <a:cubicBezTo>
                      <a:pt x="299" y="4185"/>
                      <a:pt x="340" y="4012"/>
                      <a:pt x="362" y="3800"/>
                    </a:cubicBezTo>
                    <a:cubicBezTo>
                      <a:pt x="386" y="3589"/>
                      <a:pt x="422" y="3343"/>
                      <a:pt x="435" y="3077"/>
                    </a:cubicBezTo>
                    <a:cubicBezTo>
                      <a:pt x="457" y="2811"/>
                      <a:pt x="455" y="2526"/>
                      <a:pt x="462" y="2241"/>
                    </a:cubicBezTo>
                    <a:cubicBezTo>
                      <a:pt x="446" y="1956"/>
                      <a:pt x="440" y="1672"/>
                      <a:pt x="404" y="1406"/>
                    </a:cubicBezTo>
                    <a:cubicBezTo>
                      <a:pt x="388" y="1274"/>
                      <a:pt x="379" y="1145"/>
                      <a:pt x="353" y="1024"/>
                    </a:cubicBezTo>
                    <a:cubicBezTo>
                      <a:pt x="329" y="902"/>
                      <a:pt x="307" y="789"/>
                      <a:pt x="286" y="682"/>
                    </a:cubicBezTo>
                    <a:cubicBezTo>
                      <a:pt x="251" y="470"/>
                      <a:pt x="186" y="307"/>
                      <a:pt x="157" y="187"/>
                    </a:cubicBezTo>
                    <a:cubicBezTo>
                      <a:pt x="121" y="68"/>
                      <a:pt x="101" y="1"/>
                      <a:pt x="1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2" name="Google Shape;1252;p63"/>
            <p:cNvGrpSpPr/>
            <p:nvPr/>
          </p:nvGrpSpPr>
          <p:grpSpPr>
            <a:xfrm rot="2110502">
              <a:off x="1023172" y="556213"/>
              <a:ext cx="183328" cy="306666"/>
              <a:chOff x="2258725" y="-1293450"/>
              <a:chExt cx="211475" cy="353750"/>
            </a:xfrm>
          </p:grpSpPr>
          <p:sp>
            <p:nvSpPr>
              <p:cNvPr id="1253" name="Google Shape;1253;p63"/>
              <p:cNvSpPr/>
              <p:nvPr/>
            </p:nvSpPr>
            <p:spPr>
              <a:xfrm>
                <a:off x="2258725" y="-1293450"/>
                <a:ext cx="211475" cy="353750"/>
              </a:xfrm>
              <a:custGeom>
                <a:rect b="b" l="l" r="r" t="t"/>
                <a:pathLst>
                  <a:path extrusionOk="0" h="14150" w="8459">
                    <a:moveTo>
                      <a:pt x="4028" y="1"/>
                    </a:moveTo>
                    <a:cubicBezTo>
                      <a:pt x="3369" y="1"/>
                      <a:pt x="109" y="1940"/>
                      <a:pt x="57" y="2371"/>
                    </a:cubicBezTo>
                    <a:cubicBezTo>
                      <a:pt x="1" y="2830"/>
                      <a:pt x="3632" y="6667"/>
                      <a:pt x="3604" y="6896"/>
                    </a:cubicBezTo>
                    <a:cubicBezTo>
                      <a:pt x="3596" y="6965"/>
                      <a:pt x="3334" y="6978"/>
                      <a:pt x="2972" y="6978"/>
                    </a:cubicBezTo>
                    <a:cubicBezTo>
                      <a:pt x="2752" y="6978"/>
                      <a:pt x="2495" y="6974"/>
                      <a:pt x="2236" y="6974"/>
                    </a:cubicBezTo>
                    <a:cubicBezTo>
                      <a:pt x="1514" y="6974"/>
                      <a:pt x="776" y="7011"/>
                      <a:pt x="767" y="7297"/>
                    </a:cubicBezTo>
                    <a:cubicBezTo>
                      <a:pt x="749" y="7841"/>
                      <a:pt x="5577" y="14150"/>
                      <a:pt x="6158" y="14150"/>
                    </a:cubicBezTo>
                    <a:cubicBezTo>
                      <a:pt x="6171" y="14150"/>
                      <a:pt x="6182" y="14147"/>
                      <a:pt x="6191" y="14140"/>
                    </a:cubicBezTo>
                    <a:cubicBezTo>
                      <a:pt x="6570" y="13857"/>
                      <a:pt x="4923" y="9848"/>
                      <a:pt x="5036" y="9675"/>
                    </a:cubicBezTo>
                    <a:cubicBezTo>
                      <a:pt x="5151" y="9502"/>
                      <a:pt x="8024" y="8827"/>
                      <a:pt x="8241" y="8574"/>
                    </a:cubicBezTo>
                    <a:cubicBezTo>
                      <a:pt x="8458" y="8321"/>
                      <a:pt x="4450" y="297"/>
                      <a:pt x="4120" y="24"/>
                    </a:cubicBezTo>
                    <a:cubicBezTo>
                      <a:pt x="4100" y="8"/>
                      <a:pt x="4069" y="1"/>
                      <a:pt x="402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4" name="Google Shape;1254;p63"/>
              <p:cNvSpPr/>
              <p:nvPr/>
            </p:nvSpPr>
            <p:spPr>
              <a:xfrm>
                <a:off x="2372450" y="-1049725"/>
                <a:ext cx="28650" cy="83150"/>
              </a:xfrm>
              <a:custGeom>
                <a:rect b="b" l="l" r="r" t="t"/>
                <a:pathLst>
                  <a:path extrusionOk="0" h="3326" w="1146">
                    <a:moveTo>
                      <a:pt x="115" y="0"/>
                    </a:moveTo>
                    <a:lnTo>
                      <a:pt x="0" y="39"/>
                    </a:lnTo>
                    <a:cubicBezTo>
                      <a:pt x="0" y="39"/>
                      <a:pt x="49" y="251"/>
                      <a:pt x="136" y="561"/>
                    </a:cubicBezTo>
                    <a:cubicBezTo>
                      <a:pt x="183" y="715"/>
                      <a:pt x="231" y="897"/>
                      <a:pt x="293" y="1088"/>
                    </a:cubicBezTo>
                    <a:cubicBezTo>
                      <a:pt x="355" y="1279"/>
                      <a:pt x="421" y="1484"/>
                      <a:pt x="486" y="1687"/>
                    </a:cubicBezTo>
                    <a:cubicBezTo>
                      <a:pt x="610" y="2101"/>
                      <a:pt x="734" y="2513"/>
                      <a:pt x="843" y="2819"/>
                    </a:cubicBezTo>
                    <a:cubicBezTo>
                      <a:pt x="947" y="3124"/>
                      <a:pt x="1029" y="3325"/>
                      <a:pt x="1029" y="3325"/>
                    </a:cubicBezTo>
                    <a:lnTo>
                      <a:pt x="1146" y="3293"/>
                    </a:lnTo>
                    <a:cubicBezTo>
                      <a:pt x="1146" y="3293"/>
                      <a:pt x="1107" y="3080"/>
                      <a:pt x="1034" y="2765"/>
                    </a:cubicBezTo>
                    <a:cubicBezTo>
                      <a:pt x="963" y="2448"/>
                      <a:pt x="850" y="2033"/>
                      <a:pt x="734" y="1617"/>
                    </a:cubicBezTo>
                    <a:cubicBezTo>
                      <a:pt x="663" y="1413"/>
                      <a:pt x="590" y="1209"/>
                      <a:pt x="522" y="1017"/>
                    </a:cubicBezTo>
                    <a:cubicBezTo>
                      <a:pt x="455" y="826"/>
                      <a:pt x="383" y="651"/>
                      <a:pt x="325" y="500"/>
                    </a:cubicBezTo>
                    <a:cubicBezTo>
                      <a:pt x="205" y="198"/>
                      <a:pt x="115" y="0"/>
                      <a:pt x="115" y="0"/>
                    </a:cubicBezTo>
                    <a:close/>
                  </a:path>
                </a:pathLst>
              </a:custGeom>
              <a:solidFill>
                <a:srgbClr val="3C35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5" name="Google Shape;1255;p63"/>
              <p:cNvSpPr/>
              <p:nvPr/>
            </p:nvSpPr>
            <p:spPr>
              <a:xfrm>
                <a:off x="2383825" y="-1076500"/>
                <a:ext cx="46450" cy="19125"/>
              </a:xfrm>
              <a:custGeom>
                <a:rect b="b" l="l" r="r" t="t"/>
                <a:pathLst>
                  <a:path extrusionOk="0" h="765" w="1858">
                    <a:moveTo>
                      <a:pt x="1816" y="1"/>
                    </a:moveTo>
                    <a:cubicBezTo>
                      <a:pt x="1816" y="1"/>
                      <a:pt x="1696" y="21"/>
                      <a:pt x="1519" y="66"/>
                    </a:cubicBezTo>
                    <a:cubicBezTo>
                      <a:pt x="1343" y="109"/>
                      <a:pt x="1114" y="184"/>
                      <a:pt x="885" y="261"/>
                    </a:cubicBezTo>
                    <a:cubicBezTo>
                      <a:pt x="773" y="305"/>
                      <a:pt x="661" y="348"/>
                      <a:pt x="555" y="389"/>
                    </a:cubicBezTo>
                    <a:cubicBezTo>
                      <a:pt x="450" y="429"/>
                      <a:pt x="354" y="477"/>
                      <a:pt x="272" y="512"/>
                    </a:cubicBezTo>
                    <a:cubicBezTo>
                      <a:pt x="107" y="589"/>
                      <a:pt x="1" y="650"/>
                      <a:pt x="1" y="650"/>
                    </a:cubicBezTo>
                    <a:lnTo>
                      <a:pt x="41" y="765"/>
                    </a:lnTo>
                    <a:cubicBezTo>
                      <a:pt x="41" y="765"/>
                      <a:pt x="162" y="745"/>
                      <a:pt x="338" y="699"/>
                    </a:cubicBezTo>
                    <a:cubicBezTo>
                      <a:pt x="425" y="674"/>
                      <a:pt x="528" y="650"/>
                      <a:pt x="636" y="615"/>
                    </a:cubicBezTo>
                    <a:cubicBezTo>
                      <a:pt x="743" y="580"/>
                      <a:pt x="858" y="542"/>
                      <a:pt x="973" y="505"/>
                    </a:cubicBezTo>
                    <a:cubicBezTo>
                      <a:pt x="1198" y="419"/>
                      <a:pt x="1422" y="332"/>
                      <a:pt x="1586" y="254"/>
                    </a:cubicBezTo>
                    <a:cubicBezTo>
                      <a:pt x="1752" y="177"/>
                      <a:pt x="1857" y="116"/>
                      <a:pt x="1857" y="116"/>
                    </a:cubicBezTo>
                    <a:lnTo>
                      <a:pt x="1816" y="1"/>
                    </a:lnTo>
                    <a:close/>
                  </a:path>
                </a:pathLst>
              </a:custGeom>
              <a:solidFill>
                <a:srgbClr val="3C35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56" name="Google Shape;1256;p63"/>
            <p:cNvSpPr/>
            <p:nvPr/>
          </p:nvSpPr>
          <p:spPr>
            <a:xfrm>
              <a:off x="817476" y="712196"/>
              <a:ext cx="161933" cy="153733"/>
            </a:xfrm>
            <a:custGeom>
              <a:rect b="b" l="l" r="r" t="t"/>
              <a:pathLst>
                <a:path extrusionOk="0" h="9430" w="9933">
                  <a:moveTo>
                    <a:pt x="8342" y="4852"/>
                  </a:moveTo>
                  <a:lnTo>
                    <a:pt x="8342" y="4853"/>
                  </a:lnTo>
                  <a:lnTo>
                    <a:pt x="8342" y="4853"/>
                  </a:lnTo>
                  <a:lnTo>
                    <a:pt x="8342" y="4853"/>
                  </a:lnTo>
                  <a:cubicBezTo>
                    <a:pt x="8342" y="4853"/>
                    <a:pt x="8342" y="4852"/>
                    <a:pt x="8342" y="4852"/>
                  </a:cubicBezTo>
                  <a:close/>
                  <a:moveTo>
                    <a:pt x="2797" y="6438"/>
                  </a:moveTo>
                  <a:cubicBezTo>
                    <a:pt x="2797" y="6441"/>
                    <a:pt x="2797" y="6443"/>
                    <a:pt x="2797" y="6443"/>
                  </a:cubicBezTo>
                  <a:cubicBezTo>
                    <a:pt x="2797" y="6443"/>
                    <a:pt x="2797" y="6443"/>
                    <a:pt x="2797" y="6442"/>
                  </a:cubicBezTo>
                  <a:lnTo>
                    <a:pt x="2797" y="6438"/>
                  </a:lnTo>
                  <a:close/>
                  <a:moveTo>
                    <a:pt x="4291" y="0"/>
                  </a:moveTo>
                  <a:cubicBezTo>
                    <a:pt x="2927" y="0"/>
                    <a:pt x="1798" y="452"/>
                    <a:pt x="1122" y="954"/>
                  </a:cubicBezTo>
                  <a:cubicBezTo>
                    <a:pt x="730" y="1225"/>
                    <a:pt x="478" y="1536"/>
                    <a:pt x="308" y="1742"/>
                  </a:cubicBezTo>
                  <a:cubicBezTo>
                    <a:pt x="178" y="1931"/>
                    <a:pt x="108" y="2032"/>
                    <a:pt x="108" y="2032"/>
                  </a:cubicBezTo>
                  <a:cubicBezTo>
                    <a:pt x="1" y="2188"/>
                    <a:pt x="22" y="2403"/>
                    <a:pt x="166" y="2532"/>
                  </a:cubicBezTo>
                  <a:cubicBezTo>
                    <a:pt x="239" y="2598"/>
                    <a:pt x="331" y="2630"/>
                    <a:pt x="422" y="2630"/>
                  </a:cubicBezTo>
                  <a:cubicBezTo>
                    <a:pt x="526" y="2630"/>
                    <a:pt x="630" y="2588"/>
                    <a:pt x="705" y="2505"/>
                  </a:cubicBezTo>
                  <a:cubicBezTo>
                    <a:pt x="705" y="2505"/>
                    <a:pt x="788" y="2414"/>
                    <a:pt x="942" y="2243"/>
                  </a:cubicBezTo>
                  <a:cubicBezTo>
                    <a:pt x="1085" y="2114"/>
                    <a:pt x="1296" y="1921"/>
                    <a:pt x="1632" y="1730"/>
                  </a:cubicBezTo>
                  <a:cubicBezTo>
                    <a:pt x="1958" y="1541"/>
                    <a:pt x="2392" y="1366"/>
                    <a:pt x="2919" y="1272"/>
                  </a:cubicBezTo>
                  <a:cubicBezTo>
                    <a:pt x="3189" y="1226"/>
                    <a:pt x="3483" y="1201"/>
                    <a:pt x="3793" y="1201"/>
                  </a:cubicBezTo>
                  <a:cubicBezTo>
                    <a:pt x="4089" y="1201"/>
                    <a:pt x="4399" y="1224"/>
                    <a:pt x="4719" y="1272"/>
                  </a:cubicBezTo>
                  <a:cubicBezTo>
                    <a:pt x="5373" y="1379"/>
                    <a:pt x="6071" y="1601"/>
                    <a:pt x="6706" y="1974"/>
                  </a:cubicBezTo>
                  <a:cubicBezTo>
                    <a:pt x="7340" y="2343"/>
                    <a:pt x="7902" y="2884"/>
                    <a:pt x="8179" y="3532"/>
                  </a:cubicBezTo>
                  <a:cubicBezTo>
                    <a:pt x="8317" y="3855"/>
                    <a:pt x="8382" y="4205"/>
                    <a:pt x="8366" y="4567"/>
                  </a:cubicBezTo>
                  <a:cubicBezTo>
                    <a:pt x="8364" y="4657"/>
                    <a:pt x="8346" y="4750"/>
                    <a:pt x="8339" y="4840"/>
                  </a:cubicBezTo>
                  <a:lnTo>
                    <a:pt x="8335" y="4875"/>
                  </a:lnTo>
                  <a:lnTo>
                    <a:pt x="8335" y="4880"/>
                  </a:lnTo>
                  <a:lnTo>
                    <a:pt x="8321" y="4940"/>
                  </a:lnTo>
                  <a:lnTo>
                    <a:pt x="8280" y="5115"/>
                  </a:lnTo>
                  <a:lnTo>
                    <a:pt x="8199" y="5466"/>
                  </a:lnTo>
                  <a:cubicBezTo>
                    <a:pt x="8172" y="5582"/>
                    <a:pt x="8149" y="5710"/>
                    <a:pt x="8106" y="5778"/>
                  </a:cubicBezTo>
                  <a:cubicBezTo>
                    <a:pt x="8023" y="5942"/>
                    <a:pt x="7976" y="6113"/>
                    <a:pt x="7884" y="6278"/>
                  </a:cubicBezTo>
                  <a:cubicBezTo>
                    <a:pt x="7771" y="6436"/>
                    <a:pt x="7686" y="6617"/>
                    <a:pt x="7560" y="6761"/>
                  </a:cubicBezTo>
                  <a:cubicBezTo>
                    <a:pt x="7308" y="7048"/>
                    <a:pt x="7025" y="7307"/>
                    <a:pt x="6680" y="7473"/>
                  </a:cubicBezTo>
                  <a:cubicBezTo>
                    <a:pt x="6240" y="7707"/>
                    <a:pt x="5721" y="7835"/>
                    <a:pt x="5204" y="7835"/>
                  </a:cubicBezTo>
                  <a:cubicBezTo>
                    <a:pt x="4937" y="7835"/>
                    <a:pt x="4670" y="7800"/>
                    <a:pt x="4414" y="7729"/>
                  </a:cubicBezTo>
                  <a:lnTo>
                    <a:pt x="4137" y="7651"/>
                  </a:lnTo>
                  <a:cubicBezTo>
                    <a:pt x="4046" y="7621"/>
                    <a:pt x="3966" y="7573"/>
                    <a:pt x="3880" y="7539"/>
                  </a:cubicBezTo>
                  <a:cubicBezTo>
                    <a:pt x="3697" y="7477"/>
                    <a:pt x="3564" y="7361"/>
                    <a:pt x="3410" y="7269"/>
                  </a:cubicBezTo>
                  <a:cubicBezTo>
                    <a:pt x="3154" y="7048"/>
                    <a:pt x="2913" y="6809"/>
                    <a:pt x="2842" y="6522"/>
                  </a:cubicBezTo>
                  <a:lnTo>
                    <a:pt x="2797" y="6420"/>
                  </a:lnTo>
                  <a:lnTo>
                    <a:pt x="2792" y="6408"/>
                  </a:lnTo>
                  <a:cubicBezTo>
                    <a:pt x="2790" y="6400"/>
                    <a:pt x="2790" y="6397"/>
                    <a:pt x="2789" y="6397"/>
                  </a:cubicBezTo>
                  <a:lnTo>
                    <a:pt x="2789" y="6397"/>
                  </a:lnTo>
                  <a:cubicBezTo>
                    <a:pt x="2789" y="6397"/>
                    <a:pt x="2790" y="6399"/>
                    <a:pt x="2790" y="6403"/>
                  </a:cubicBezTo>
                  <a:lnTo>
                    <a:pt x="2790" y="6403"/>
                  </a:lnTo>
                  <a:lnTo>
                    <a:pt x="2788" y="6388"/>
                  </a:lnTo>
                  <a:lnTo>
                    <a:pt x="2772" y="6305"/>
                  </a:lnTo>
                  <a:cubicBezTo>
                    <a:pt x="2755" y="6201"/>
                    <a:pt x="2720" y="6063"/>
                    <a:pt x="2719" y="5988"/>
                  </a:cubicBezTo>
                  <a:cubicBezTo>
                    <a:pt x="2717" y="5914"/>
                    <a:pt x="2712" y="5843"/>
                    <a:pt x="2704" y="5769"/>
                  </a:cubicBezTo>
                  <a:lnTo>
                    <a:pt x="2716" y="5531"/>
                  </a:lnTo>
                  <a:cubicBezTo>
                    <a:pt x="2752" y="5225"/>
                    <a:pt x="2862" y="4963"/>
                    <a:pt x="3049" y="4756"/>
                  </a:cubicBezTo>
                  <a:cubicBezTo>
                    <a:pt x="3403" y="4362"/>
                    <a:pt x="4010" y="4158"/>
                    <a:pt x="4570" y="4158"/>
                  </a:cubicBezTo>
                  <a:cubicBezTo>
                    <a:pt x="4606" y="4158"/>
                    <a:pt x="4642" y="4158"/>
                    <a:pt x="4677" y="4160"/>
                  </a:cubicBezTo>
                  <a:lnTo>
                    <a:pt x="4894" y="4179"/>
                  </a:lnTo>
                  <a:lnTo>
                    <a:pt x="4922" y="4181"/>
                  </a:lnTo>
                  <a:lnTo>
                    <a:pt x="4927" y="4181"/>
                  </a:lnTo>
                  <a:lnTo>
                    <a:pt x="4957" y="4189"/>
                  </a:lnTo>
                  <a:lnTo>
                    <a:pt x="5086" y="4221"/>
                  </a:lnTo>
                  <a:lnTo>
                    <a:pt x="5214" y="4254"/>
                  </a:lnTo>
                  <a:lnTo>
                    <a:pt x="5258" y="4283"/>
                  </a:lnTo>
                  <a:cubicBezTo>
                    <a:pt x="5285" y="4306"/>
                    <a:pt x="5321" y="4294"/>
                    <a:pt x="5355" y="4332"/>
                  </a:cubicBezTo>
                  <a:cubicBezTo>
                    <a:pt x="5510" y="4426"/>
                    <a:pt x="5603" y="4568"/>
                    <a:pt x="5632" y="4737"/>
                  </a:cubicBezTo>
                  <a:cubicBezTo>
                    <a:pt x="5663" y="4905"/>
                    <a:pt x="5630" y="5079"/>
                    <a:pt x="5563" y="5214"/>
                  </a:cubicBezTo>
                  <a:cubicBezTo>
                    <a:pt x="5496" y="5353"/>
                    <a:pt x="5385" y="5428"/>
                    <a:pt x="5281" y="5494"/>
                  </a:cubicBezTo>
                  <a:cubicBezTo>
                    <a:pt x="5180" y="5547"/>
                    <a:pt x="5068" y="5564"/>
                    <a:pt x="4960" y="5564"/>
                  </a:cubicBezTo>
                  <a:cubicBezTo>
                    <a:pt x="4829" y="5564"/>
                    <a:pt x="4703" y="5538"/>
                    <a:pt x="4607" y="5517"/>
                  </a:cubicBezTo>
                  <a:cubicBezTo>
                    <a:pt x="4426" y="5454"/>
                    <a:pt x="4329" y="5421"/>
                    <a:pt x="4329" y="5421"/>
                  </a:cubicBezTo>
                  <a:lnTo>
                    <a:pt x="4261" y="5398"/>
                  </a:lnTo>
                  <a:cubicBezTo>
                    <a:pt x="4221" y="5384"/>
                    <a:pt x="4180" y="5378"/>
                    <a:pt x="4139" y="5378"/>
                  </a:cubicBezTo>
                  <a:cubicBezTo>
                    <a:pt x="4001" y="5378"/>
                    <a:pt x="3868" y="5454"/>
                    <a:pt x="3801" y="5585"/>
                  </a:cubicBezTo>
                  <a:cubicBezTo>
                    <a:pt x="3707" y="5771"/>
                    <a:pt x="3783" y="5998"/>
                    <a:pt x="3969" y="6092"/>
                  </a:cubicBezTo>
                  <a:cubicBezTo>
                    <a:pt x="3969" y="6092"/>
                    <a:pt x="4097" y="6157"/>
                    <a:pt x="4336" y="6278"/>
                  </a:cubicBezTo>
                  <a:cubicBezTo>
                    <a:pt x="4508" y="6334"/>
                    <a:pt x="4761" y="6445"/>
                    <a:pt x="5097" y="6445"/>
                  </a:cubicBezTo>
                  <a:cubicBezTo>
                    <a:pt x="5252" y="6445"/>
                    <a:pt x="5423" y="6422"/>
                    <a:pt x="5612" y="6359"/>
                  </a:cubicBezTo>
                  <a:cubicBezTo>
                    <a:pt x="5896" y="6249"/>
                    <a:pt x="6201" y="6056"/>
                    <a:pt x="6404" y="5745"/>
                  </a:cubicBezTo>
                  <a:cubicBezTo>
                    <a:pt x="6605" y="5439"/>
                    <a:pt x="6730" y="5050"/>
                    <a:pt x="6701" y="4620"/>
                  </a:cubicBezTo>
                  <a:cubicBezTo>
                    <a:pt x="6681" y="4195"/>
                    <a:pt x="6459" y="3719"/>
                    <a:pt x="6072" y="3412"/>
                  </a:cubicBezTo>
                  <a:cubicBezTo>
                    <a:pt x="5990" y="3325"/>
                    <a:pt x="5857" y="3262"/>
                    <a:pt x="5739" y="3194"/>
                  </a:cubicBezTo>
                  <a:lnTo>
                    <a:pt x="5553" y="3103"/>
                  </a:lnTo>
                  <a:lnTo>
                    <a:pt x="5428" y="3062"/>
                  </a:lnTo>
                  <a:lnTo>
                    <a:pt x="5302" y="3021"/>
                  </a:lnTo>
                  <a:lnTo>
                    <a:pt x="5238" y="3000"/>
                  </a:lnTo>
                  <a:lnTo>
                    <a:pt x="5222" y="2994"/>
                  </a:lnTo>
                  <a:lnTo>
                    <a:pt x="5143" y="2976"/>
                  </a:lnTo>
                  <a:lnTo>
                    <a:pt x="5103" y="2969"/>
                  </a:lnTo>
                  <a:cubicBezTo>
                    <a:pt x="4997" y="2952"/>
                    <a:pt x="4889" y="2935"/>
                    <a:pt x="4780" y="2918"/>
                  </a:cubicBezTo>
                  <a:cubicBezTo>
                    <a:pt x="4642" y="2903"/>
                    <a:pt x="4499" y="2895"/>
                    <a:pt x="4353" y="2895"/>
                  </a:cubicBezTo>
                  <a:cubicBezTo>
                    <a:pt x="3589" y="2895"/>
                    <a:pt x="2737" y="3118"/>
                    <a:pt x="2045" y="3791"/>
                  </a:cubicBezTo>
                  <a:cubicBezTo>
                    <a:pt x="1640" y="4186"/>
                    <a:pt x="1366" y="4749"/>
                    <a:pt x="1274" y="5317"/>
                  </a:cubicBezTo>
                  <a:lnTo>
                    <a:pt x="1229" y="5744"/>
                  </a:lnTo>
                  <a:cubicBezTo>
                    <a:pt x="1231" y="5894"/>
                    <a:pt x="1237" y="6047"/>
                    <a:pt x="1246" y="6199"/>
                  </a:cubicBezTo>
                  <a:cubicBezTo>
                    <a:pt x="1256" y="6350"/>
                    <a:pt x="1279" y="6434"/>
                    <a:pt x="1294" y="6555"/>
                  </a:cubicBezTo>
                  <a:lnTo>
                    <a:pt x="1308" y="6640"/>
                  </a:lnTo>
                  <a:lnTo>
                    <a:pt x="1315" y="6682"/>
                  </a:lnTo>
                  <a:lnTo>
                    <a:pt x="1316" y="6692"/>
                  </a:lnTo>
                  <a:cubicBezTo>
                    <a:pt x="1316" y="6692"/>
                    <a:pt x="1316" y="6692"/>
                    <a:pt x="1316" y="6692"/>
                  </a:cubicBezTo>
                  <a:lnTo>
                    <a:pt x="1316" y="6692"/>
                  </a:lnTo>
                  <a:cubicBezTo>
                    <a:pt x="1316" y="6692"/>
                    <a:pt x="1328" y="6754"/>
                    <a:pt x="1329" y="6754"/>
                  </a:cubicBezTo>
                  <a:cubicBezTo>
                    <a:pt x="1329" y="6754"/>
                    <a:pt x="1329" y="6752"/>
                    <a:pt x="1328" y="6747"/>
                  </a:cubicBezTo>
                  <a:lnTo>
                    <a:pt x="1328" y="6747"/>
                  </a:lnTo>
                  <a:lnTo>
                    <a:pt x="1336" y="6775"/>
                  </a:lnTo>
                  <a:lnTo>
                    <a:pt x="1410" y="6996"/>
                  </a:lnTo>
                  <a:cubicBezTo>
                    <a:pt x="1577" y="7613"/>
                    <a:pt x="2003" y="8096"/>
                    <a:pt x="2450" y="8487"/>
                  </a:cubicBezTo>
                  <a:cubicBezTo>
                    <a:pt x="2691" y="8657"/>
                    <a:pt x="2930" y="8845"/>
                    <a:pt x="3198" y="8956"/>
                  </a:cubicBezTo>
                  <a:cubicBezTo>
                    <a:pt x="3458" y="9098"/>
                    <a:pt x="3734" y="9184"/>
                    <a:pt x="4013" y="9261"/>
                  </a:cubicBezTo>
                  <a:cubicBezTo>
                    <a:pt x="4414" y="9373"/>
                    <a:pt x="4830" y="9429"/>
                    <a:pt x="5248" y="9429"/>
                  </a:cubicBezTo>
                  <a:cubicBezTo>
                    <a:pt x="5994" y="9429"/>
                    <a:pt x="6748" y="9252"/>
                    <a:pt x="7432" y="8900"/>
                  </a:cubicBezTo>
                  <a:cubicBezTo>
                    <a:pt x="7971" y="8634"/>
                    <a:pt x="8426" y="8219"/>
                    <a:pt x="8808" y="7765"/>
                  </a:cubicBezTo>
                  <a:cubicBezTo>
                    <a:pt x="8996" y="7537"/>
                    <a:pt x="9131" y="7276"/>
                    <a:pt x="9289" y="7030"/>
                  </a:cubicBezTo>
                  <a:cubicBezTo>
                    <a:pt x="9429" y="6771"/>
                    <a:pt x="9526" y="6473"/>
                    <a:pt x="9636" y="6195"/>
                  </a:cubicBezTo>
                  <a:cubicBezTo>
                    <a:pt x="9699" y="6043"/>
                    <a:pt x="9716" y="5933"/>
                    <a:pt x="9742" y="5815"/>
                  </a:cubicBezTo>
                  <a:lnTo>
                    <a:pt x="9819" y="5463"/>
                  </a:lnTo>
                  <a:lnTo>
                    <a:pt x="9856" y="5288"/>
                  </a:lnTo>
                  <a:lnTo>
                    <a:pt x="9875" y="5200"/>
                  </a:lnTo>
                  <a:lnTo>
                    <a:pt x="9877" y="5190"/>
                  </a:lnTo>
                  <a:lnTo>
                    <a:pt x="9890" y="5116"/>
                  </a:lnTo>
                  <a:lnTo>
                    <a:pt x="9892" y="5089"/>
                  </a:lnTo>
                  <a:lnTo>
                    <a:pt x="9897" y="5035"/>
                  </a:lnTo>
                  <a:cubicBezTo>
                    <a:pt x="9906" y="4889"/>
                    <a:pt x="9925" y="4745"/>
                    <a:pt x="9924" y="4599"/>
                  </a:cubicBezTo>
                  <a:cubicBezTo>
                    <a:pt x="9932" y="4015"/>
                    <a:pt x="9802" y="3425"/>
                    <a:pt x="9560" y="2911"/>
                  </a:cubicBezTo>
                  <a:cubicBezTo>
                    <a:pt x="9075" y="1866"/>
                    <a:pt x="8218" y="1179"/>
                    <a:pt x="7383" y="747"/>
                  </a:cubicBezTo>
                  <a:cubicBezTo>
                    <a:pt x="6539" y="304"/>
                    <a:pt x="5671" y="97"/>
                    <a:pt x="4866" y="27"/>
                  </a:cubicBezTo>
                  <a:cubicBezTo>
                    <a:pt x="4671" y="9"/>
                    <a:pt x="4479" y="0"/>
                    <a:pt x="42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57" name="Google Shape;1257;p63"/>
            <p:cNvGrpSpPr/>
            <p:nvPr/>
          </p:nvGrpSpPr>
          <p:grpSpPr>
            <a:xfrm rot="3561583">
              <a:off x="1174975" y="724519"/>
              <a:ext cx="139405" cy="279330"/>
              <a:chOff x="2523825" y="-685025"/>
              <a:chExt cx="214450" cy="429700"/>
            </a:xfrm>
          </p:grpSpPr>
          <p:sp>
            <p:nvSpPr>
              <p:cNvPr id="1258" name="Google Shape;1258;p63"/>
              <p:cNvSpPr/>
              <p:nvPr/>
            </p:nvSpPr>
            <p:spPr>
              <a:xfrm>
                <a:off x="2523825" y="-685025"/>
                <a:ext cx="214450" cy="429700"/>
              </a:xfrm>
              <a:custGeom>
                <a:rect b="b" l="l" r="r" t="t"/>
                <a:pathLst>
                  <a:path extrusionOk="0" h="17188" w="8578">
                    <a:moveTo>
                      <a:pt x="5865" y="1"/>
                    </a:moveTo>
                    <a:cubicBezTo>
                      <a:pt x="3874" y="1"/>
                      <a:pt x="1160" y="3325"/>
                      <a:pt x="683" y="6656"/>
                    </a:cubicBezTo>
                    <a:cubicBezTo>
                      <a:pt x="1" y="11412"/>
                      <a:pt x="4331" y="17188"/>
                      <a:pt x="4921" y="17188"/>
                    </a:cubicBezTo>
                    <a:cubicBezTo>
                      <a:pt x="4929" y="17188"/>
                      <a:pt x="4936" y="17187"/>
                      <a:pt x="4943" y="17185"/>
                    </a:cubicBezTo>
                    <a:cubicBezTo>
                      <a:pt x="4943" y="17185"/>
                      <a:pt x="2597" y="11715"/>
                      <a:pt x="3742" y="7505"/>
                    </a:cubicBezTo>
                    <a:cubicBezTo>
                      <a:pt x="4341" y="5296"/>
                      <a:pt x="8577" y="1210"/>
                      <a:pt x="6596" y="175"/>
                    </a:cubicBezTo>
                    <a:cubicBezTo>
                      <a:pt x="6369" y="57"/>
                      <a:pt x="6123" y="1"/>
                      <a:pt x="586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9" name="Google Shape;1259;p63"/>
              <p:cNvSpPr/>
              <p:nvPr/>
            </p:nvSpPr>
            <p:spPr>
              <a:xfrm>
                <a:off x="2644975" y="-677100"/>
                <a:ext cx="45350" cy="106150"/>
              </a:xfrm>
              <a:custGeom>
                <a:rect b="b" l="l" r="r" t="t"/>
                <a:pathLst>
                  <a:path extrusionOk="0" h="4246" w="1814">
                    <a:moveTo>
                      <a:pt x="1347" y="0"/>
                    </a:moveTo>
                    <a:lnTo>
                      <a:pt x="1259" y="62"/>
                    </a:lnTo>
                    <a:cubicBezTo>
                      <a:pt x="1259" y="62"/>
                      <a:pt x="1299" y="124"/>
                      <a:pt x="1367" y="234"/>
                    </a:cubicBezTo>
                    <a:cubicBezTo>
                      <a:pt x="1405" y="289"/>
                      <a:pt x="1447" y="356"/>
                      <a:pt x="1473" y="435"/>
                    </a:cubicBezTo>
                    <a:cubicBezTo>
                      <a:pt x="1504" y="515"/>
                      <a:pt x="1547" y="598"/>
                      <a:pt x="1563" y="704"/>
                    </a:cubicBezTo>
                    <a:cubicBezTo>
                      <a:pt x="1574" y="755"/>
                      <a:pt x="1588" y="808"/>
                      <a:pt x="1598" y="863"/>
                    </a:cubicBezTo>
                    <a:cubicBezTo>
                      <a:pt x="1600" y="920"/>
                      <a:pt x="1602" y="978"/>
                      <a:pt x="1604" y="1038"/>
                    </a:cubicBezTo>
                    <a:cubicBezTo>
                      <a:pt x="1610" y="1097"/>
                      <a:pt x="1602" y="1159"/>
                      <a:pt x="1593" y="1222"/>
                    </a:cubicBezTo>
                    <a:cubicBezTo>
                      <a:pt x="1582" y="1284"/>
                      <a:pt x="1585" y="1349"/>
                      <a:pt x="1566" y="1413"/>
                    </a:cubicBezTo>
                    <a:cubicBezTo>
                      <a:pt x="1536" y="1542"/>
                      <a:pt x="1501" y="1674"/>
                      <a:pt x="1445" y="1804"/>
                    </a:cubicBezTo>
                    <a:cubicBezTo>
                      <a:pt x="1400" y="1937"/>
                      <a:pt x="1328" y="2065"/>
                      <a:pt x="1265" y="2194"/>
                    </a:cubicBezTo>
                    <a:cubicBezTo>
                      <a:pt x="1132" y="2451"/>
                      <a:pt x="972" y="2697"/>
                      <a:pt x="817" y="2925"/>
                    </a:cubicBezTo>
                    <a:cubicBezTo>
                      <a:pt x="661" y="3155"/>
                      <a:pt x="515" y="3369"/>
                      <a:pt x="390" y="3553"/>
                    </a:cubicBezTo>
                    <a:cubicBezTo>
                      <a:pt x="139" y="3923"/>
                      <a:pt x="0" y="4191"/>
                      <a:pt x="0" y="4191"/>
                    </a:cubicBezTo>
                    <a:lnTo>
                      <a:pt x="91" y="4246"/>
                    </a:lnTo>
                    <a:cubicBezTo>
                      <a:pt x="91" y="4246"/>
                      <a:pt x="259" y="4004"/>
                      <a:pt x="532" y="3655"/>
                    </a:cubicBezTo>
                    <a:cubicBezTo>
                      <a:pt x="802" y="3303"/>
                      <a:pt x="1173" y="2833"/>
                      <a:pt x="1464" y="2299"/>
                    </a:cubicBezTo>
                    <a:cubicBezTo>
                      <a:pt x="1531" y="2162"/>
                      <a:pt x="1602" y="2027"/>
                      <a:pt x="1650" y="1883"/>
                    </a:cubicBezTo>
                    <a:cubicBezTo>
                      <a:pt x="1707" y="1742"/>
                      <a:pt x="1743" y="1596"/>
                      <a:pt x="1773" y="1453"/>
                    </a:cubicBezTo>
                    <a:cubicBezTo>
                      <a:pt x="1794" y="1309"/>
                      <a:pt x="1814" y="1166"/>
                      <a:pt x="1799" y="1032"/>
                    </a:cubicBezTo>
                    <a:cubicBezTo>
                      <a:pt x="1792" y="964"/>
                      <a:pt x="1786" y="899"/>
                      <a:pt x="1780" y="835"/>
                    </a:cubicBezTo>
                    <a:cubicBezTo>
                      <a:pt x="1766" y="773"/>
                      <a:pt x="1747" y="715"/>
                      <a:pt x="1732" y="658"/>
                    </a:cubicBezTo>
                    <a:cubicBezTo>
                      <a:pt x="1708" y="543"/>
                      <a:pt x="1650" y="447"/>
                      <a:pt x="1605" y="361"/>
                    </a:cubicBezTo>
                    <a:cubicBezTo>
                      <a:pt x="1564" y="272"/>
                      <a:pt x="1516" y="210"/>
                      <a:pt x="1475" y="160"/>
                    </a:cubicBezTo>
                    <a:cubicBezTo>
                      <a:pt x="1394" y="58"/>
                      <a:pt x="1347" y="0"/>
                      <a:pt x="13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0" name="Google Shape;1260;p63"/>
              <p:cNvSpPr/>
              <p:nvPr/>
            </p:nvSpPr>
            <p:spPr>
              <a:xfrm>
                <a:off x="2594325" y="-518425"/>
                <a:ext cx="18675" cy="136625"/>
              </a:xfrm>
              <a:custGeom>
                <a:rect b="b" l="l" r="r" t="t"/>
                <a:pathLst>
                  <a:path extrusionOk="0" h="5465" w="747">
                    <a:moveTo>
                      <a:pt x="647" y="0"/>
                    </a:moveTo>
                    <a:cubicBezTo>
                      <a:pt x="647" y="0"/>
                      <a:pt x="612" y="80"/>
                      <a:pt x="550" y="218"/>
                    </a:cubicBezTo>
                    <a:cubicBezTo>
                      <a:pt x="518" y="287"/>
                      <a:pt x="481" y="371"/>
                      <a:pt x="438" y="467"/>
                    </a:cubicBezTo>
                    <a:cubicBezTo>
                      <a:pt x="390" y="561"/>
                      <a:pt x="352" y="675"/>
                      <a:pt x="317" y="804"/>
                    </a:cubicBezTo>
                    <a:cubicBezTo>
                      <a:pt x="281" y="931"/>
                      <a:pt x="241" y="1069"/>
                      <a:pt x="198" y="1216"/>
                    </a:cubicBezTo>
                    <a:cubicBezTo>
                      <a:pt x="159" y="1362"/>
                      <a:pt x="138" y="1519"/>
                      <a:pt x="109" y="1681"/>
                    </a:cubicBezTo>
                    <a:cubicBezTo>
                      <a:pt x="80" y="1844"/>
                      <a:pt x="50" y="2011"/>
                      <a:pt x="42" y="2183"/>
                    </a:cubicBezTo>
                    <a:cubicBezTo>
                      <a:pt x="28" y="2355"/>
                      <a:pt x="14" y="2530"/>
                      <a:pt x="0" y="2704"/>
                    </a:cubicBezTo>
                    <a:cubicBezTo>
                      <a:pt x="2" y="2879"/>
                      <a:pt x="5" y="3055"/>
                      <a:pt x="7" y="3227"/>
                    </a:cubicBezTo>
                    <a:cubicBezTo>
                      <a:pt x="3" y="3399"/>
                      <a:pt x="21" y="3568"/>
                      <a:pt x="35" y="3731"/>
                    </a:cubicBezTo>
                    <a:cubicBezTo>
                      <a:pt x="54" y="4059"/>
                      <a:pt x="110" y="4360"/>
                      <a:pt x="156" y="4618"/>
                    </a:cubicBezTo>
                    <a:cubicBezTo>
                      <a:pt x="193" y="4878"/>
                      <a:pt x="270" y="5085"/>
                      <a:pt x="305" y="5233"/>
                    </a:cubicBezTo>
                    <a:cubicBezTo>
                      <a:pt x="345" y="5380"/>
                      <a:pt x="368" y="5464"/>
                      <a:pt x="368" y="5464"/>
                    </a:cubicBezTo>
                    <a:lnTo>
                      <a:pt x="471" y="5436"/>
                    </a:lnTo>
                    <a:cubicBezTo>
                      <a:pt x="471" y="5436"/>
                      <a:pt x="455" y="5351"/>
                      <a:pt x="428" y="5203"/>
                    </a:cubicBezTo>
                    <a:cubicBezTo>
                      <a:pt x="404" y="5054"/>
                      <a:pt x="352" y="4846"/>
                      <a:pt x="328" y="4590"/>
                    </a:cubicBezTo>
                    <a:cubicBezTo>
                      <a:pt x="311" y="4462"/>
                      <a:pt x="294" y="4324"/>
                      <a:pt x="276" y="4178"/>
                    </a:cubicBezTo>
                    <a:cubicBezTo>
                      <a:pt x="259" y="4032"/>
                      <a:pt x="259" y="3876"/>
                      <a:pt x="244" y="3716"/>
                    </a:cubicBezTo>
                    <a:cubicBezTo>
                      <a:pt x="233" y="3556"/>
                      <a:pt x="219" y="3391"/>
                      <a:pt x="225" y="3222"/>
                    </a:cubicBezTo>
                    <a:cubicBezTo>
                      <a:pt x="225" y="3054"/>
                      <a:pt x="226" y="2883"/>
                      <a:pt x="227" y="2712"/>
                    </a:cubicBezTo>
                    <a:cubicBezTo>
                      <a:pt x="238" y="2541"/>
                      <a:pt x="249" y="2371"/>
                      <a:pt x="260" y="2203"/>
                    </a:cubicBezTo>
                    <a:cubicBezTo>
                      <a:pt x="265" y="2035"/>
                      <a:pt x="291" y="1871"/>
                      <a:pt x="317" y="1713"/>
                    </a:cubicBezTo>
                    <a:cubicBezTo>
                      <a:pt x="345" y="1556"/>
                      <a:pt x="358" y="1401"/>
                      <a:pt x="387" y="1259"/>
                    </a:cubicBezTo>
                    <a:cubicBezTo>
                      <a:pt x="421" y="1117"/>
                      <a:pt x="454" y="983"/>
                      <a:pt x="483" y="860"/>
                    </a:cubicBezTo>
                    <a:cubicBezTo>
                      <a:pt x="511" y="736"/>
                      <a:pt x="537" y="622"/>
                      <a:pt x="578" y="523"/>
                    </a:cubicBezTo>
                    <a:cubicBezTo>
                      <a:pt x="613" y="423"/>
                      <a:pt x="643" y="336"/>
                      <a:pt x="668" y="265"/>
                    </a:cubicBezTo>
                    <a:cubicBezTo>
                      <a:pt x="717" y="122"/>
                      <a:pt x="746" y="40"/>
                      <a:pt x="746" y="40"/>
                    </a:cubicBezTo>
                    <a:lnTo>
                      <a:pt x="64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61" name="Google Shape;1261;p63"/>
          <p:cNvGrpSpPr/>
          <p:nvPr/>
        </p:nvGrpSpPr>
        <p:grpSpPr>
          <a:xfrm>
            <a:off x="1655812" y="649577"/>
            <a:ext cx="981097" cy="969845"/>
            <a:chOff x="7903067" y="4050792"/>
            <a:chExt cx="491409" cy="549269"/>
          </a:xfrm>
        </p:grpSpPr>
        <p:grpSp>
          <p:nvGrpSpPr>
            <p:cNvPr id="1262" name="Google Shape;1262;p63"/>
            <p:cNvGrpSpPr/>
            <p:nvPr/>
          </p:nvGrpSpPr>
          <p:grpSpPr>
            <a:xfrm rot="-1041369">
              <a:off x="8117971" y="4064758"/>
              <a:ext cx="118526" cy="163589"/>
              <a:chOff x="2916600" y="-617325"/>
              <a:chExt cx="184250" cy="254300"/>
            </a:xfrm>
          </p:grpSpPr>
          <p:sp>
            <p:nvSpPr>
              <p:cNvPr id="1263" name="Google Shape;1263;p63"/>
              <p:cNvSpPr/>
              <p:nvPr/>
            </p:nvSpPr>
            <p:spPr>
              <a:xfrm>
                <a:off x="2916600" y="-617325"/>
                <a:ext cx="184250" cy="254300"/>
              </a:xfrm>
              <a:custGeom>
                <a:rect b="b" l="l" r="r" t="t"/>
                <a:pathLst>
                  <a:path extrusionOk="0" h="10172" w="7370">
                    <a:moveTo>
                      <a:pt x="3449" y="1"/>
                    </a:moveTo>
                    <a:cubicBezTo>
                      <a:pt x="1" y="1"/>
                      <a:pt x="1027" y="10171"/>
                      <a:pt x="1490" y="10171"/>
                    </a:cubicBezTo>
                    <a:cubicBezTo>
                      <a:pt x="1502" y="10171"/>
                      <a:pt x="1514" y="10165"/>
                      <a:pt x="1525" y="10150"/>
                    </a:cubicBezTo>
                    <a:cubicBezTo>
                      <a:pt x="2090" y="9433"/>
                      <a:pt x="7370" y="362"/>
                      <a:pt x="3622" y="9"/>
                    </a:cubicBezTo>
                    <a:cubicBezTo>
                      <a:pt x="3563" y="3"/>
                      <a:pt x="3505" y="1"/>
                      <a:pt x="34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4" name="Google Shape;1264;p63"/>
              <p:cNvSpPr/>
              <p:nvPr/>
            </p:nvSpPr>
            <p:spPr>
              <a:xfrm>
                <a:off x="2965150" y="-602650"/>
                <a:ext cx="62000" cy="205775"/>
              </a:xfrm>
              <a:custGeom>
                <a:rect b="b" l="l" r="r" t="t"/>
                <a:pathLst>
                  <a:path extrusionOk="0" h="8231" w="2480">
                    <a:moveTo>
                      <a:pt x="2233" y="1"/>
                    </a:moveTo>
                    <a:cubicBezTo>
                      <a:pt x="2233" y="1"/>
                      <a:pt x="2223" y="134"/>
                      <a:pt x="2208" y="369"/>
                    </a:cubicBezTo>
                    <a:cubicBezTo>
                      <a:pt x="2185" y="601"/>
                      <a:pt x="2196" y="945"/>
                      <a:pt x="2131" y="1334"/>
                    </a:cubicBezTo>
                    <a:cubicBezTo>
                      <a:pt x="2105" y="1530"/>
                      <a:pt x="2077" y="1742"/>
                      <a:pt x="2047" y="1965"/>
                    </a:cubicBezTo>
                    <a:cubicBezTo>
                      <a:pt x="2020" y="2190"/>
                      <a:pt x="1954" y="2424"/>
                      <a:pt x="1914" y="2669"/>
                    </a:cubicBezTo>
                    <a:cubicBezTo>
                      <a:pt x="1865" y="2912"/>
                      <a:pt x="1826" y="3166"/>
                      <a:pt x="1752" y="3416"/>
                    </a:cubicBezTo>
                    <a:cubicBezTo>
                      <a:pt x="1685" y="3669"/>
                      <a:pt x="1617" y="3926"/>
                      <a:pt x="1550" y="4182"/>
                    </a:cubicBezTo>
                    <a:cubicBezTo>
                      <a:pt x="1389" y="4687"/>
                      <a:pt x="1251" y="5202"/>
                      <a:pt x="1061" y="5663"/>
                    </a:cubicBezTo>
                    <a:cubicBezTo>
                      <a:pt x="974" y="5896"/>
                      <a:pt x="890" y="6121"/>
                      <a:pt x="811" y="6336"/>
                    </a:cubicBezTo>
                    <a:cubicBezTo>
                      <a:pt x="721" y="6546"/>
                      <a:pt x="636" y="6745"/>
                      <a:pt x="557" y="6928"/>
                    </a:cubicBezTo>
                    <a:cubicBezTo>
                      <a:pt x="409" y="7299"/>
                      <a:pt x="253" y="7594"/>
                      <a:pt x="156" y="7806"/>
                    </a:cubicBezTo>
                    <a:cubicBezTo>
                      <a:pt x="56" y="8018"/>
                      <a:pt x="0" y="8138"/>
                      <a:pt x="0" y="8138"/>
                    </a:cubicBezTo>
                    <a:lnTo>
                      <a:pt x="159" y="8230"/>
                    </a:lnTo>
                    <a:cubicBezTo>
                      <a:pt x="159" y="8230"/>
                      <a:pt x="230" y="8115"/>
                      <a:pt x="351" y="7912"/>
                    </a:cubicBezTo>
                    <a:cubicBezTo>
                      <a:pt x="466" y="7705"/>
                      <a:pt x="659" y="7424"/>
                      <a:pt x="828" y="7056"/>
                    </a:cubicBezTo>
                    <a:cubicBezTo>
                      <a:pt x="1009" y="6692"/>
                      <a:pt x="1219" y="6267"/>
                      <a:pt x="1399" y="5792"/>
                    </a:cubicBezTo>
                    <a:cubicBezTo>
                      <a:pt x="1601" y="5325"/>
                      <a:pt x="1750" y="4803"/>
                      <a:pt x="1923" y="4290"/>
                    </a:cubicBezTo>
                    <a:cubicBezTo>
                      <a:pt x="2050" y="3762"/>
                      <a:pt x="2199" y="3239"/>
                      <a:pt x="2270" y="2735"/>
                    </a:cubicBezTo>
                    <a:cubicBezTo>
                      <a:pt x="2311" y="2483"/>
                      <a:pt x="2364" y="2244"/>
                      <a:pt x="2379" y="2008"/>
                    </a:cubicBezTo>
                    <a:cubicBezTo>
                      <a:pt x="2397" y="1774"/>
                      <a:pt x="2414" y="1552"/>
                      <a:pt x="2430" y="1348"/>
                    </a:cubicBezTo>
                    <a:cubicBezTo>
                      <a:pt x="2479" y="938"/>
                      <a:pt x="2426" y="608"/>
                      <a:pt x="2431" y="372"/>
                    </a:cubicBezTo>
                    <a:cubicBezTo>
                      <a:pt x="2421" y="137"/>
                      <a:pt x="2416" y="3"/>
                      <a:pt x="2416" y="3"/>
                    </a:cubicBezTo>
                    <a:lnTo>
                      <a:pt x="2233" y="1"/>
                    </a:lnTo>
                    <a:close/>
                  </a:path>
                </a:pathLst>
              </a:custGeom>
              <a:solidFill>
                <a:srgbClr val="3C35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65" name="Google Shape;1265;p63"/>
            <p:cNvGrpSpPr/>
            <p:nvPr/>
          </p:nvGrpSpPr>
          <p:grpSpPr>
            <a:xfrm>
              <a:off x="8257900" y="4118193"/>
              <a:ext cx="136575" cy="134183"/>
              <a:chOff x="5397687" y="2595834"/>
              <a:chExt cx="157527" cy="154767"/>
            </a:xfrm>
          </p:grpSpPr>
          <p:sp>
            <p:nvSpPr>
              <p:cNvPr id="1266" name="Google Shape;1266;p63"/>
              <p:cNvSpPr/>
              <p:nvPr/>
            </p:nvSpPr>
            <p:spPr>
              <a:xfrm>
                <a:off x="5426122" y="2595834"/>
                <a:ext cx="100237" cy="154767"/>
              </a:xfrm>
              <a:custGeom>
                <a:rect b="b" l="l" r="r" t="t"/>
                <a:pathLst>
                  <a:path extrusionOk="0" h="3701" w="2397">
                    <a:moveTo>
                      <a:pt x="1430" y="0"/>
                    </a:moveTo>
                    <a:cubicBezTo>
                      <a:pt x="1422" y="0"/>
                      <a:pt x="1416" y="1"/>
                      <a:pt x="1412" y="3"/>
                    </a:cubicBezTo>
                    <a:cubicBezTo>
                      <a:pt x="1412" y="3"/>
                      <a:pt x="1" y="3234"/>
                      <a:pt x="26" y="3295"/>
                    </a:cubicBezTo>
                    <a:cubicBezTo>
                      <a:pt x="50" y="3354"/>
                      <a:pt x="840" y="3701"/>
                      <a:pt x="972" y="3701"/>
                    </a:cubicBezTo>
                    <a:cubicBezTo>
                      <a:pt x="978" y="3701"/>
                      <a:pt x="982" y="3700"/>
                      <a:pt x="986" y="3699"/>
                    </a:cubicBezTo>
                    <a:cubicBezTo>
                      <a:pt x="1063" y="3668"/>
                      <a:pt x="2396" y="469"/>
                      <a:pt x="2371" y="407"/>
                    </a:cubicBezTo>
                    <a:cubicBezTo>
                      <a:pt x="2347" y="348"/>
                      <a:pt x="1584" y="0"/>
                      <a:pt x="143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7" name="Google Shape;1267;p63"/>
              <p:cNvSpPr/>
              <p:nvPr/>
            </p:nvSpPr>
            <p:spPr>
              <a:xfrm>
                <a:off x="5397687" y="2624647"/>
                <a:ext cx="157527" cy="98104"/>
              </a:xfrm>
              <a:custGeom>
                <a:rect b="b" l="l" r="r" t="t"/>
                <a:pathLst>
                  <a:path extrusionOk="0" h="2346" w="3767">
                    <a:moveTo>
                      <a:pt x="445" y="0"/>
                    </a:moveTo>
                    <a:cubicBezTo>
                      <a:pt x="444" y="0"/>
                      <a:pt x="443" y="0"/>
                      <a:pt x="442" y="0"/>
                    </a:cubicBezTo>
                    <a:cubicBezTo>
                      <a:pt x="380" y="26"/>
                      <a:pt x="0" y="867"/>
                      <a:pt x="39" y="960"/>
                    </a:cubicBezTo>
                    <a:cubicBezTo>
                      <a:pt x="39" y="960"/>
                      <a:pt x="3212" y="2346"/>
                      <a:pt x="3329" y="2346"/>
                    </a:cubicBezTo>
                    <a:cubicBezTo>
                      <a:pt x="3330" y="2346"/>
                      <a:pt x="3331" y="2346"/>
                      <a:pt x="3331" y="2346"/>
                    </a:cubicBezTo>
                    <a:cubicBezTo>
                      <a:pt x="3393" y="2320"/>
                      <a:pt x="3766" y="1464"/>
                      <a:pt x="3735" y="1386"/>
                    </a:cubicBezTo>
                    <a:cubicBezTo>
                      <a:pt x="3704" y="1310"/>
                      <a:pt x="564" y="0"/>
                      <a:pt x="44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68" name="Google Shape;1268;p63"/>
            <p:cNvGrpSpPr/>
            <p:nvPr/>
          </p:nvGrpSpPr>
          <p:grpSpPr>
            <a:xfrm rot="-3139646">
              <a:off x="7963990" y="4075789"/>
              <a:ext cx="139044" cy="154413"/>
              <a:chOff x="5071176" y="2522737"/>
              <a:chExt cx="356745" cy="396095"/>
            </a:xfrm>
          </p:grpSpPr>
          <p:sp>
            <p:nvSpPr>
              <p:cNvPr id="1269" name="Google Shape;1269;p63"/>
              <p:cNvSpPr/>
              <p:nvPr/>
            </p:nvSpPr>
            <p:spPr>
              <a:xfrm>
                <a:off x="5071176" y="2522737"/>
                <a:ext cx="356745" cy="396095"/>
              </a:xfrm>
              <a:custGeom>
                <a:rect b="b" l="l" r="r" t="t"/>
                <a:pathLst>
                  <a:path extrusionOk="0" h="9472" w="8531">
                    <a:moveTo>
                      <a:pt x="2207" y="1"/>
                    </a:moveTo>
                    <a:cubicBezTo>
                      <a:pt x="2091" y="1"/>
                      <a:pt x="1965" y="19"/>
                      <a:pt x="1829" y="60"/>
                    </a:cubicBezTo>
                    <a:cubicBezTo>
                      <a:pt x="0" y="603"/>
                      <a:pt x="3040" y="9450"/>
                      <a:pt x="3217" y="9471"/>
                    </a:cubicBezTo>
                    <a:cubicBezTo>
                      <a:pt x="3217" y="9471"/>
                      <a:pt x="3218" y="9472"/>
                      <a:pt x="3219" y="9472"/>
                    </a:cubicBezTo>
                    <a:cubicBezTo>
                      <a:pt x="3530" y="9472"/>
                      <a:pt x="8531" y="1499"/>
                      <a:pt x="6410" y="400"/>
                    </a:cubicBezTo>
                    <a:cubicBezTo>
                      <a:pt x="6260" y="323"/>
                      <a:pt x="6116" y="288"/>
                      <a:pt x="5977" y="288"/>
                    </a:cubicBezTo>
                    <a:cubicBezTo>
                      <a:pt x="4764" y="288"/>
                      <a:pt x="3964" y="2934"/>
                      <a:pt x="3789" y="2934"/>
                    </a:cubicBezTo>
                    <a:cubicBezTo>
                      <a:pt x="3788" y="2934"/>
                      <a:pt x="3786" y="2934"/>
                      <a:pt x="3785" y="2933"/>
                    </a:cubicBezTo>
                    <a:cubicBezTo>
                      <a:pt x="3614" y="2888"/>
                      <a:pt x="3650" y="1"/>
                      <a:pt x="220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0" name="Google Shape;1270;p63"/>
              <p:cNvSpPr/>
              <p:nvPr/>
            </p:nvSpPr>
            <p:spPr>
              <a:xfrm>
                <a:off x="5212811" y="2708867"/>
                <a:ext cx="100989" cy="185628"/>
              </a:xfrm>
              <a:custGeom>
                <a:rect b="b" l="l" r="r" t="t"/>
                <a:pathLst>
                  <a:path extrusionOk="0" h="4439" w="2415">
                    <a:moveTo>
                      <a:pt x="2381" y="0"/>
                    </a:moveTo>
                    <a:cubicBezTo>
                      <a:pt x="2370" y="0"/>
                      <a:pt x="2360" y="7"/>
                      <a:pt x="2354" y="17"/>
                    </a:cubicBezTo>
                    <a:cubicBezTo>
                      <a:pt x="2177" y="391"/>
                      <a:pt x="1987" y="758"/>
                      <a:pt x="1792" y="1122"/>
                    </a:cubicBezTo>
                    <a:cubicBezTo>
                      <a:pt x="1205" y="2217"/>
                      <a:pt x="546" y="3274"/>
                      <a:pt x="12" y="4397"/>
                    </a:cubicBezTo>
                    <a:cubicBezTo>
                      <a:pt x="0" y="4420"/>
                      <a:pt x="21" y="4439"/>
                      <a:pt x="40" y="4439"/>
                    </a:cubicBezTo>
                    <a:cubicBezTo>
                      <a:pt x="50" y="4439"/>
                      <a:pt x="59" y="4435"/>
                      <a:pt x="65" y="4424"/>
                    </a:cubicBezTo>
                    <a:cubicBezTo>
                      <a:pt x="264" y="4062"/>
                      <a:pt x="471" y="3704"/>
                      <a:pt x="677" y="3345"/>
                    </a:cubicBezTo>
                    <a:cubicBezTo>
                      <a:pt x="1042" y="2712"/>
                      <a:pt x="1565" y="1817"/>
                      <a:pt x="1889" y="1173"/>
                    </a:cubicBezTo>
                    <a:cubicBezTo>
                      <a:pt x="2078" y="803"/>
                      <a:pt x="2253" y="426"/>
                      <a:pt x="2409" y="41"/>
                    </a:cubicBezTo>
                    <a:cubicBezTo>
                      <a:pt x="2414" y="26"/>
                      <a:pt x="2408" y="9"/>
                      <a:pt x="2394" y="3"/>
                    </a:cubicBezTo>
                    <a:cubicBezTo>
                      <a:pt x="2390" y="1"/>
                      <a:pt x="2386" y="0"/>
                      <a:pt x="23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71" name="Google Shape;1271;p63"/>
            <p:cNvSpPr/>
            <p:nvPr/>
          </p:nvSpPr>
          <p:spPr>
            <a:xfrm rot="5909778">
              <a:off x="7894585" y="4285114"/>
              <a:ext cx="69747" cy="42951"/>
            </a:xfrm>
            <a:custGeom>
              <a:rect b="b" l="l" r="r" t="t"/>
              <a:pathLst>
                <a:path extrusionOk="0" h="1699" w="2759">
                  <a:moveTo>
                    <a:pt x="1306" y="0"/>
                  </a:moveTo>
                  <a:cubicBezTo>
                    <a:pt x="1110" y="0"/>
                    <a:pt x="909" y="62"/>
                    <a:pt x="723" y="209"/>
                  </a:cubicBezTo>
                  <a:cubicBezTo>
                    <a:pt x="1" y="777"/>
                    <a:pt x="995" y="1699"/>
                    <a:pt x="1751" y="1699"/>
                  </a:cubicBezTo>
                  <a:cubicBezTo>
                    <a:pt x="1946" y="1699"/>
                    <a:pt x="2125" y="1638"/>
                    <a:pt x="2255" y="1493"/>
                  </a:cubicBezTo>
                  <a:cubicBezTo>
                    <a:pt x="2758" y="933"/>
                    <a:pt x="2067" y="0"/>
                    <a:pt x="13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63"/>
            <p:cNvSpPr/>
            <p:nvPr/>
          </p:nvSpPr>
          <p:spPr>
            <a:xfrm rot="5909778">
              <a:off x="8041962" y="4304252"/>
              <a:ext cx="50433" cy="51293"/>
            </a:xfrm>
            <a:custGeom>
              <a:rect b="b" l="l" r="r" t="t"/>
              <a:pathLst>
                <a:path extrusionOk="0" h="2029" w="1995">
                  <a:moveTo>
                    <a:pt x="926" y="0"/>
                  </a:moveTo>
                  <a:cubicBezTo>
                    <a:pt x="860" y="0"/>
                    <a:pt x="790" y="11"/>
                    <a:pt x="716" y="34"/>
                  </a:cubicBezTo>
                  <a:cubicBezTo>
                    <a:pt x="0" y="255"/>
                    <a:pt x="108" y="2029"/>
                    <a:pt x="948" y="2029"/>
                  </a:cubicBezTo>
                  <a:cubicBezTo>
                    <a:pt x="994" y="2029"/>
                    <a:pt x="1042" y="2024"/>
                    <a:pt x="1093" y="2012"/>
                  </a:cubicBezTo>
                  <a:cubicBezTo>
                    <a:pt x="1994" y="1812"/>
                    <a:pt x="1791" y="0"/>
                    <a:pt x="9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73" name="Google Shape;1273;p63"/>
            <p:cNvGrpSpPr/>
            <p:nvPr/>
          </p:nvGrpSpPr>
          <p:grpSpPr>
            <a:xfrm>
              <a:off x="8096278" y="4344254"/>
              <a:ext cx="273225" cy="255808"/>
              <a:chOff x="3684900" y="-606750"/>
              <a:chExt cx="248975" cy="233125"/>
            </a:xfrm>
          </p:grpSpPr>
          <p:sp>
            <p:nvSpPr>
              <p:cNvPr id="1274" name="Google Shape;1274;p63"/>
              <p:cNvSpPr/>
              <p:nvPr/>
            </p:nvSpPr>
            <p:spPr>
              <a:xfrm>
                <a:off x="3684900" y="-606750"/>
                <a:ext cx="248975" cy="233125"/>
              </a:xfrm>
              <a:custGeom>
                <a:rect b="b" l="l" r="r" t="t"/>
                <a:pathLst>
                  <a:path extrusionOk="0" h="9325" w="9959">
                    <a:moveTo>
                      <a:pt x="5032" y="1"/>
                    </a:moveTo>
                    <a:cubicBezTo>
                      <a:pt x="2662" y="1"/>
                      <a:pt x="1599" y="1620"/>
                      <a:pt x="1208" y="2928"/>
                    </a:cubicBezTo>
                    <a:cubicBezTo>
                      <a:pt x="767" y="4405"/>
                      <a:pt x="0" y="7191"/>
                      <a:pt x="3402" y="8811"/>
                    </a:cubicBezTo>
                    <a:cubicBezTo>
                      <a:pt x="4153" y="9169"/>
                      <a:pt x="4847" y="9324"/>
                      <a:pt x="5478" y="9324"/>
                    </a:cubicBezTo>
                    <a:cubicBezTo>
                      <a:pt x="7705" y="9324"/>
                      <a:pt x="9142" y="7397"/>
                      <a:pt x="9500" y="5677"/>
                    </a:cubicBezTo>
                    <a:cubicBezTo>
                      <a:pt x="9959" y="3469"/>
                      <a:pt x="9518" y="663"/>
                      <a:pt x="6012" y="85"/>
                    </a:cubicBezTo>
                    <a:cubicBezTo>
                      <a:pt x="5662" y="28"/>
                      <a:pt x="5336" y="1"/>
                      <a:pt x="503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5" name="Google Shape;1275;p63"/>
              <p:cNvSpPr/>
              <p:nvPr/>
            </p:nvSpPr>
            <p:spPr>
              <a:xfrm>
                <a:off x="3785025" y="-532000"/>
                <a:ext cx="18300" cy="28675"/>
              </a:xfrm>
              <a:custGeom>
                <a:rect b="b" l="l" r="r" t="t"/>
                <a:pathLst>
                  <a:path extrusionOk="0" h="1147" w="732">
                    <a:moveTo>
                      <a:pt x="540" y="1"/>
                    </a:moveTo>
                    <a:cubicBezTo>
                      <a:pt x="353" y="1"/>
                      <a:pt x="1" y="1081"/>
                      <a:pt x="211" y="1144"/>
                    </a:cubicBezTo>
                    <a:cubicBezTo>
                      <a:pt x="217" y="1146"/>
                      <a:pt x="223" y="1147"/>
                      <a:pt x="229" y="1147"/>
                    </a:cubicBezTo>
                    <a:cubicBezTo>
                      <a:pt x="444" y="1147"/>
                      <a:pt x="731" y="56"/>
                      <a:pt x="553" y="3"/>
                    </a:cubicBezTo>
                    <a:cubicBezTo>
                      <a:pt x="548" y="2"/>
                      <a:pt x="544" y="1"/>
                      <a:pt x="540" y="1"/>
                    </a:cubicBezTo>
                    <a:close/>
                  </a:path>
                </a:pathLst>
              </a:custGeom>
              <a:solidFill>
                <a:srgbClr val="3C35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6" name="Google Shape;1276;p63"/>
              <p:cNvSpPr/>
              <p:nvPr/>
            </p:nvSpPr>
            <p:spPr>
              <a:xfrm>
                <a:off x="3840950" y="-515250"/>
                <a:ext cx="18300" cy="28650"/>
              </a:xfrm>
              <a:custGeom>
                <a:rect b="b" l="l" r="r" t="t"/>
                <a:pathLst>
                  <a:path extrusionOk="0" h="1146" w="732">
                    <a:moveTo>
                      <a:pt x="540" y="1"/>
                    </a:moveTo>
                    <a:cubicBezTo>
                      <a:pt x="354" y="1"/>
                      <a:pt x="1" y="1080"/>
                      <a:pt x="212" y="1143"/>
                    </a:cubicBezTo>
                    <a:cubicBezTo>
                      <a:pt x="218" y="1145"/>
                      <a:pt x="224" y="1145"/>
                      <a:pt x="230" y="1145"/>
                    </a:cubicBezTo>
                    <a:cubicBezTo>
                      <a:pt x="445" y="1145"/>
                      <a:pt x="731" y="55"/>
                      <a:pt x="554" y="3"/>
                    </a:cubicBezTo>
                    <a:cubicBezTo>
                      <a:pt x="549" y="1"/>
                      <a:pt x="545" y="1"/>
                      <a:pt x="540" y="1"/>
                    </a:cubicBezTo>
                    <a:close/>
                  </a:path>
                </a:pathLst>
              </a:custGeom>
              <a:solidFill>
                <a:srgbClr val="3C35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7" name="Google Shape;1277;p63"/>
              <p:cNvSpPr/>
              <p:nvPr/>
            </p:nvSpPr>
            <p:spPr>
              <a:xfrm>
                <a:off x="3711300" y="-509300"/>
                <a:ext cx="20825" cy="85950"/>
              </a:xfrm>
              <a:custGeom>
                <a:rect b="b" l="l" r="r" t="t"/>
                <a:pathLst>
                  <a:path extrusionOk="0" h="3438" w="833">
                    <a:moveTo>
                      <a:pt x="234" y="0"/>
                    </a:moveTo>
                    <a:cubicBezTo>
                      <a:pt x="210" y="0"/>
                      <a:pt x="186" y="14"/>
                      <a:pt x="181" y="43"/>
                    </a:cubicBezTo>
                    <a:cubicBezTo>
                      <a:pt x="1" y="1176"/>
                      <a:pt x="97" y="2423"/>
                      <a:pt x="719" y="3413"/>
                    </a:cubicBezTo>
                    <a:cubicBezTo>
                      <a:pt x="730" y="3430"/>
                      <a:pt x="745" y="3437"/>
                      <a:pt x="761" y="3437"/>
                    </a:cubicBezTo>
                    <a:cubicBezTo>
                      <a:pt x="796" y="3437"/>
                      <a:pt x="832" y="3402"/>
                      <a:pt x="813" y="3362"/>
                    </a:cubicBezTo>
                    <a:cubicBezTo>
                      <a:pt x="352" y="2321"/>
                      <a:pt x="276" y="1177"/>
                      <a:pt x="289" y="53"/>
                    </a:cubicBezTo>
                    <a:cubicBezTo>
                      <a:pt x="290" y="19"/>
                      <a:pt x="262" y="0"/>
                      <a:pt x="234" y="0"/>
                    </a:cubicBezTo>
                    <a:close/>
                  </a:path>
                </a:pathLst>
              </a:custGeom>
              <a:solidFill>
                <a:srgbClr val="3C35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8" name="Google Shape;1278;p63"/>
              <p:cNvSpPr/>
              <p:nvPr/>
            </p:nvSpPr>
            <p:spPr>
              <a:xfrm>
                <a:off x="3744275" y="-600250"/>
                <a:ext cx="118950" cy="28950"/>
              </a:xfrm>
              <a:custGeom>
                <a:rect b="b" l="l" r="r" t="t"/>
                <a:pathLst>
                  <a:path extrusionOk="0" h="1158" w="4758">
                    <a:moveTo>
                      <a:pt x="2615" y="0"/>
                    </a:moveTo>
                    <a:cubicBezTo>
                      <a:pt x="1640" y="0"/>
                      <a:pt x="676" y="334"/>
                      <a:pt x="34" y="1070"/>
                    </a:cubicBezTo>
                    <a:cubicBezTo>
                      <a:pt x="1" y="1108"/>
                      <a:pt x="39" y="1157"/>
                      <a:pt x="78" y="1157"/>
                    </a:cubicBezTo>
                    <a:cubicBezTo>
                      <a:pt x="90" y="1157"/>
                      <a:pt x="102" y="1153"/>
                      <a:pt x="113" y="1142"/>
                    </a:cubicBezTo>
                    <a:cubicBezTo>
                      <a:pt x="806" y="502"/>
                      <a:pt x="1733" y="223"/>
                      <a:pt x="2670" y="223"/>
                    </a:cubicBezTo>
                    <a:cubicBezTo>
                      <a:pt x="3356" y="223"/>
                      <a:pt x="4049" y="373"/>
                      <a:pt x="4658" y="641"/>
                    </a:cubicBezTo>
                    <a:cubicBezTo>
                      <a:pt x="4666" y="645"/>
                      <a:pt x="4674" y="646"/>
                      <a:pt x="4682" y="646"/>
                    </a:cubicBezTo>
                    <a:cubicBezTo>
                      <a:pt x="4729" y="646"/>
                      <a:pt x="4758" y="575"/>
                      <a:pt x="4710" y="546"/>
                    </a:cubicBezTo>
                    <a:cubicBezTo>
                      <a:pt x="4097" y="192"/>
                      <a:pt x="3353" y="0"/>
                      <a:pt x="26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64"/>
          <p:cNvSpPr txBox="1"/>
          <p:nvPr/>
        </p:nvSpPr>
        <p:spPr>
          <a:xfrm>
            <a:off x="155425" y="190525"/>
            <a:ext cx="6737700" cy="16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2"/>
                </a:solidFill>
                <a:latin typeface="Raleway Black"/>
                <a:ea typeface="Raleway Black"/>
                <a:cs typeface="Raleway Black"/>
                <a:sym typeface="Raleway Black"/>
              </a:rPr>
              <a:t>How exactly is this project helpful?</a:t>
            </a:r>
            <a:endParaRPr sz="4800">
              <a:solidFill>
                <a:schemeClr val="dk2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284" name="Google Shape;1284;p64"/>
          <p:cNvSpPr txBox="1"/>
          <p:nvPr/>
        </p:nvSpPr>
        <p:spPr>
          <a:xfrm>
            <a:off x="155425" y="2025325"/>
            <a:ext cx="86025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8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Raleway ExtraBold"/>
              <a:buAutoNum type="arabicParenR"/>
            </a:pPr>
            <a:r>
              <a:rPr lang="en" sz="30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Assisting healthcare professionals ,by: </a:t>
            </a:r>
            <a:endParaRPr sz="3000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Font typeface="Raleway Medium"/>
              <a:buChar char="●"/>
            </a:pPr>
            <a:r>
              <a:rPr lang="en" sz="2300">
                <a:solidFill>
                  <a:srgbClr val="434343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Enhancing their decision</a:t>
            </a:r>
            <a:endParaRPr sz="2300">
              <a:solidFill>
                <a:srgbClr val="434343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Font typeface="Raleway Medium"/>
              <a:buChar char="●"/>
            </a:pPr>
            <a:r>
              <a:rPr lang="en" sz="2300">
                <a:solidFill>
                  <a:srgbClr val="434343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Speeding the classification process</a:t>
            </a:r>
            <a:endParaRPr sz="2300">
              <a:solidFill>
                <a:srgbClr val="434343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Font typeface="Raleway Medium"/>
              <a:buChar char="●"/>
            </a:pPr>
            <a:r>
              <a:rPr lang="en" sz="2300">
                <a:solidFill>
                  <a:srgbClr val="434343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Decreasing human-error occurrence </a:t>
            </a:r>
            <a:endParaRPr sz="2300">
              <a:solidFill>
                <a:srgbClr val="434343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grpSp>
        <p:nvGrpSpPr>
          <p:cNvPr id="1285" name="Google Shape;1285;p64"/>
          <p:cNvGrpSpPr/>
          <p:nvPr/>
        </p:nvGrpSpPr>
        <p:grpSpPr>
          <a:xfrm>
            <a:off x="6439530" y="3321614"/>
            <a:ext cx="2438752" cy="1669488"/>
            <a:chOff x="2241659" y="545874"/>
            <a:chExt cx="965307" cy="696839"/>
          </a:xfrm>
        </p:grpSpPr>
        <p:sp>
          <p:nvSpPr>
            <p:cNvPr id="1286" name="Google Shape;1286;p64"/>
            <p:cNvSpPr/>
            <p:nvPr/>
          </p:nvSpPr>
          <p:spPr>
            <a:xfrm>
              <a:off x="2261722" y="545874"/>
              <a:ext cx="927547" cy="657409"/>
            </a:xfrm>
            <a:custGeom>
              <a:rect b="b" l="l" r="r" t="t"/>
              <a:pathLst>
                <a:path extrusionOk="0" h="16383" w="23115">
                  <a:moveTo>
                    <a:pt x="11557" y="0"/>
                  </a:moveTo>
                  <a:cubicBezTo>
                    <a:pt x="4027" y="0"/>
                    <a:pt x="36" y="7327"/>
                    <a:pt x="1" y="16383"/>
                  </a:cubicBezTo>
                  <a:lnTo>
                    <a:pt x="23114" y="16383"/>
                  </a:lnTo>
                  <a:cubicBezTo>
                    <a:pt x="23079" y="7327"/>
                    <a:pt x="19305" y="0"/>
                    <a:pt x="115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64"/>
            <p:cNvSpPr/>
            <p:nvPr/>
          </p:nvSpPr>
          <p:spPr>
            <a:xfrm>
              <a:off x="2241659" y="1166752"/>
              <a:ext cx="965307" cy="75961"/>
            </a:xfrm>
            <a:custGeom>
              <a:rect b="b" l="l" r="r" t="t"/>
              <a:pathLst>
                <a:path extrusionOk="0" h="1893" w="24056">
                  <a:moveTo>
                    <a:pt x="12028" y="0"/>
                  </a:moveTo>
                  <a:cubicBezTo>
                    <a:pt x="5385" y="0"/>
                    <a:pt x="0" y="472"/>
                    <a:pt x="0" y="1056"/>
                  </a:cubicBezTo>
                  <a:cubicBezTo>
                    <a:pt x="0" y="1638"/>
                    <a:pt x="5385" y="1892"/>
                    <a:pt x="12028" y="1892"/>
                  </a:cubicBezTo>
                  <a:cubicBezTo>
                    <a:pt x="18670" y="1892"/>
                    <a:pt x="24055" y="1638"/>
                    <a:pt x="24055" y="1056"/>
                  </a:cubicBezTo>
                  <a:cubicBezTo>
                    <a:pt x="24055" y="472"/>
                    <a:pt x="18670" y="0"/>
                    <a:pt x="1202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64"/>
            <p:cNvSpPr/>
            <p:nvPr/>
          </p:nvSpPr>
          <p:spPr>
            <a:xfrm>
              <a:off x="2381861" y="581828"/>
              <a:ext cx="676991" cy="362311"/>
            </a:xfrm>
            <a:custGeom>
              <a:rect b="b" l="l" r="r" t="t"/>
              <a:pathLst>
                <a:path extrusionOk="0" h="9029" w="16871">
                  <a:moveTo>
                    <a:pt x="8348" y="1"/>
                  </a:moveTo>
                  <a:cubicBezTo>
                    <a:pt x="5274" y="1"/>
                    <a:pt x="2760" y="1661"/>
                    <a:pt x="1266" y="4675"/>
                  </a:cubicBezTo>
                  <a:cubicBezTo>
                    <a:pt x="243" y="6739"/>
                    <a:pt x="22" y="8735"/>
                    <a:pt x="1" y="8956"/>
                  </a:cubicBezTo>
                  <a:lnTo>
                    <a:pt x="725" y="9028"/>
                  </a:lnTo>
                  <a:cubicBezTo>
                    <a:pt x="800" y="8460"/>
                    <a:pt x="1068" y="6889"/>
                    <a:pt x="1861" y="5273"/>
                  </a:cubicBezTo>
                  <a:cubicBezTo>
                    <a:pt x="3230" y="2485"/>
                    <a:pt x="5537" y="949"/>
                    <a:pt x="8356" y="949"/>
                  </a:cubicBezTo>
                  <a:cubicBezTo>
                    <a:pt x="11158" y="949"/>
                    <a:pt x="13489" y="2474"/>
                    <a:pt x="14916" y="5243"/>
                  </a:cubicBezTo>
                  <a:cubicBezTo>
                    <a:pt x="15747" y="6852"/>
                    <a:pt x="16056" y="8457"/>
                    <a:pt x="16142" y="9000"/>
                  </a:cubicBezTo>
                  <a:lnTo>
                    <a:pt x="16870" y="8910"/>
                  </a:lnTo>
                  <a:cubicBezTo>
                    <a:pt x="16859" y="8822"/>
                    <a:pt x="16592" y="6734"/>
                    <a:pt x="15504" y="4642"/>
                  </a:cubicBezTo>
                  <a:cubicBezTo>
                    <a:pt x="13946" y="1649"/>
                    <a:pt x="11405" y="1"/>
                    <a:pt x="83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64"/>
            <p:cNvSpPr/>
            <p:nvPr/>
          </p:nvSpPr>
          <p:spPr>
            <a:xfrm>
              <a:off x="2491125" y="714446"/>
              <a:ext cx="458537" cy="243333"/>
            </a:xfrm>
            <a:custGeom>
              <a:rect b="b" l="l" r="r" t="t"/>
              <a:pathLst>
                <a:path extrusionOk="0" h="6064" w="11427">
                  <a:moveTo>
                    <a:pt x="5653" y="1"/>
                  </a:moveTo>
                  <a:cubicBezTo>
                    <a:pt x="3561" y="1"/>
                    <a:pt x="1849" y="1141"/>
                    <a:pt x="832" y="3210"/>
                  </a:cubicBezTo>
                  <a:cubicBezTo>
                    <a:pt x="275" y="4346"/>
                    <a:pt x="67" y="5451"/>
                    <a:pt x="0" y="5924"/>
                  </a:cubicBezTo>
                  <a:lnTo>
                    <a:pt x="1001" y="6025"/>
                  </a:lnTo>
                  <a:cubicBezTo>
                    <a:pt x="1025" y="5797"/>
                    <a:pt x="1638" y="999"/>
                    <a:pt x="5625" y="999"/>
                  </a:cubicBezTo>
                  <a:cubicBezTo>
                    <a:pt x="7262" y="999"/>
                    <a:pt x="8504" y="1271"/>
                    <a:pt x="9420" y="2987"/>
                  </a:cubicBezTo>
                  <a:cubicBezTo>
                    <a:pt x="10221" y="4483"/>
                    <a:pt x="10432" y="6054"/>
                    <a:pt x="10434" y="6064"/>
                  </a:cubicBezTo>
                  <a:lnTo>
                    <a:pt x="11427" y="5941"/>
                  </a:lnTo>
                  <a:cubicBezTo>
                    <a:pt x="11355" y="5506"/>
                    <a:pt x="11122" y="4348"/>
                    <a:pt x="10523" y="3188"/>
                  </a:cubicBezTo>
                  <a:cubicBezTo>
                    <a:pt x="9464" y="1132"/>
                    <a:pt x="7734" y="1"/>
                    <a:pt x="56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64"/>
            <p:cNvSpPr/>
            <p:nvPr/>
          </p:nvSpPr>
          <p:spPr>
            <a:xfrm>
              <a:off x="2410952" y="619908"/>
              <a:ext cx="618686" cy="328885"/>
            </a:xfrm>
            <a:custGeom>
              <a:rect b="b" l="l" r="r" t="t"/>
              <a:pathLst>
                <a:path extrusionOk="0" h="8196" w="15418">
                  <a:moveTo>
                    <a:pt x="7631" y="0"/>
                  </a:moveTo>
                  <a:cubicBezTo>
                    <a:pt x="4812" y="0"/>
                    <a:pt x="2505" y="1536"/>
                    <a:pt x="1136" y="4324"/>
                  </a:cubicBezTo>
                  <a:cubicBezTo>
                    <a:pt x="343" y="5940"/>
                    <a:pt x="75" y="7511"/>
                    <a:pt x="0" y="8079"/>
                  </a:cubicBezTo>
                  <a:lnTo>
                    <a:pt x="1158" y="8195"/>
                  </a:lnTo>
                  <a:cubicBezTo>
                    <a:pt x="1213" y="7761"/>
                    <a:pt x="1430" y="6380"/>
                    <a:pt x="2129" y="4958"/>
                  </a:cubicBezTo>
                  <a:cubicBezTo>
                    <a:pt x="3292" y="2591"/>
                    <a:pt x="5250" y="1287"/>
                    <a:pt x="7642" y="1287"/>
                  </a:cubicBezTo>
                  <a:cubicBezTo>
                    <a:pt x="10022" y="1287"/>
                    <a:pt x="12001" y="2582"/>
                    <a:pt x="13213" y="4933"/>
                  </a:cubicBezTo>
                  <a:cubicBezTo>
                    <a:pt x="13958" y="6378"/>
                    <a:pt x="14209" y="7819"/>
                    <a:pt x="14264" y="8194"/>
                  </a:cubicBezTo>
                  <a:lnTo>
                    <a:pt x="15417" y="8051"/>
                  </a:lnTo>
                  <a:cubicBezTo>
                    <a:pt x="15331" y="7508"/>
                    <a:pt x="15022" y="5903"/>
                    <a:pt x="14191" y="4294"/>
                  </a:cubicBezTo>
                  <a:cubicBezTo>
                    <a:pt x="12764" y="1525"/>
                    <a:pt x="10433" y="0"/>
                    <a:pt x="763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64"/>
            <p:cNvSpPr/>
            <p:nvPr/>
          </p:nvSpPr>
          <p:spPr>
            <a:xfrm>
              <a:off x="2457418" y="671551"/>
              <a:ext cx="525911" cy="281294"/>
            </a:xfrm>
            <a:custGeom>
              <a:rect b="b" l="l" r="r" t="t"/>
              <a:pathLst>
                <a:path extrusionOk="0" h="7010" w="13106">
                  <a:moveTo>
                    <a:pt x="6484" y="0"/>
                  </a:moveTo>
                  <a:cubicBezTo>
                    <a:pt x="4092" y="0"/>
                    <a:pt x="2134" y="1304"/>
                    <a:pt x="971" y="3671"/>
                  </a:cubicBezTo>
                  <a:cubicBezTo>
                    <a:pt x="272" y="5093"/>
                    <a:pt x="55" y="6474"/>
                    <a:pt x="0" y="6908"/>
                  </a:cubicBezTo>
                  <a:lnTo>
                    <a:pt x="840" y="6993"/>
                  </a:lnTo>
                  <a:cubicBezTo>
                    <a:pt x="907" y="6520"/>
                    <a:pt x="1115" y="5415"/>
                    <a:pt x="1672" y="4279"/>
                  </a:cubicBezTo>
                  <a:cubicBezTo>
                    <a:pt x="2689" y="2210"/>
                    <a:pt x="4401" y="1070"/>
                    <a:pt x="6493" y="1070"/>
                  </a:cubicBezTo>
                  <a:cubicBezTo>
                    <a:pt x="8574" y="1070"/>
                    <a:pt x="10304" y="2201"/>
                    <a:pt x="11363" y="4257"/>
                  </a:cubicBezTo>
                  <a:cubicBezTo>
                    <a:pt x="11962" y="5417"/>
                    <a:pt x="12195" y="6575"/>
                    <a:pt x="12267" y="7010"/>
                  </a:cubicBezTo>
                  <a:lnTo>
                    <a:pt x="13106" y="6907"/>
                  </a:lnTo>
                  <a:cubicBezTo>
                    <a:pt x="13051" y="6532"/>
                    <a:pt x="12800" y="5091"/>
                    <a:pt x="12055" y="3646"/>
                  </a:cubicBezTo>
                  <a:cubicBezTo>
                    <a:pt x="10843" y="1295"/>
                    <a:pt x="8864" y="0"/>
                    <a:pt x="64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64"/>
            <p:cNvSpPr/>
            <p:nvPr/>
          </p:nvSpPr>
          <p:spPr>
            <a:xfrm>
              <a:off x="2388923" y="935623"/>
              <a:ext cx="136032" cy="13844"/>
            </a:xfrm>
            <a:custGeom>
              <a:rect b="b" l="l" r="r" t="t"/>
              <a:pathLst>
                <a:path extrusionOk="0" h="345" w="3390">
                  <a:moveTo>
                    <a:pt x="4" y="0"/>
                  </a:moveTo>
                  <a:lnTo>
                    <a:pt x="1" y="40"/>
                  </a:lnTo>
                  <a:cubicBezTo>
                    <a:pt x="1" y="40"/>
                    <a:pt x="212" y="65"/>
                    <a:pt x="528" y="101"/>
                  </a:cubicBezTo>
                  <a:cubicBezTo>
                    <a:pt x="845" y="136"/>
                    <a:pt x="1269" y="176"/>
                    <a:pt x="1691" y="216"/>
                  </a:cubicBezTo>
                  <a:cubicBezTo>
                    <a:pt x="2115" y="252"/>
                    <a:pt x="2538" y="287"/>
                    <a:pt x="2856" y="310"/>
                  </a:cubicBezTo>
                  <a:cubicBezTo>
                    <a:pt x="3174" y="331"/>
                    <a:pt x="3386" y="345"/>
                    <a:pt x="3386" y="345"/>
                  </a:cubicBezTo>
                  <a:lnTo>
                    <a:pt x="3390" y="304"/>
                  </a:lnTo>
                  <a:cubicBezTo>
                    <a:pt x="3390" y="304"/>
                    <a:pt x="3179" y="279"/>
                    <a:pt x="2862" y="244"/>
                  </a:cubicBezTo>
                  <a:cubicBezTo>
                    <a:pt x="2545" y="209"/>
                    <a:pt x="2123" y="169"/>
                    <a:pt x="1699" y="128"/>
                  </a:cubicBezTo>
                  <a:cubicBezTo>
                    <a:pt x="1276" y="92"/>
                    <a:pt x="852" y="57"/>
                    <a:pt x="534" y="34"/>
                  </a:cubicBezTo>
                  <a:cubicBezTo>
                    <a:pt x="217" y="13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64"/>
            <p:cNvSpPr/>
            <p:nvPr/>
          </p:nvSpPr>
          <p:spPr>
            <a:xfrm>
              <a:off x="2923847" y="933095"/>
              <a:ext cx="128448" cy="19502"/>
            </a:xfrm>
            <a:custGeom>
              <a:rect b="b" l="l" r="r" t="t"/>
              <a:pathLst>
                <a:path extrusionOk="0" h="486" w="3201">
                  <a:moveTo>
                    <a:pt x="3195" y="0"/>
                  </a:moveTo>
                  <a:cubicBezTo>
                    <a:pt x="3195" y="0"/>
                    <a:pt x="2994" y="23"/>
                    <a:pt x="2694" y="57"/>
                  </a:cubicBezTo>
                  <a:cubicBezTo>
                    <a:pt x="2393" y="93"/>
                    <a:pt x="1993" y="146"/>
                    <a:pt x="1594" y="200"/>
                  </a:cubicBezTo>
                  <a:cubicBezTo>
                    <a:pt x="1195" y="257"/>
                    <a:pt x="795" y="315"/>
                    <a:pt x="497" y="363"/>
                  </a:cubicBezTo>
                  <a:cubicBezTo>
                    <a:pt x="198" y="411"/>
                    <a:pt x="0" y="445"/>
                    <a:pt x="0" y="445"/>
                  </a:cubicBezTo>
                  <a:lnTo>
                    <a:pt x="5" y="486"/>
                  </a:lnTo>
                  <a:cubicBezTo>
                    <a:pt x="5" y="486"/>
                    <a:pt x="206" y="463"/>
                    <a:pt x="506" y="429"/>
                  </a:cubicBezTo>
                  <a:cubicBezTo>
                    <a:pt x="807" y="393"/>
                    <a:pt x="1207" y="340"/>
                    <a:pt x="1606" y="286"/>
                  </a:cubicBezTo>
                  <a:cubicBezTo>
                    <a:pt x="2006" y="229"/>
                    <a:pt x="2405" y="171"/>
                    <a:pt x="2703" y="123"/>
                  </a:cubicBezTo>
                  <a:cubicBezTo>
                    <a:pt x="3002" y="74"/>
                    <a:pt x="3200" y="41"/>
                    <a:pt x="3200" y="41"/>
                  </a:cubicBezTo>
                  <a:lnTo>
                    <a:pt x="319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64"/>
            <p:cNvSpPr/>
            <p:nvPr/>
          </p:nvSpPr>
          <p:spPr>
            <a:xfrm>
              <a:off x="2759248" y="748433"/>
              <a:ext cx="124756" cy="96346"/>
            </a:xfrm>
            <a:custGeom>
              <a:rect b="b" l="l" r="r" t="t"/>
              <a:pathLst>
                <a:path extrusionOk="0" h="2401" w="3109">
                  <a:moveTo>
                    <a:pt x="6" y="1"/>
                  </a:moveTo>
                  <a:lnTo>
                    <a:pt x="0" y="42"/>
                  </a:lnTo>
                  <a:cubicBezTo>
                    <a:pt x="0" y="42"/>
                    <a:pt x="64" y="51"/>
                    <a:pt x="174" y="70"/>
                  </a:cubicBezTo>
                  <a:cubicBezTo>
                    <a:pt x="229" y="80"/>
                    <a:pt x="298" y="86"/>
                    <a:pt x="372" y="106"/>
                  </a:cubicBezTo>
                  <a:cubicBezTo>
                    <a:pt x="447" y="124"/>
                    <a:pt x="532" y="144"/>
                    <a:pt x="624" y="166"/>
                  </a:cubicBezTo>
                  <a:cubicBezTo>
                    <a:pt x="715" y="195"/>
                    <a:pt x="816" y="218"/>
                    <a:pt x="918" y="257"/>
                  </a:cubicBezTo>
                  <a:cubicBezTo>
                    <a:pt x="1019" y="297"/>
                    <a:pt x="1127" y="334"/>
                    <a:pt x="1233" y="389"/>
                  </a:cubicBezTo>
                  <a:cubicBezTo>
                    <a:pt x="1342" y="437"/>
                    <a:pt x="1446" y="503"/>
                    <a:pt x="1553" y="565"/>
                  </a:cubicBezTo>
                  <a:cubicBezTo>
                    <a:pt x="1656" y="636"/>
                    <a:pt x="1761" y="705"/>
                    <a:pt x="1856" y="788"/>
                  </a:cubicBezTo>
                  <a:cubicBezTo>
                    <a:pt x="1958" y="864"/>
                    <a:pt x="2047" y="954"/>
                    <a:pt x="2137" y="1041"/>
                  </a:cubicBezTo>
                  <a:cubicBezTo>
                    <a:pt x="2179" y="1086"/>
                    <a:pt x="2221" y="1131"/>
                    <a:pt x="2263" y="1175"/>
                  </a:cubicBezTo>
                  <a:cubicBezTo>
                    <a:pt x="2303" y="1222"/>
                    <a:pt x="2341" y="1269"/>
                    <a:pt x="2379" y="1314"/>
                  </a:cubicBezTo>
                  <a:cubicBezTo>
                    <a:pt x="2454" y="1406"/>
                    <a:pt x="2522" y="1500"/>
                    <a:pt x="2585" y="1589"/>
                  </a:cubicBezTo>
                  <a:cubicBezTo>
                    <a:pt x="2646" y="1680"/>
                    <a:pt x="2704" y="1765"/>
                    <a:pt x="2752" y="1848"/>
                  </a:cubicBezTo>
                  <a:cubicBezTo>
                    <a:pt x="2853" y="2010"/>
                    <a:pt x="2933" y="2149"/>
                    <a:pt x="2987" y="2246"/>
                  </a:cubicBezTo>
                  <a:cubicBezTo>
                    <a:pt x="3041" y="2344"/>
                    <a:pt x="3072" y="2400"/>
                    <a:pt x="3072" y="2400"/>
                  </a:cubicBezTo>
                  <a:lnTo>
                    <a:pt x="3108" y="2382"/>
                  </a:lnTo>
                  <a:cubicBezTo>
                    <a:pt x="3108" y="2382"/>
                    <a:pt x="3080" y="2324"/>
                    <a:pt x="3030" y="2224"/>
                  </a:cubicBezTo>
                  <a:cubicBezTo>
                    <a:pt x="2978" y="2123"/>
                    <a:pt x="2908" y="1979"/>
                    <a:pt x="2809" y="1813"/>
                  </a:cubicBezTo>
                  <a:cubicBezTo>
                    <a:pt x="2761" y="1730"/>
                    <a:pt x="2703" y="1642"/>
                    <a:pt x="2643" y="1550"/>
                  </a:cubicBezTo>
                  <a:cubicBezTo>
                    <a:pt x="2580" y="1458"/>
                    <a:pt x="2514" y="1362"/>
                    <a:pt x="2439" y="1267"/>
                  </a:cubicBezTo>
                  <a:cubicBezTo>
                    <a:pt x="2400" y="1220"/>
                    <a:pt x="2362" y="1173"/>
                    <a:pt x="2323" y="1124"/>
                  </a:cubicBezTo>
                  <a:cubicBezTo>
                    <a:pt x="2281" y="1077"/>
                    <a:pt x="2238" y="1031"/>
                    <a:pt x="2195" y="984"/>
                  </a:cubicBezTo>
                  <a:cubicBezTo>
                    <a:pt x="2104" y="894"/>
                    <a:pt x="2014" y="801"/>
                    <a:pt x="1911" y="721"/>
                  </a:cubicBezTo>
                  <a:cubicBezTo>
                    <a:pt x="1813" y="636"/>
                    <a:pt x="1703" y="567"/>
                    <a:pt x="1597" y="496"/>
                  </a:cubicBezTo>
                  <a:cubicBezTo>
                    <a:pt x="1485" y="433"/>
                    <a:pt x="1378" y="367"/>
                    <a:pt x="1265" y="320"/>
                  </a:cubicBezTo>
                  <a:cubicBezTo>
                    <a:pt x="1157" y="266"/>
                    <a:pt x="1045" y="229"/>
                    <a:pt x="941" y="190"/>
                  </a:cubicBezTo>
                  <a:cubicBezTo>
                    <a:pt x="837" y="153"/>
                    <a:pt x="734" y="130"/>
                    <a:pt x="641" y="102"/>
                  </a:cubicBezTo>
                  <a:cubicBezTo>
                    <a:pt x="547" y="78"/>
                    <a:pt x="458" y="64"/>
                    <a:pt x="382" y="49"/>
                  </a:cubicBezTo>
                  <a:cubicBezTo>
                    <a:pt x="304" y="32"/>
                    <a:pt x="237" y="30"/>
                    <a:pt x="181" y="22"/>
                  </a:cubicBezTo>
                  <a:cubicBezTo>
                    <a:pt x="70" y="9"/>
                    <a:pt x="6" y="1"/>
                    <a:pt x="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64"/>
            <p:cNvSpPr/>
            <p:nvPr/>
          </p:nvSpPr>
          <p:spPr>
            <a:xfrm>
              <a:off x="2743720" y="591859"/>
              <a:ext cx="214963" cy="128007"/>
            </a:xfrm>
            <a:custGeom>
              <a:rect b="b" l="l" r="r" t="t"/>
              <a:pathLst>
                <a:path extrusionOk="0" h="3190" w="5357">
                  <a:moveTo>
                    <a:pt x="33" y="1"/>
                  </a:moveTo>
                  <a:cubicBezTo>
                    <a:pt x="18" y="1"/>
                    <a:pt x="5" y="11"/>
                    <a:pt x="3" y="26"/>
                  </a:cubicBezTo>
                  <a:cubicBezTo>
                    <a:pt x="0" y="43"/>
                    <a:pt x="12" y="57"/>
                    <a:pt x="27" y="59"/>
                  </a:cubicBezTo>
                  <a:cubicBezTo>
                    <a:pt x="27" y="59"/>
                    <a:pt x="126" y="73"/>
                    <a:pt x="298" y="98"/>
                  </a:cubicBezTo>
                  <a:cubicBezTo>
                    <a:pt x="384" y="108"/>
                    <a:pt x="488" y="125"/>
                    <a:pt x="605" y="150"/>
                  </a:cubicBezTo>
                  <a:cubicBezTo>
                    <a:pt x="724" y="174"/>
                    <a:pt x="857" y="197"/>
                    <a:pt x="1000" y="235"/>
                  </a:cubicBezTo>
                  <a:cubicBezTo>
                    <a:pt x="1072" y="252"/>
                    <a:pt x="1147" y="271"/>
                    <a:pt x="1224" y="290"/>
                  </a:cubicBezTo>
                  <a:cubicBezTo>
                    <a:pt x="1300" y="312"/>
                    <a:pt x="1380" y="337"/>
                    <a:pt x="1461" y="361"/>
                  </a:cubicBezTo>
                  <a:cubicBezTo>
                    <a:pt x="1624" y="406"/>
                    <a:pt x="1789" y="475"/>
                    <a:pt x="1964" y="535"/>
                  </a:cubicBezTo>
                  <a:cubicBezTo>
                    <a:pt x="2133" y="608"/>
                    <a:pt x="2312" y="675"/>
                    <a:pt x="2484" y="765"/>
                  </a:cubicBezTo>
                  <a:cubicBezTo>
                    <a:pt x="2661" y="846"/>
                    <a:pt x="2830" y="947"/>
                    <a:pt x="3001" y="1043"/>
                  </a:cubicBezTo>
                  <a:cubicBezTo>
                    <a:pt x="3168" y="1148"/>
                    <a:pt x="3337" y="1249"/>
                    <a:pt x="3493" y="1365"/>
                  </a:cubicBezTo>
                  <a:cubicBezTo>
                    <a:pt x="3653" y="1475"/>
                    <a:pt x="3798" y="1599"/>
                    <a:pt x="3943" y="1713"/>
                  </a:cubicBezTo>
                  <a:cubicBezTo>
                    <a:pt x="4080" y="1838"/>
                    <a:pt x="4220" y="1949"/>
                    <a:pt x="4337" y="2071"/>
                  </a:cubicBezTo>
                  <a:cubicBezTo>
                    <a:pt x="4398" y="2130"/>
                    <a:pt x="4457" y="2188"/>
                    <a:pt x="4514" y="2244"/>
                  </a:cubicBezTo>
                  <a:cubicBezTo>
                    <a:pt x="4569" y="2302"/>
                    <a:pt x="4620" y="2359"/>
                    <a:pt x="4671" y="2413"/>
                  </a:cubicBezTo>
                  <a:cubicBezTo>
                    <a:pt x="4773" y="2521"/>
                    <a:pt x="4860" y="2625"/>
                    <a:pt x="4937" y="2718"/>
                  </a:cubicBezTo>
                  <a:cubicBezTo>
                    <a:pt x="5016" y="2809"/>
                    <a:pt x="5082" y="2891"/>
                    <a:pt x="5133" y="2960"/>
                  </a:cubicBezTo>
                  <a:cubicBezTo>
                    <a:pt x="5238" y="3098"/>
                    <a:pt x="5298" y="3176"/>
                    <a:pt x="5298" y="3176"/>
                  </a:cubicBezTo>
                  <a:lnTo>
                    <a:pt x="5299" y="3177"/>
                  </a:lnTo>
                  <a:cubicBezTo>
                    <a:pt x="5305" y="3185"/>
                    <a:pt x="5314" y="3189"/>
                    <a:pt x="5323" y="3189"/>
                  </a:cubicBezTo>
                  <a:cubicBezTo>
                    <a:pt x="5329" y="3189"/>
                    <a:pt x="5334" y="3188"/>
                    <a:pt x="5339" y="3184"/>
                  </a:cubicBezTo>
                  <a:cubicBezTo>
                    <a:pt x="5353" y="3175"/>
                    <a:pt x="5356" y="3156"/>
                    <a:pt x="5346" y="3143"/>
                  </a:cubicBezTo>
                  <a:cubicBezTo>
                    <a:pt x="5346" y="3143"/>
                    <a:pt x="5290" y="3061"/>
                    <a:pt x="5189" y="2919"/>
                  </a:cubicBezTo>
                  <a:cubicBezTo>
                    <a:pt x="5140" y="2846"/>
                    <a:pt x="5078" y="2761"/>
                    <a:pt x="5002" y="2666"/>
                  </a:cubicBezTo>
                  <a:cubicBezTo>
                    <a:pt x="4926" y="2569"/>
                    <a:pt x="4844" y="2460"/>
                    <a:pt x="4742" y="2350"/>
                  </a:cubicBezTo>
                  <a:cubicBezTo>
                    <a:pt x="4692" y="2294"/>
                    <a:pt x="4641" y="2235"/>
                    <a:pt x="4587" y="2175"/>
                  </a:cubicBezTo>
                  <a:cubicBezTo>
                    <a:pt x="4531" y="2116"/>
                    <a:pt x="4472" y="2057"/>
                    <a:pt x="4412" y="1995"/>
                  </a:cubicBezTo>
                  <a:cubicBezTo>
                    <a:pt x="4295" y="1869"/>
                    <a:pt x="4156" y="1752"/>
                    <a:pt x="4018" y="1625"/>
                  </a:cubicBezTo>
                  <a:cubicBezTo>
                    <a:pt x="3872" y="1508"/>
                    <a:pt x="3725" y="1380"/>
                    <a:pt x="3563" y="1268"/>
                  </a:cubicBezTo>
                  <a:cubicBezTo>
                    <a:pt x="3406" y="1148"/>
                    <a:pt x="3233" y="1045"/>
                    <a:pt x="3065" y="936"/>
                  </a:cubicBezTo>
                  <a:cubicBezTo>
                    <a:pt x="2890" y="839"/>
                    <a:pt x="2717" y="739"/>
                    <a:pt x="2537" y="656"/>
                  </a:cubicBezTo>
                  <a:cubicBezTo>
                    <a:pt x="2361" y="567"/>
                    <a:pt x="2179" y="499"/>
                    <a:pt x="2006" y="427"/>
                  </a:cubicBezTo>
                  <a:cubicBezTo>
                    <a:pt x="1828" y="366"/>
                    <a:pt x="1658" y="300"/>
                    <a:pt x="1492" y="258"/>
                  </a:cubicBezTo>
                  <a:cubicBezTo>
                    <a:pt x="1409" y="236"/>
                    <a:pt x="1328" y="213"/>
                    <a:pt x="1250" y="192"/>
                  </a:cubicBezTo>
                  <a:cubicBezTo>
                    <a:pt x="1171" y="174"/>
                    <a:pt x="1094" y="157"/>
                    <a:pt x="1022" y="141"/>
                  </a:cubicBezTo>
                  <a:cubicBezTo>
                    <a:pt x="876" y="105"/>
                    <a:pt x="739" y="86"/>
                    <a:pt x="618" y="68"/>
                  </a:cubicBezTo>
                  <a:cubicBezTo>
                    <a:pt x="498" y="48"/>
                    <a:pt x="393" y="35"/>
                    <a:pt x="307" y="28"/>
                  </a:cubicBezTo>
                  <a:cubicBezTo>
                    <a:pt x="133" y="11"/>
                    <a:pt x="34" y="1"/>
                    <a:pt x="34" y="1"/>
                  </a:cubicBezTo>
                  <a:cubicBezTo>
                    <a:pt x="34" y="1"/>
                    <a:pt x="33" y="1"/>
                    <a:pt x="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64"/>
            <p:cNvSpPr/>
            <p:nvPr/>
          </p:nvSpPr>
          <p:spPr>
            <a:xfrm>
              <a:off x="2305861" y="889277"/>
              <a:ext cx="273991" cy="148793"/>
            </a:xfrm>
            <a:custGeom>
              <a:rect b="b" l="l" r="r" t="t"/>
              <a:pathLst>
                <a:path extrusionOk="0" h="3708" w="6828">
                  <a:moveTo>
                    <a:pt x="4425" y="0"/>
                  </a:moveTo>
                  <a:cubicBezTo>
                    <a:pt x="3752" y="0"/>
                    <a:pt x="3279" y="724"/>
                    <a:pt x="3189" y="795"/>
                  </a:cubicBezTo>
                  <a:cubicBezTo>
                    <a:pt x="3183" y="801"/>
                    <a:pt x="3177" y="803"/>
                    <a:pt x="3171" y="803"/>
                  </a:cubicBezTo>
                  <a:cubicBezTo>
                    <a:pt x="3084" y="803"/>
                    <a:pt x="3046" y="287"/>
                    <a:pt x="2535" y="121"/>
                  </a:cubicBezTo>
                  <a:cubicBezTo>
                    <a:pt x="2362" y="65"/>
                    <a:pt x="2210" y="41"/>
                    <a:pt x="2078" y="41"/>
                  </a:cubicBezTo>
                  <a:cubicBezTo>
                    <a:pt x="1393" y="41"/>
                    <a:pt x="1208" y="670"/>
                    <a:pt x="1083" y="670"/>
                  </a:cubicBezTo>
                  <a:cubicBezTo>
                    <a:pt x="1082" y="670"/>
                    <a:pt x="1080" y="670"/>
                    <a:pt x="1079" y="670"/>
                  </a:cubicBezTo>
                  <a:cubicBezTo>
                    <a:pt x="1037" y="665"/>
                    <a:pt x="999" y="662"/>
                    <a:pt x="965" y="662"/>
                  </a:cubicBezTo>
                  <a:cubicBezTo>
                    <a:pt x="485" y="662"/>
                    <a:pt x="758" y="1128"/>
                    <a:pt x="782" y="1179"/>
                  </a:cubicBezTo>
                  <a:cubicBezTo>
                    <a:pt x="809" y="1233"/>
                    <a:pt x="1" y="1308"/>
                    <a:pt x="271" y="2335"/>
                  </a:cubicBezTo>
                  <a:cubicBezTo>
                    <a:pt x="387" y="2776"/>
                    <a:pt x="682" y="2908"/>
                    <a:pt x="994" y="2908"/>
                  </a:cubicBezTo>
                  <a:cubicBezTo>
                    <a:pt x="1408" y="2908"/>
                    <a:pt x="1850" y="2677"/>
                    <a:pt x="1943" y="2634"/>
                  </a:cubicBezTo>
                  <a:cubicBezTo>
                    <a:pt x="1949" y="2631"/>
                    <a:pt x="1955" y="2630"/>
                    <a:pt x="1960" y="2630"/>
                  </a:cubicBezTo>
                  <a:cubicBezTo>
                    <a:pt x="2107" y="2630"/>
                    <a:pt x="2155" y="3526"/>
                    <a:pt x="2751" y="3681"/>
                  </a:cubicBezTo>
                  <a:cubicBezTo>
                    <a:pt x="2822" y="3700"/>
                    <a:pt x="2890" y="3708"/>
                    <a:pt x="2954" y="3708"/>
                  </a:cubicBezTo>
                  <a:cubicBezTo>
                    <a:pt x="3449" y="3708"/>
                    <a:pt x="3734" y="3211"/>
                    <a:pt x="3830" y="3122"/>
                  </a:cubicBezTo>
                  <a:cubicBezTo>
                    <a:pt x="3840" y="3113"/>
                    <a:pt x="3850" y="3109"/>
                    <a:pt x="3860" y="3109"/>
                  </a:cubicBezTo>
                  <a:cubicBezTo>
                    <a:pt x="3960" y="3109"/>
                    <a:pt x="4086" y="3520"/>
                    <a:pt x="4485" y="3523"/>
                  </a:cubicBezTo>
                  <a:cubicBezTo>
                    <a:pt x="4489" y="3523"/>
                    <a:pt x="4492" y="3523"/>
                    <a:pt x="4495" y="3523"/>
                  </a:cubicBezTo>
                  <a:cubicBezTo>
                    <a:pt x="4925" y="3523"/>
                    <a:pt x="4990" y="3302"/>
                    <a:pt x="5017" y="3122"/>
                  </a:cubicBezTo>
                  <a:cubicBezTo>
                    <a:pt x="5021" y="3098"/>
                    <a:pt x="5056" y="3089"/>
                    <a:pt x="5115" y="3089"/>
                  </a:cubicBezTo>
                  <a:cubicBezTo>
                    <a:pt x="5264" y="3089"/>
                    <a:pt x="5562" y="3145"/>
                    <a:pt x="5868" y="3145"/>
                  </a:cubicBezTo>
                  <a:cubicBezTo>
                    <a:pt x="6338" y="3145"/>
                    <a:pt x="6827" y="3012"/>
                    <a:pt x="6817" y="2335"/>
                  </a:cubicBezTo>
                  <a:cubicBezTo>
                    <a:pt x="6800" y="1165"/>
                    <a:pt x="5877" y="975"/>
                    <a:pt x="5643" y="975"/>
                  </a:cubicBezTo>
                  <a:cubicBezTo>
                    <a:pt x="5619" y="975"/>
                    <a:pt x="5602" y="977"/>
                    <a:pt x="5594" y="980"/>
                  </a:cubicBezTo>
                  <a:cubicBezTo>
                    <a:pt x="5592" y="981"/>
                    <a:pt x="5590" y="982"/>
                    <a:pt x="5589" y="982"/>
                  </a:cubicBezTo>
                  <a:cubicBezTo>
                    <a:pt x="5511" y="982"/>
                    <a:pt x="5500" y="278"/>
                    <a:pt x="4701" y="41"/>
                  </a:cubicBezTo>
                  <a:cubicBezTo>
                    <a:pt x="4606" y="13"/>
                    <a:pt x="4514" y="0"/>
                    <a:pt x="4425" y="0"/>
                  </a:cubicBezTo>
                  <a:close/>
                </a:path>
              </a:pathLst>
            </a:custGeom>
            <a:solidFill>
              <a:srgbClr val="9485BA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64"/>
            <p:cNvSpPr/>
            <p:nvPr/>
          </p:nvSpPr>
          <p:spPr>
            <a:xfrm>
              <a:off x="2317498" y="889277"/>
              <a:ext cx="258140" cy="110672"/>
            </a:xfrm>
            <a:custGeom>
              <a:rect b="b" l="l" r="r" t="t"/>
              <a:pathLst>
                <a:path extrusionOk="0" h="2758" w="6433">
                  <a:moveTo>
                    <a:pt x="4135" y="0"/>
                  </a:moveTo>
                  <a:cubicBezTo>
                    <a:pt x="3462" y="0"/>
                    <a:pt x="2989" y="724"/>
                    <a:pt x="2899" y="795"/>
                  </a:cubicBezTo>
                  <a:cubicBezTo>
                    <a:pt x="2893" y="801"/>
                    <a:pt x="2887" y="803"/>
                    <a:pt x="2881" y="803"/>
                  </a:cubicBezTo>
                  <a:cubicBezTo>
                    <a:pt x="2794" y="803"/>
                    <a:pt x="2756" y="287"/>
                    <a:pt x="2245" y="121"/>
                  </a:cubicBezTo>
                  <a:cubicBezTo>
                    <a:pt x="2072" y="65"/>
                    <a:pt x="1920" y="41"/>
                    <a:pt x="1788" y="41"/>
                  </a:cubicBezTo>
                  <a:cubicBezTo>
                    <a:pt x="1103" y="41"/>
                    <a:pt x="918" y="670"/>
                    <a:pt x="793" y="670"/>
                  </a:cubicBezTo>
                  <a:cubicBezTo>
                    <a:pt x="792" y="670"/>
                    <a:pt x="790" y="670"/>
                    <a:pt x="789" y="670"/>
                  </a:cubicBezTo>
                  <a:cubicBezTo>
                    <a:pt x="747" y="665"/>
                    <a:pt x="709" y="662"/>
                    <a:pt x="675" y="662"/>
                  </a:cubicBezTo>
                  <a:cubicBezTo>
                    <a:pt x="195" y="662"/>
                    <a:pt x="468" y="1128"/>
                    <a:pt x="492" y="1179"/>
                  </a:cubicBezTo>
                  <a:cubicBezTo>
                    <a:pt x="511" y="1214"/>
                    <a:pt x="159" y="1262"/>
                    <a:pt x="1" y="1592"/>
                  </a:cubicBezTo>
                  <a:cubicBezTo>
                    <a:pt x="248" y="1881"/>
                    <a:pt x="580" y="1998"/>
                    <a:pt x="912" y="1998"/>
                  </a:cubicBezTo>
                  <a:cubicBezTo>
                    <a:pt x="1254" y="1998"/>
                    <a:pt x="1596" y="1874"/>
                    <a:pt x="1845" y="1687"/>
                  </a:cubicBezTo>
                  <a:cubicBezTo>
                    <a:pt x="1970" y="2061"/>
                    <a:pt x="2219" y="2560"/>
                    <a:pt x="2593" y="2685"/>
                  </a:cubicBezTo>
                  <a:cubicBezTo>
                    <a:pt x="2746" y="2735"/>
                    <a:pt x="2887" y="2757"/>
                    <a:pt x="3017" y="2757"/>
                  </a:cubicBezTo>
                  <a:cubicBezTo>
                    <a:pt x="3578" y="2757"/>
                    <a:pt x="3926" y="2341"/>
                    <a:pt x="4028" y="1937"/>
                  </a:cubicBezTo>
                  <a:cubicBezTo>
                    <a:pt x="4419" y="2406"/>
                    <a:pt x="4920" y="2609"/>
                    <a:pt x="5367" y="2609"/>
                  </a:cubicBezTo>
                  <a:cubicBezTo>
                    <a:pt x="5632" y="2609"/>
                    <a:pt x="5878" y="2538"/>
                    <a:pt x="6070" y="2407"/>
                  </a:cubicBezTo>
                  <a:cubicBezTo>
                    <a:pt x="6433" y="2152"/>
                    <a:pt x="6433" y="1785"/>
                    <a:pt x="6433" y="1785"/>
                  </a:cubicBezTo>
                  <a:cubicBezTo>
                    <a:pt x="6190" y="1104"/>
                    <a:pt x="5542" y="975"/>
                    <a:pt x="5352" y="975"/>
                  </a:cubicBezTo>
                  <a:cubicBezTo>
                    <a:pt x="5328" y="975"/>
                    <a:pt x="5312" y="977"/>
                    <a:pt x="5304" y="980"/>
                  </a:cubicBezTo>
                  <a:cubicBezTo>
                    <a:pt x="5302" y="981"/>
                    <a:pt x="5300" y="982"/>
                    <a:pt x="5299" y="982"/>
                  </a:cubicBezTo>
                  <a:cubicBezTo>
                    <a:pt x="5221" y="982"/>
                    <a:pt x="5210" y="278"/>
                    <a:pt x="4411" y="41"/>
                  </a:cubicBezTo>
                  <a:cubicBezTo>
                    <a:pt x="4316" y="13"/>
                    <a:pt x="4224" y="0"/>
                    <a:pt x="41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64"/>
            <p:cNvSpPr/>
            <p:nvPr/>
          </p:nvSpPr>
          <p:spPr>
            <a:xfrm>
              <a:off x="2319705" y="954523"/>
              <a:ext cx="46909" cy="44221"/>
            </a:xfrm>
            <a:custGeom>
              <a:rect b="b" l="l" r="r" t="t"/>
              <a:pathLst>
                <a:path extrusionOk="0" h="1102" w="1169">
                  <a:moveTo>
                    <a:pt x="106" y="0"/>
                  </a:moveTo>
                  <a:cubicBezTo>
                    <a:pt x="98" y="0"/>
                    <a:pt x="91" y="4"/>
                    <a:pt x="87" y="12"/>
                  </a:cubicBezTo>
                  <a:cubicBezTo>
                    <a:pt x="87" y="12"/>
                    <a:pt x="75" y="38"/>
                    <a:pt x="53" y="84"/>
                  </a:cubicBezTo>
                  <a:cubicBezTo>
                    <a:pt x="40" y="106"/>
                    <a:pt x="30" y="136"/>
                    <a:pt x="22" y="174"/>
                  </a:cubicBezTo>
                  <a:cubicBezTo>
                    <a:pt x="13" y="211"/>
                    <a:pt x="3" y="254"/>
                    <a:pt x="5" y="299"/>
                  </a:cubicBezTo>
                  <a:cubicBezTo>
                    <a:pt x="1" y="345"/>
                    <a:pt x="7" y="394"/>
                    <a:pt x="15" y="447"/>
                  </a:cubicBezTo>
                  <a:cubicBezTo>
                    <a:pt x="22" y="499"/>
                    <a:pt x="43" y="551"/>
                    <a:pt x="63" y="605"/>
                  </a:cubicBezTo>
                  <a:cubicBezTo>
                    <a:pt x="89" y="656"/>
                    <a:pt x="113" y="710"/>
                    <a:pt x="150" y="758"/>
                  </a:cubicBezTo>
                  <a:cubicBezTo>
                    <a:pt x="182" y="809"/>
                    <a:pt x="227" y="852"/>
                    <a:pt x="268" y="896"/>
                  </a:cubicBezTo>
                  <a:cubicBezTo>
                    <a:pt x="316" y="935"/>
                    <a:pt x="361" y="976"/>
                    <a:pt x="415" y="1003"/>
                  </a:cubicBezTo>
                  <a:cubicBezTo>
                    <a:pt x="466" y="1037"/>
                    <a:pt x="524" y="1054"/>
                    <a:pt x="577" y="1076"/>
                  </a:cubicBezTo>
                  <a:cubicBezTo>
                    <a:pt x="628" y="1087"/>
                    <a:pt x="678" y="1101"/>
                    <a:pt x="727" y="1101"/>
                  </a:cubicBezTo>
                  <a:cubicBezTo>
                    <a:pt x="732" y="1101"/>
                    <a:pt x="737" y="1101"/>
                    <a:pt x="742" y="1101"/>
                  </a:cubicBezTo>
                  <a:cubicBezTo>
                    <a:pt x="757" y="1101"/>
                    <a:pt x="772" y="1101"/>
                    <a:pt x="787" y="1101"/>
                  </a:cubicBezTo>
                  <a:cubicBezTo>
                    <a:pt x="797" y="1101"/>
                    <a:pt x="808" y="1101"/>
                    <a:pt x="819" y="1100"/>
                  </a:cubicBezTo>
                  <a:cubicBezTo>
                    <a:pt x="843" y="1095"/>
                    <a:pt x="868" y="1091"/>
                    <a:pt x="890" y="1087"/>
                  </a:cubicBezTo>
                  <a:cubicBezTo>
                    <a:pt x="937" y="1081"/>
                    <a:pt x="973" y="1060"/>
                    <a:pt x="1008" y="1046"/>
                  </a:cubicBezTo>
                  <a:cubicBezTo>
                    <a:pt x="1043" y="1033"/>
                    <a:pt x="1069" y="1014"/>
                    <a:pt x="1091" y="999"/>
                  </a:cubicBezTo>
                  <a:cubicBezTo>
                    <a:pt x="1134" y="968"/>
                    <a:pt x="1158" y="951"/>
                    <a:pt x="1158" y="951"/>
                  </a:cubicBezTo>
                  <a:cubicBezTo>
                    <a:pt x="1166" y="944"/>
                    <a:pt x="1169" y="933"/>
                    <a:pt x="1165" y="924"/>
                  </a:cubicBezTo>
                  <a:cubicBezTo>
                    <a:pt x="1160" y="917"/>
                    <a:pt x="1154" y="913"/>
                    <a:pt x="1147" y="913"/>
                  </a:cubicBezTo>
                  <a:cubicBezTo>
                    <a:pt x="1143" y="913"/>
                    <a:pt x="1140" y="914"/>
                    <a:pt x="1137" y="916"/>
                  </a:cubicBezTo>
                  <a:lnTo>
                    <a:pt x="1133" y="918"/>
                  </a:lnTo>
                  <a:cubicBezTo>
                    <a:pt x="1133" y="918"/>
                    <a:pt x="1109" y="932"/>
                    <a:pt x="1065" y="956"/>
                  </a:cubicBezTo>
                  <a:cubicBezTo>
                    <a:pt x="1044" y="969"/>
                    <a:pt x="1019" y="984"/>
                    <a:pt x="986" y="992"/>
                  </a:cubicBezTo>
                  <a:cubicBezTo>
                    <a:pt x="953" y="1001"/>
                    <a:pt x="919" y="1019"/>
                    <a:pt x="877" y="1021"/>
                  </a:cubicBezTo>
                  <a:cubicBezTo>
                    <a:pt x="857" y="1024"/>
                    <a:pt x="835" y="1026"/>
                    <a:pt x="814" y="1030"/>
                  </a:cubicBezTo>
                  <a:cubicBezTo>
                    <a:pt x="811" y="1030"/>
                    <a:pt x="809" y="1030"/>
                    <a:pt x="806" y="1030"/>
                  </a:cubicBezTo>
                  <a:cubicBezTo>
                    <a:pt x="787" y="1030"/>
                    <a:pt x="766" y="1027"/>
                    <a:pt x="745" y="1026"/>
                  </a:cubicBezTo>
                  <a:cubicBezTo>
                    <a:pt x="743" y="1027"/>
                    <a:pt x="742" y="1027"/>
                    <a:pt x="740" y="1027"/>
                  </a:cubicBezTo>
                  <a:cubicBezTo>
                    <a:pt x="694" y="1027"/>
                    <a:pt x="649" y="1008"/>
                    <a:pt x="601" y="999"/>
                  </a:cubicBezTo>
                  <a:cubicBezTo>
                    <a:pt x="554" y="978"/>
                    <a:pt x="504" y="963"/>
                    <a:pt x="458" y="930"/>
                  </a:cubicBezTo>
                  <a:cubicBezTo>
                    <a:pt x="410" y="905"/>
                    <a:pt x="370" y="868"/>
                    <a:pt x="327" y="833"/>
                  </a:cubicBezTo>
                  <a:cubicBezTo>
                    <a:pt x="290" y="792"/>
                    <a:pt x="248" y="755"/>
                    <a:pt x="219" y="709"/>
                  </a:cubicBezTo>
                  <a:cubicBezTo>
                    <a:pt x="184" y="667"/>
                    <a:pt x="161" y="618"/>
                    <a:pt x="137" y="572"/>
                  </a:cubicBezTo>
                  <a:cubicBezTo>
                    <a:pt x="120" y="524"/>
                    <a:pt x="97" y="478"/>
                    <a:pt x="89" y="431"/>
                  </a:cubicBezTo>
                  <a:cubicBezTo>
                    <a:pt x="78" y="385"/>
                    <a:pt x="70" y="341"/>
                    <a:pt x="72" y="300"/>
                  </a:cubicBezTo>
                  <a:cubicBezTo>
                    <a:pt x="69" y="257"/>
                    <a:pt x="74" y="221"/>
                    <a:pt x="79" y="189"/>
                  </a:cubicBezTo>
                  <a:cubicBezTo>
                    <a:pt x="82" y="156"/>
                    <a:pt x="88" y="127"/>
                    <a:pt x="99" y="103"/>
                  </a:cubicBezTo>
                  <a:cubicBezTo>
                    <a:pt x="116" y="55"/>
                    <a:pt x="125" y="28"/>
                    <a:pt x="125" y="28"/>
                  </a:cubicBezTo>
                  <a:cubicBezTo>
                    <a:pt x="129" y="18"/>
                    <a:pt x="125" y="7"/>
                    <a:pt x="115" y="2"/>
                  </a:cubicBezTo>
                  <a:cubicBezTo>
                    <a:pt x="112" y="1"/>
                    <a:pt x="109" y="0"/>
                    <a:pt x="1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64"/>
            <p:cNvSpPr/>
            <p:nvPr/>
          </p:nvSpPr>
          <p:spPr>
            <a:xfrm>
              <a:off x="2388923" y="989594"/>
              <a:ext cx="22712" cy="38242"/>
            </a:xfrm>
            <a:custGeom>
              <a:rect b="b" l="l" r="r" t="t"/>
              <a:pathLst>
                <a:path extrusionOk="0" h="953" w="566">
                  <a:moveTo>
                    <a:pt x="25" y="0"/>
                  </a:moveTo>
                  <a:cubicBezTo>
                    <a:pt x="22" y="0"/>
                    <a:pt x="20" y="1"/>
                    <a:pt x="18" y="1"/>
                  </a:cubicBezTo>
                  <a:cubicBezTo>
                    <a:pt x="7" y="5"/>
                    <a:pt x="1" y="16"/>
                    <a:pt x="4" y="28"/>
                  </a:cubicBezTo>
                  <a:cubicBezTo>
                    <a:pt x="4" y="28"/>
                    <a:pt x="26" y="90"/>
                    <a:pt x="63" y="182"/>
                  </a:cubicBezTo>
                  <a:cubicBezTo>
                    <a:pt x="98" y="275"/>
                    <a:pt x="159" y="393"/>
                    <a:pt x="217" y="513"/>
                  </a:cubicBezTo>
                  <a:cubicBezTo>
                    <a:pt x="252" y="570"/>
                    <a:pt x="287" y="627"/>
                    <a:pt x="320" y="680"/>
                  </a:cubicBezTo>
                  <a:cubicBezTo>
                    <a:pt x="350" y="734"/>
                    <a:pt x="389" y="779"/>
                    <a:pt x="420" y="819"/>
                  </a:cubicBezTo>
                  <a:cubicBezTo>
                    <a:pt x="483" y="897"/>
                    <a:pt x="527" y="946"/>
                    <a:pt x="527" y="946"/>
                  </a:cubicBezTo>
                  <a:cubicBezTo>
                    <a:pt x="531" y="951"/>
                    <a:pt x="537" y="953"/>
                    <a:pt x="543" y="953"/>
                  </a:cubicBezTo>
                  <a:cubicBezTo>
                    <a:pt x="546" y="953"/>
                    <a:pt x="549" y="952"/>
                    <a:pt x="552" y="951"/>
                  </a:cubicBezTo>
                  <a:cubicBezTo>
                    <a:pt x="562" y="944"/>
                    <a:pt x="566" y="932"/>
                    <a:pt x="561" y="923"/>
                  </a:cubicBezTo>
                  <a:lnTo>
                    <a:pt x="559" y="921"/>
                  </a:lnTo>
                  <a:cubicBezTo>
                    <a:pt x="559" y="921"/>
                    <a:pt x="527" y="862"/>
                    <a:pt x="474" y="780"/>
                  </a:cubicBezTo>
                  <a:cubicBezTo>
                    <a:pt x="419" y="700"/>
                    <a:pt x="360" y="583"/>
                    <a:pt x="294" y="471"/>
                  </a:cubicBezTo>
                  <a:cubicBezTo>
                    <a:pt x="232" y="356"/>
                    <a:pt x="170" y="240"/>
                    <a:pt x="124" y="153"/>
                  </a:cubicBezTo>
                  <a:cubicBezTo>
                    <a:pt x="77" y="66"/>
                    <a:pt x="42" y="10"/>
                    <a:pt x="42" y="10"/>
                  </a:cubicBezTo>
                  <a:cubicBezTo>
                    <a:pt x="38" y="4"/>
                    <a:pt x="32" y="0"/>
                    <a:pt x="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64"/>
            <p:cNvSpPr/>
            <p:nvPr/>
          </p:nvSpPr>
          <p:spPr>
            <a:xfrm>
              <a:off x="2864580" y="891765"/>
              <a:ext cx="273991" cy="148833"/>
            </a:xfrm>
            <a:custGeom>
              <a:rect b="b" l="l" r="r" t="t"/>
              <a:pathLst>
                <a:path extrusionOk="0" h="3709" w="6828">
                  <a:moveTo>
                    <a:pt x="2404" y="1"/>
                  </a:moveTo>
                  <a:cubicBezTo>
                    <a:pt x="2315" y="1"/>
                    <a:pt x="2223" y="14"/>
                    <a:pt x="2128" y="42"/>
                  </a:cubicBezTo>
                  <a:cubicBezTo>
                    <a:pt x="1329" y="279"/>
                    <a:pt x="1317" y="982"/>
                    <a:pt x="1240" y="982"/>
                  </a:cubicBezTo>
                  <a:cubicBezTo>
                    <a:pt x="1238" y="982"/>
                    <a:pt x="1236" y="981"/>
                    <a:pt x="1234" y="980"/>
                  </a:cubicBezTo>
                  <a:cubicBezTo>
                    <a:pt x="1227" y="977"/>
                    <a:pt x="1210" y="975"/>
                    <a:pt x="1186" y="975"/>
                  </a:cubicBezTo>
                  <a:cubicBezTo>
                    <a:pt x="952" y="975"/>
                    <a:pt x="28" y="1166"/>
                    <a:pt x="10" y="2336"/>
                  </a:cubicBezTo>
                  <a:cubicBezTo>
                    <a:pt x="1" y="3012"/>
                    <a:pt x="489" y="3145"/>
                    <a:pt x="960" y="3145"/>
                  </a:cubicBezTo>
                  <a:cubicBezTo>
                    <a:pt x="1266" y="3145"/>
                    <a:pt x="1564" y="3089"/>
                    <a:pt x="1713" y="3089"/>
                  </a:cubicBezTo>
                  <a:cubicBezTo>
                    <a:pt x="1772" y="3089"/>
                    <a:pt x="1808" y="3098"/>
                    <a:pt x="1811" y="3122"/>
                  </a:cubicBezTo>
                  <a:cubicBezTo>
                    <a:pt x="1838" y="3302"/>
                    <a:pt x="1903" y="3524"/>
                    <a:pt x="2333" y="3524"/>
                  </a:cubicBezTo>
                  <a:cubicBezTo>
                    <a:pt x="2336" y="3524"/>
                    <a:pt x="2340" y="3524"/>
                    <a:pt x="2343" y="3524"/>
                  </a:cubicBezTo>
                  <a:cubicBezTo>
                    <a:pt x="2742" y="3520"/>
                    <a:pt x="2868" y="3109"/>
                    <a:pt x="2968" y="3109"/>
                  </a:cubicBezTo>
                  <a:cubicBezTo>
                    <a:pt x="2978" y="3109"/>
                    <a:pt x="2988" y="3113"/>
                    <a:pt x="2998" y="3122"/>
                  </a:cubicBezTo>
                  <a:cubicBezTo>
                    <a:pt x="3094" y="3212"/>
                    <a:pt x="3380" y="3709"/>
                    <a:pt x="3875" y="3709"/>
                  </a:cubicBezTo>
                  <a:cubicBezTo>
                    <a:pt x="3939" y="3709"/>
                    <a:pt x="4006" y="3700"/>
                    <a:pt x="4077" y="3682"/>
                  </a:cubicBezTo>
                  <a:cubicBezTo>
                    <a:pt x="4674" y="3526"/>
                    <a:pt x="4721" y="2631"/>
                    <a:pt x="4868" y="2631"/>
                  </a:cubicBezTo>
                  <a:cubicBezTo>
                    <a:pt x="4874" y="2631"/>
                    <a:pt x="4880" y="2632"/>
                    <a:pt x="4886" y="2635"/>
                  </a:cubicBezTo>
                  <a:cubicBezTo>
                    <a:pt x="4978" y="2678"/>
                    <a:pt x="5421" y="2908"/>
                    <a:pt x="5834" y="2908"/>
                  </a:cubicBezTo>
                  <a:cubicBezTo>
                    <a:pt x="6146" y="2908"/>
                    <a:pt x="6442" y="2777"/>
                    <a:pt x="6558" y="2336"/>
                  </a:cubicBezTo>
                  <a:cubicBezTo>
                    <a:pt x="6828" y="1308"/>
                    <a:pt x="6019" y="1233"/>
                    <a:pt x="6045" y="1179"/>
                  </a:cubicBezTo>
                  <a:cubicBezTo>
                    <a:pt x="6071" y="1128"/>
                    <a:pt x="6343" y="663"/>
                    <a:pt x="5865" y="663"/>
                  </a:cubicBezTo>
                  <a:cubicBezTo>
                    <a:pt x="5830" y="663"/>
                    <a:pt x="5792" y="665"/>
                    <a:pt x="5749" y="670"/>
                  </a:cubicBezTo>
                  <a:cubicBezTo>
                    <a:pt x="5748" y="671"/>
                    <a:pt x="5746" y="671"/>
                    <a:pt x="5745" y="671"/>
                  </a:cubicBezTo>
                  <a:cubicBezTo>
                    <a:pt x="5621" y="671"/>
                    <a:pt x="5435" y="41"/>
                    <a:pt x="4750" y="41"/>
                  </a:cubicBezTo>
                  <a:cubicBezTo>
                    <a:pt x="4617" y="41"/>
                    <a:pt x="4466" y="65"/>
                    <a:pt x="4293" y="121"/>
                  </a:cubicBezTo>
                  <a:cubicBezTo>
                    <a:pt x="3782" y="287"/>
                    <a:pt x="3744" y="804"/>
                    <a:pt x="3658" y="804"/>
                  </a:cubicBezTo>
                  <a:cubicBezTo>
                    <a:pt x="3652" y="804"/>
                    <a:pt x="3646" y="801"/>
                    <a:pt x="3639" y="796"/>
                  </a:cubicBezTo>
                  <a:cubicBezTo>
                    <a:pt x="3549" y="724"/>
                    <a:pt x="3077" y="1"/>
                    <a:pt x="2404" y="1"/>
                  </a:cubicBezTo>
                  <a:close/>
                </a:path>
              </a:pathLst>
            </a:custGeom>
            <a:solidFill>
              <a:srgbClr val="9485BA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64"/>
            <p:cNvSpPr/>
            <p:nvPr/>
          </p:nvSpPr>
          <p:spPr>
            <a:xfrm>
              <a:off x="2868793" y="891765"/>
              <a:ext cx="258140" cy="110672"/>
            </a:xfrm>
            <a:custGeom>
              <a:rect b="b" l="l" r="r" t="t"/>
              <a:pathLst>
                <a:path extrusionOk="0" h="2758" w="6433">
                  <a:moveTo>
                    <a:pt x="2299" y="1"/>
                  </a:moveTo>
                  <a:cubicBezTo>
                    <a:pt x="2210" y="1"/>
                    <a:pt x="2118" y="14"/>
                    <a:pt x="2023" y="42"/>
                  </a:cubicBezTo>
                  <a:cubicBezTo>
                    <a:pt x="1224" y="279"/>
                    <a:pt x="1212" y="982"/>
                    <a:pt x="1135" y="982"/>
                  </a:cubicBezTo>
                  <a:cubicBezTo>
                    <a:pt x="1133" y="982"/>
                    <a:pt x="1131" y="981"/>
                    <a:pt x="1129" y="980"/>
                  </a:cubicBezTo>
                  <a:cubicBezTo>
                    <a:pt x="1122" y="977"/>
                    <a:pt x="1105" y="975"/>
                    <a:pt x="1082" y="975"/>
                  </a:cubicBezTo>
                  <a:cubicBezTo>
                    <a:pt x="893" y="975"/>
                    <a:pt x="244" y="1102"/>
                    <a:pt x="0" y="1785"/>
                  </a:cubicBezTo>
                  <a:cubicBezTo>
                    <a:pt x="0" y="1785"/>
                    <a:pt x="0" y="2152"/>
                    <a:pt x="364" y="2407"/>
                  </a:cubicBezTo>
                  <a:cubicBezTo>
                    <a:pt x="555" y="2538"/>
                    <a:pt x="801" y="2610"/>
                    <a:pt x="1067" y="2610"/>
                  </a:cubicBezTo>
                  <a:cubicBezTo>
                    <a:pt x="1513" y="2610"/>
                    <a:pt x="2014" y="2407"/>
                    <a:pt x="2406" y="1937"/>
                  </a:cubicBezTo>
                  <a:cubicBezTo>
                    <a:pt x="2507" y="2342"/>
                    <a:pt x="2855" y="2758"/>
                    <a:pt x="3416" y="2758"/>
                  </a:cubicBezTo>
                  <a:cubicBezTo>
                    <a:pt x="3546" y="2758"/>
                    <a:pt x="3687" y="2735"/>
                    <a:pt x="3840" y="2686"/>
                  </a:cubicBezTo>
                  <a:cubicBezTo>
                    <a:pt x="4214" y="2561"/>
                    <a:pt x="4464" y="2061"/>
                    <a:pt x="4589" y="1688"/>
                  </a:cubicBezTo>
                  <a:cubicBezTo>
                    <a:pt x="4837" y="1874"/>
                    <a:pt x="5179" y="1998"/>
                    <a:pt x="5521" y="1998"/>
                  </a:cubicBezTo>
                  <a:cubicBezTo>
                    <a:pt x="5853" y="1998"/>
                    <a:pt x="6185" y="1881"/>
                    <a:pt x="6433" y="1592"/>
                  </a:cubicBezTo>
                  <a:cubicBezTo>
                    <a:pt x="6275" y="1262"/>
                    <a:pt x="5923" y="1214"/>
                    <a:pt x="5940" y="1179"/>
                  </a:cubicBezTo>
                  <a:cubicBezTo>
                    <a:pt x="5966" y="1128"/>
                    <a:pt x="6238" y="663"/>
                    <a:pt x="5760" y="663"/>
                  </a:cubicBezTo>
                  <a:cubicBezTo>
                    <a:pt x="5725" y="663"/>
                    <a:pt x="5687" y="665"/>
                    <a:pt x="5644" y="670"/>
                  </a:cubicBezTo>
                  <a:cubicBezTo>
                    <a:pt x="5643" y="671"/>
                    <a:pt x="5641" y="671"/>
                    <a:pt x="5640" y="671"/>
                  </a:cubicBezTo>
                  <a:cubicBezTo>
                    <a:pt x="5516" y="671"/>
                    <a:pt x="5330" y="41"/>
                    <a:pt x="4645" y="41"/>
                  </a:cubicBezTo>
                  <a:cubicBezTo>
                    <a:pt x="4512" y="41"/>
                    <a:pt x="4361" y="65"/>
                    <a:pt x="4188" y="121"/>
                  </a:cubicBezTo>
                  <a:cubicBezTo>
                    <a:pt x="3677" y="287"/>
                    <a:pt x="3639" y="804"/>
                    <a:pt x="3553" y="804"/>
                  </a:cubicBezTo>
                  <a:cubicBezTo>
                    <a:pt x="3547" y="804"/>
                    <a:pt x="3541" y="801"/>
                    <a:pt x="3534" y="796"/>
                  </a:cubicBezTo>
                  <a:cubicBezTo>
                    <a:pt x="3444" y="724"/>
                    <a:pt x="2972" y="1"/>
                    <a:pt x="22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64"/>
            <p:cNvSpPr/>
            <p:nvPr/>
          </p:nvSpPr>
          <p:spPr>
            <a:xfrm>
              <a:off x="3077771" y="957011"/>
              <a:ext cx="46949" cy="44221"/>
            </a:xfrm>
            <a:custGeom>
              <a:rect b="b" l="l" r="r" t="t"/>
              <a:pathLst>
                <a:path extrusionOk="0" h="1102" w="1170">
                  <a:moveTo>
                    <a:pt x="1064" y="0"/>
                  </a:moveTo>
                  <a:cubicBezTo>
                    <a:pt x="1062" y="0"/>
                    <a:pt x="1060" y="1"/>
                    <a:pt x="1058" y="1"/>
                  </a:cubicBezTo>
                  <a:cubicBezTo>
                    <a:pt x="1047" y="5"/>
                    <a:pt x="1041" y="17"/>
                    <a:pt x="1045" y="28"/>
                  </a:cubicBezTo>
                  <a:cubicBezTo>
                    <a:pt x="1045" y="28"/>
                    <a:pt x="1054" y="56"/>
                    <a:pt x="1071" y="104"/>
                  </a:cubicBezTo>
                  <a:cubicBezTo>
                    <a:pt x="1082" y="127"/>
                    <a:pt x="1089" y="157"/>
                    <a:pt x="1091" y="189"/>
                  </a:cubicBezTo>
                  <a:cubicBezTo>
                    <a:pt x="1096" y="221"/>
                    <a:pt x="1102" y="258"/>
                    <a:pt x="1098" y="300"/>
                  </a:cubicBezTo>
                  <a:cubicBezTo>
                    <a:pt x="1100" y="341"/>
                    <a:pt x="1092" y="386"/>
                    <a:pt x="1081" y="432"/>
                  </a:cubicBezTo>
                  <a:cubicBezTo>
                    <a:pt x="1074" y="478"/>
                    <a:pt x="1050" y="524"/>
                    <a:pt x="1034" y="572"/>
                  </a:cubicBezTo>
                  <a:cubicBezTo>
                    <a:pt x="1009" y="618"/>
                    <a:pt x="986" y="667"/>
                    <a:pt x="951" y="710"/>
                  </a:cubicBezTo>
                  <a:cubicBezTo>
                    <a:pt x="923" y="756"/>
                    <a:pt x="880" y="792"/>
                    <a:pt x="843" y="833"/>
                  </a:cubicBezTo>
                  <a:cubicBezTo>
                    <a:pt x="800" y="868"/>
                    <a:pt x="759" y="906"/>
                    <a:pt x="711" y="931"/>
                  </a:cubicBezTo>
                  <a:cubicBezTo>
                    <a:pt x="667" y="963"/>
                    <a:pt x="616" y="978"/>
                    <a:pt x="569" y="999"/>
                  </a:cubicBezTo>
                  <a:cubicBezTo>
                    <a:pt x="521" y="1008"/>
                    <a:pt x="476" y="1027"/>
                    <a:pt x="430" y="1027"/>
                  </a:cubicBezTo>
                  <a:cubicBezTo>
                    <a:pt x="428" y="1027"/>
                    <a:pt x="426" y="1027"/>
                    <a:pt x="424" y="1026"/>
                  </a:cubicBezTo>
                  <a:cubicBezTo>
                    <a:pt x="404" y="1027"/>
                    <a:pt x="384" y="1030"/>
                    <a:pt x="363" y="1030"/>
                  </a:cubicBezTo>
                  <a:cubicBezTo>
                    <a:pt x="361" y="1030"/>
                    <a:pt x="358" y="1030"/>
                    <a:pt x="356" y="1030"/>
                  </a:cubicBezTo>
                  <a:cubicBezTo>
                    <a:pt x="334" y="1027"/>
                    <a:pt x="313" y="1024"/>
                    <a:pt x="293" y="1021"/>
                  </a:cubicBezTo>
                  <a:cubicBezTo>
                    <a:pt x="251" y="1019"/>
                    <a:pt x="217" y="1002"/>
                    <a:pt x="185" y="992"/>
                  </a:cubicBezTo>
                  <a:cubicBezTo>
                    <a:pt x="152" y="985"/>
                    <a:pt x="126" y="969"/>
                    <a:pt x="105" y="956"/>
                  </a:cubicBezTo>
                  <a:cubicBezTo>
                    <a:pt x="62" y="932"/>
                    <a:pt x="37" y="918"/>
                    <a:pt x="37" y="918"/>
                  </a:cubicBezTo>
                  <a:lnTo>
                    <a:pt x="34" y="916"/>
                  </a:lnTo>
                  <a:cubicBezTo>
                    <a:pt x="31" y="915"/>
                    <a:pt x="27" y="914"/>
                    <a:pt x="24" y="914"/>
                  </a:cubicBezTo>
                  <a:cubicBezTo>
                    <a:pt x="18" y="914"/>
                    <a:pt x="12" y="917"/>
                    <a:pt x="8" y="923"/>
                  </a:cubicBezTo>
                  <a:cubicBezTo>
                    <a:pt x="1" y="931"/>
                    <a:pt x="3" y="944"/>
                    <a:pt x="12" y="951"/>
                  </a:cubicBezTo>
                  <a:cubicBezTo>
                    <a:pt x="12" y="951"/>
                    <a:pt x="36" y="968"/>
                    <a:pt x="79" y="999"/>
                  </a:cubicBezTo>
                  <a:cubicBezTo>
                    <a:pt x="101" y="1015"/>
                    <a:pt x="126" y="1033"/>
                    <a:pt x="162" y="1047"/>
                  </a:cubicBezTo>
                  <a:cubicBezTo>
                    <a:pt x="196" y="1060"/>
                    <a:pt x="234" y="1082"/>
                    <a:pt x="280" y="1087"/>
                  </a:cubicBezTo>
                  <a:cubicBezTo>
                    <a:pt x="303" y="1091"/>
                    <a:pt x="326" y="1095"/>
                    <a:pt x="352" y="1101"/>
                  </a:cubicBezTo>
                  <a:cubicBezTo>
                    <a:pt x="360" y="1101"/>
                    <a:pt x="368" y="1101"/>
                    <a:pt x="376" y="1101"/>
                  </a:cubicBezTo>
                  <a:cubicBezTo>
                    <a:pt x="393" y="1101"/>
                    <a:pt x="410" y="1101"/>
                    <a:pt x="428" y="1101"/>
                  </a:cubicBezTo>
                  <a:cubicBezTo>
                    <a:pt x="434" y="1101"/>
                    <a:pt x="440" y="1101"/>
                    <a:pt x="446" y="1101"/>
                  </a:cubicBezTo>
                  <a:cubicBezTo>
                    <a:pt x="494" y="1101"/>
                    <a:pt x="543" y="1086"/>
                    <a:pt x="593" y="1077"/>
                  </a:cubicBezTo>
                  <a:cubicBezTo>
                    <a:pt x="646" y="1054"/>
                    <a:pt x="704" y="1038"/>
                    <a:pt x="754" y="1004"/>
                  </a:cubicBezTo>
                  <a:cubicBezTo>
                    <a:pt x="808" y="976"/>
                    <a:pt x="855" y="935"/>
                    <a:pt x="903" y="897"/>
                  </a:cubicBezTo>
                  <a:cubicBezTo>
                    <a:pt x="944" y="852"/>
                    <a:pt x="988" y="810"/>
                    <a:pt x="1020" y="758"/>
                  </a:cubicBezTo>
                  <a:cubicBezTo>
                    <a:pt x="1057" y="710"/>
                    <a:pt x="1082" y="656"/>
                    <a:pt x="1108" y="606"/>
                  </a:cubicBezTo>
                  <a:cubicBezTo>
                    <a:pt x="1127" y="551"/>
                    <a:pt x="1149" y="500"/>
                    <a:pt x="1154" y="447"/>
                  </a:cubicBezTo>
                  <a:cubicBezTo>
                    <a:pt x="1164" y="395"/>
                    <a:pt x="1170" y="345"/>
                    <a:pt x="1165" y="299"/>
                  </a:cubicBezTo>
                  <a:cubicBezTo>
                    <a:pt x="1167" y="254"/>
                    <a:pt x="1158" y="212"/>
                    <a:pt x="1148" y="174"/>
                  </a:cubicBezTo>
                  <a:cubicBezTo>
                    <a:pt x="1140" y="137"/>
                    <a:pt x="1130" y="106"/>
                    <a:pt x="1117" y="84"/>
                  </a:cubicBezTo>
                  <a:cubicBezTo>
                    <a:pt x="1096" y="38"/>
                    <a:pt x="1083" y="12"/>
                    <a:pt x="1083" y="12"/>
                  </a:cubicBezTo>
                  <a:cubicBezTo>
                    <a:pt x="1080" y="5"/>
                    <a:pt x="1072" y="0"/>
                    <a:pt x="10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64"/>
            <p:cNvSpPr/>
            <p:nvPr/>
          </p:nvSpPr>
          <p:spPr>
            <a:xfrm>
              <a:off x="3032830" y="992081"/>
              <a:ext cx="22632" cy="38282"/>
            </a:xfrm>
            <a:custGeom>
              <a:rect b="b" l="l" r="r" t="t"/>
              <a:pathLst>
                <a:path extrusionOk="0" h="954" w="564">
                  <a:moveTo>
                    <a:pt x="541" y="0"/>
                  </a:moveTo>
                  <a:cubicBezTo>
                    <a:pt x="534" y="0"/>
                    <a:pt x="527" y="4"/>
                    <a:pt x="523" y="10"/>
                  </a:cubicBezTo>
                  <a:cubicBezTo>
                    <a:pt x="523" y="10"/>
                    <a:pt x="488" y="67"/>
                    <a:pt x="441" y="153"/>
                  </a:cubicBezTo>
                  <a:cubicBezTo>
                    <a:pt x="395" y="241"/>
                    <a:pt x="333" y="356"/>
                    <a:pt x="271" y="471"/>
                  </a:cubicBezTo>
                  <a:cubicBezTo>
                    <a:pt x="206" y="583"/>
                    <a:pt x="146" y="701"/>
                    <a:pt x="91" y="780"/>
                  </a:cubicBezTo>
                  <a:cubicBezTo>
                    <a:pt x="39" y="863"/>
                    <a:pt x="6" y="921"/>
                    <a:pt x="6" y="921"/>
                  </a:cubicBezTo>
                  <a:lnTo>
                    <a:pt x="5" y="923"/>
                  </a:lnTo>
                  <a:cubicBezTo>
                    <a:pt x="0" y="931"/>
                    <a:pt x="2" y="942"/>
                    <a:pt x="9" y="948"/>
                  </a:cubicBezTo>
                  <a:cubicBezTo>
                    <a:pt x="13" y="952"/>
                    <a:pt x="18" y="953"/>
                    <a:pt x="23" y="953"/>
                  </a:cubicBezTo>
                  <a:cubicBezTo>
                    <a:pt x="29" y="953"/>
                    <a:pt x="34" y="951"/>
                    <a:pt x="38" y="946"/>
                  </a:cubicBezTo>
                  <a:cubicBezTo>
                    <a:pt x="38" y="946"/>
                    <a:pt x="82" y="897"/>
                    <a:pt x="145" y="819"/>
                  </a:cubicBezTo>
                  <a:cubicBezTo>
                    <a:pt x="177" y="779"/>
                    <a:pt x="215" y="735"/>
                    <a:pt x="246" y="680"/>
                  </a:cubicBezTo>
                  <a:cubicBezTo>
                    <a:pt x="278" y="627"/>
                    <a:pt x="313" y="570"/>
                    <a:pt x="348" y="513"/>
                  </a:cubicBezTo>
                  <a:cubicBezTo>
                    <a:pt x="406" y="393"/>
                    <a:pt x="467" y="275"/>
                    <a:pt x="502" y="182"/>
                  </a:cubicBezTo>
                  <a:cubicBezTo>
                    <a:pt x="539" y="90"/>
                    <a:pt x="560" y="28"/>
                    <a:pt x="560" y="28"/>
                  </a:cubicBezTo>
                  <a:cubicBezTo>
                    <a:pt x="564" y="19"/>
                    <a:pt x="560" y="8"/>
                    <a:pt x="552" y="3"/>
                  </a:cubicBezTo>
                  <a:cubicBezTo>
                    <a:pt x="549" y="1"/>
                    <a:pt x="545" y="0"/>
                    <a:pt x="5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64"/>
            <p:cNvSpPr/>
            <p:nvPr/>
          </p:nvSpPr>
          <p:spPr>
            <a:xfrm>
              <a:off x="2383185" y="864158"/>
              <a:ext cx="694005" cy="341846"/>
            </a:xfrm>
            <a:custGeom>
              <a:rect b="b" l="l" r="r" t="t"/>
              <a:pathLst>
                <a:path extrusionOk="0" h="8519" w="17295">
                  <a:moveTo>
                    <a:pt x="7050" y="0"/>
                  </a:moveTo>
                  <a:cubicBezTo>
                    <a:pt x="6593" y="0"/>
                    <a:pt x="6066" y="97"/>
                    <a:pt x="5633" y="349"/>
                  </a:cubicBezTo>
                  <a:cubicBezTo>
                    <a:pt x="4885" y="786"/>
                    <a:pt x="4854" y="1409"/>
                    <a:pt x="4667" y="1471"/>
                  </a:cubicBezTo>
                  <a:cubicBezTo>
                    <a:pt x="4632" y="1483"/>
                    <a:pt x="4582" y="1486"/>
                    <a:pt x="4522" y="1486"/>
                  </a:cubicBezTo>
                  <a:cubicBezTo>
                    <a:pt x="4456" y="1486"/>
                    <a:pt x="4377" y="1482"/>
                    <a:pt x="4291" y="1482"/>
                  </a:cubicBezTo>
                  <a:cubicBezTo>
                    <a:pt x="4030" y="1482"/>
                    <a:pt x="3699" y="1515"/>
                    <a:pt x="3450" y="1783"/>
                  </a:cubicBezTo>
                  <a:cubicBezTo>
                    <a:pt x="3045" y="2219"/>
                    <a:pt x="3077" y="2812"/>
                    <a:pt x="2921" y="2874"/>
                  </a:cubicBezTo>
                  <a:cubicBezTo>
                    <a:pt x="2765" y="2937"/>
                    <a:pt x="1799" y="3217"/>
                    <a:pt x="1331" y="4402"/>
                  </a:cubicBezTo>
                  <a:cubicBezTo>
                    <a:pt x="863" y="5587"/>
                    <a:pt x="1237" y="6148"/>
                    <a:pt x="1112" y="6210"/>
                  </a:cubicBezTo>
                  <a:cubicBezTo>
                    <a:pt x="987" y="6273"/>
                    <a:pt x="292" y="6593"/>
                    <a:pt x="114" y="7458"/>
                  </a:cubicBezTo>
                  <a:cubicBezTo>
                    <a:pt x="1" y="8015"/>
                    <a:pt x="208" y="8518"/>
                    <a:pt x="582" y="8518"/>
                  </a:cubicBezTo>
                  <a:lnTo>
                    <a:pt x="16616" y="8518"/>
                  </a:lnTo>
                  <a:cubicBezTo>
                    <a:pt x="16990" y="8518"/>
                    <a:pt x="17295" y="7821"/>
                    <a:pt x="17084" y="7208"/>
                  </a:cubicBezTo>
                  <a:cubicBezTo>
                    <a:pt x="16899" y="6671"/>
                    <a:pt x="16336" y="6335"/>
                    <a:pt x="16211" y="6273"/>
                  </a:cubicBezTo>
                  <a:cubicBezTo>
                    <a:pt x="16086" y="6210"/>
                    <a:pt x="16336" y="5587"/>
                    <a:pt x="15868" y="4402"/>
                  </a:cubicBezTo>
                  <a:cubicBezTo>
                    <a:pt x="15400" y="3217"/>
                    <a:pt x="14434" y="2937"/>
                    <a:pt x="14278" y="2874"/>
                  </a:cubicBezTo>
                  <a:cubicBezTo>
                    <a:pt x="14122" y="2812"/>
                    <a:pt x="14153" y="2219"/>
                    <a:pt x="13748" y="1783"/>
                  </a:cubicBezTo>
                  <a:cubicBezTo>
                    <a:pt x="13499" y="1515"/>
                    <a:pt x="13169" y="1482"/>
                    <a:pt x="12908" y="1482"/>
                  </a:cubicBezTo>
                  <a:cubicBezTo>
                    <a:pt x="12821" y="1482"/>
                    <a:pt x="12743" y="1486"/>
                    <a:pt x="12677" y="1486"/>
                  </a:cubicBezTo>
                  <a:cubicBezTo>
                    <a:pt x="12616" y="1486"/>
                    <a:pt x="12567" y="1483"/>
                    <a:pt x="12532" y="1471"/>
                  </a:cubicBezTo>
                  <a:cubicBezTo>
                    <a:pt x="12344" y="1409"/>
                    <a:pt x="12314" y="786"/>
                    <a:pt x="11565" y="349"/>
                  </a:cubicBezTo>
                  <a:cubicBezTo>
                    <a:pt x="11133" y="97"/>
                    <a:pt x="10606" y="0"/>
                    <a:pt x="10148" y="0"/>
                  </a:cubicBezTo>
                  <a:cubicBezTo>
                    <a:pt x="9815" y="0"/>
                    <a:pt x="9518" y="52"/>
                    <a:pt x="9321" y="131"/>
                  </a:cubicBezTo>
                  <a:cubicBezTo>
                    <a:pt x="8996" y="260"/>
                    <a:pt x="8730" y="902"/>
                    <a:pt x="8599" y="1282"/>
                  </a:cubicBezTo>
                  <a:cubicBezTo>
                    <a:pt x="8468" y="902"/>
                    <a:pt x="8203" y="260"/>
                    <a:pt x="7878" y="131"/>
                  </a:cubicBezTo>
                  <a:cubicBezTo>
                    <a:pt x="7681" y="52"/>
                    <a:pt x="7384" y="0"/>
                    <a:pt x="70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64"/>
            <p:cNvSpPr/>
            <p:nvPr/>
          </p:nvSpPr>
          <p:spPr>
            <a:xfrm>
              <a:off x="2520377" y="999746"/>
              <a:ext cx="418730" cy="206255"/>
            </a:xfrm>
            <a:custGeom>
              <a:rect b="b" l="l" r="r" t="t"/>
              <a:pathLst>
                <a:path extrusionOk="0" h="5140" w="10435">
                  <a:moveTo>
                    <a:pt x="4253" y="0"/>
                  </a:moveTo>
                  <a:cubicBezTo>
                    <a:pt x="3977" y="0"/>
                    <a:pt x="3659" y="58"/>
                    <a:pt x="3398" y="210"/>
                  </a:cubicBezTo>
                  <a:cubicBezTo>
                    <a:pt x="2947" y="474"/>
                    <a:pt x="2928" y="849"/>
                    <a:pt x="2815" y="888"/>
                  </a:cubicBezTo>
                  <a:cubicBezTo>
                    <a:pt x="2794" y="895"/>
                    <a:pt x="2765" y="897"/>
                    <a:pt x="2729" y="897"/>
                  </a:cubicBezTo>
                  <a:cubicBezTo>
                    <a:pt x="2689" y="897"/>
                    <a:pt x="2640" y="894"/>
                    <a:pt x="2587" y="894"/>
                  </a:cubicBezTo>
                  <a:cubicBezTo>
                    <a:pt x="2429" y="894"/>
                    <a:pt x="2231" y="915"/>
                    <a:pt x="2082" y="1076"/>
                  </a:cubicBezTo>
                  <a:cubicBezTo>
                    <a:pt x="1837" y="1339"/>
                    <a:pt x="1855" y="1696"/>
                    <a:pt x="1761" y="1734"/>
                  </a:cubicBezTo>
                  <a:cubicBezTo>
                    <a:pt x="1668" y="1771"/>
                    <a:pt x="1084" y="1941"/>
                    <a:pt x="802" y="2656"/>
                  </a:cubicBezTo>
                  <a:cubicBezTo>
                    <a:pt x="520" y="3371"/>
                    <a:pt x="746" y="3709"/>
                    <a:pt x="671" y="3747"/>
                  </a:cubicBezTo>
                  <a:cubicBezTo>
                    <a:pt x="596" y="3785"/>
                    <a:pt x="176" y="3977"/>
                    <a:pt x="68" y="4499"/>
                  </a:cubicBezTo>
                  <a:cubicBezTo>
                    <a:pt x="0" y="4836"/>
                    <a:pt x="125" y="5139"/>
                    <a:pt x="351" y="5139"/>
                  </a:cubicBezTo>
                  <a:lnTo>
                    <a:pt x="10025" y="5139"/>
                  </a:lnTo>
                  <a:cubicBezTo>
                    <a:pt x="10251" y="5139"/>
                    <a:pt x="10435" y="4719"/>
                    <a:pt x="10307" y="4349"/>
                  </a:cubicBezTo>
                  <a:cubicBezTo>
                    <a:pt x="10196" y="4024"/>
                    <a:pt x="9856" y="3822"/>
                    <a:pt x="9781" y="3785"/>
                  </a:cubicBezTo>
                  <a:cubicBezTo>
                    <a:pt x="9705" y="3747"/>
                    <a:pt x="9856" y="3371"/>
                    <a:pt x="9574" y="2656"/>
                  </a:cubicBezTo>
                  <a:cubicBezTo>
                    <a:pt x="9291" y="1941"/>
                    <a:pt x="8708" y="1771"/>
                    <a:pt x="8614" y="1734"/>
                  </a:cubicBezTo>
                  <a:cubicBezTo>
                    <a:pt x="8520" y="1696"/>
                    <a:pt x="8538" y="1339"/>
                    <a:pt x="8294" y="1076"/>
                  </a:cubicBezTo>
                  <a:cubicBezTo>
                    <a:pt x="8145" y="915"/>
                    <a:pt x="7946" y="894"/>
                    <a:pt x="7789" y="894"/>
                  </a:cubicBezTo>
                  <a:cubicBezTo>
                    <a:pt x="7735" y="894"/>
                    <a:pt x="7687" y="897"/>
                    <a:pt x="7646" y="897"/>
                  </a:cubicBezTo>
                  <a:cubicBezTo>
                    <a:pt x="7610" y="897"/>
                    <a:pt x="7581" y="895"/>
                    <a:pt x="7561" y="888"/>
                  </a:cubicBezTo>
                  <a:cubicBezTo>
                    <a:pt x="7448" y="849"/>
                    <a:pt x="7429" y="474"/>
                    <a:pt x="6977" y="210"/>
                  </a:cubicBezTo>
                  <a:cubicBezTo>
                    <a:pt x="6716" y="58"/>
                    <a:pt x="6399" y="0"/>
                    <a:pt x="6123" y="0"/>
                  </a:cubicBezTo>
                  <a:cubicBezTo>
                    <a:pt x="5921" y="0"/>
                    <a:pt x="5742" y="31"/>
                    <a:pt x="5623" y="78"/>
                  </a:cubicBezTo>
                  <a:cubicBezTo>
                    <a:pt x="5427" y="157"/>
                    <a:pt x="5267" y="544"/>
                    <a:pt x="5188" y="773"/>
                  </a:cubicBezTo>
                  <a:cubicBezTo>
                    <a:pt x="5109" y="544"/>
                    <a:pt x="4949" y="157"/>
                    <a:pt x="4753" y="78"/>
                  </a:cubicBezTo>
                  <a:cubicBezTo>
                    <a:pt x="4634" y="31"/>
                    <a:pt x="4454" y="0"/>
                    <a:pt x="42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64"/>
            <p:cNvSpPr/>
            <p:nvPr/>
          </p:nvSpPr>
          <p:spPr>
            <a:xfrm>
              <a:off x="2443093" y="1111498"/>
              <a:ext cx="52888" cy="72069"/>
            </a:xfrm>
            <a:custGeom>
              <a:rect b="b" l="l" r="r" t="t"/>
              <a:pathLst>
                <a:path extrusionOk="0" h="1796" w="1318">
                  <a:moveTo>
                    <a:pt x="195" y="0"/>
                  </a:moveTo>
                  <a:cubicBezTo>
                    <a:pt x="148" y="0"/>
                    <a:pt x="113" y="13"/>
                    <a:pt x="87" y="14"/>
                  </a:cubicBezTo>
                  <a:cubicBezTo>
                    <a:pt x="58" y="19"/>
                    <a:pt x="43" y="20"/>
                    <a:pt x="43" y="20"/>
                  </a:cubicBezTo>
                  <a:lnTo>
                    <a:pt x="48" y="61"/>
                  </a:lnTo>
                  <a:cubicBezTo>
                    <a:pt x="48" y="61"/>
                    <a:pt x="64" y="60"/>
                    <a:pt x="92" y="57"/>
                  </a:cubicBezTo>
                  <a:cubicBezTo>
                    <a:pt x="116" y="57"/>
                    <a:pt x="149" y="48"/>
                    <a:pt x="188" y="48"/>
                  </a:cubicBezTo>
                  <a:cubicBezTo>
                    <a:pt x="198" y="48"/>
                    <a:pt x="208" y="49"/>
                    <a:pt x="218" y="50"/>
                  </a:cubicBezTo>
                  <a:cubicBezTo>
                    <a:pt x="244" y="52"/>
                    <a:pt x="273" y="53"/>
                    <a:pt x="305" y="56"/>
                  </a:cubicBezTo>
                  <a:cubicBezTo>
                    <a:pt x="337" y="60"/>
                    <a:pt x="371" y="69"/>
                    <a:pt x="407" y="77"/>
                  </a:cubicBezTo>
                  <a:cubicBezTo>
                    <a:pt x="443" y="82"/>
                    <a:pt x="480" y="99"/>
                    <a:pt x="519" y="113"/>
                  </a:cubicBezTo>
                  <a:cubicBezTo>
                    <a:pt x="560" y="125"/>
                    <a:pt x="600" y="143"/>
                    <a:pt x="640" y="164"/>
                  </a:cubicBezTo>
                  <a:cubicBezTo>
                    <a:pt x="683" y="183"/>
                    <a:pt x="724" y="207"/>
                    <a:pt x="764" y="235"/>
                  </a:cubicBezTo>
                  <a:cubicBezTo>
                    <a:pt x="807" y="260"/>
                    <a:pt x="847" y="293"/>
                    <a:pt x="886" y="328"/>
                  </a:cubicBezTo>
                  <a:cubicBezTo>
                    <a:pt x="967" y="394"/>
                    <a:pt x="1038" y="480"/>
                    <a:pt x="1102" y="573"/>
                  </a:cubicBezTo>
                  <a:cubicBezTo>
                    <a:pt x="1157" y="672"/>
                    <a:pt x="1210" y="778"/>
                    <a:pt x="1221" y="896"/>
                  </a:cubicBezTo>
                  <a:cubicBezTo>
                    <a:pt x="1235" y="954"/>
                    <a:pt x="1226" y="1012"/>
                    <a:pt x="1225" y="1072"/>
                  </a:cubicBezTo>
                  <a:cubicBezTo>
                    <a:pt x="1214" y="1128"/>
                    <a:pt x="1203" y="1188"/>
                    <a:pt x="1181" y="1243"/>
                  </a:cubicBezTo>
                  <a:cubicBezTo>
                    <a:pt x="1155" y="1296"/>
                    <a:pt x="1138" y="1354"/>
                    <a:pt x="1098" y="1400"/>
                  </a:cubicBezTo>
                  <a:lnTo>
                    <a:pt x="1048" y="1474"/>
                  </a:lnTo>
                  <a:cubicBezTo>
                    <a:pt x="1036" y="1493"/>
                    <a:pt x="1007" y="1517"/>
                    <a:pt x="987" y="1539"/>
                  </a:cubicBezTo>
                  <a:cubicBezTo>
                    <a:pt x="945" y="1588"/>
                    <a:pt x="897" y="1614"/>
                    <a:pt x="851" y="1646"/>
                  </a:cubicBezTo>
                  <a:cubicBezTo>
                    <a:pt x="829" y="1661"/>
                    <a:pt x="800" y="1669"/>
                    <a:pt x="775" y="1681"/>
                  </a:cubicBezTo>
                  <a:cubicBezTo>
                    <a:pt x="750" y="1694"/>
                    <a:pt x="723" y="1702"/>
                    <a:pt x="696" y="1705"/>
                  </a:cubicBezTo>
                  <a:cubicBezTo>
                    <a:pt x="655" y="1716"/>
                    <a:pt x="613" y="1721"/>
                    <a:pt x="572" y="1721"/>
                  </a:cubicBezTo>
                  <a:cubicBezTo>
                    <a:pt x="506" y="1721"/>
                    <a:pt x="441" y="1709"/>
                    <a:pt x="382" y="1687"/>
                  </a:cubicBezTo>
                  <a:cubicBezTo>
                    <a:pt x="286" y="1655"/>
                    <a:pt x="203" y="1598"/>
                    <a:pt x="149" y="1529"/>
                  </a:cubicBezTo>
                  <a:cubicBezTo>
                    <a:pt x="93" y="1462"/>
                    <a:pt x="63" y="1384"/>
                    <a:pt x="65" y="1314"/>
                  </a:cubicBezTo>
                  <a:cubicBezTo>
                    <a:pt x="66" y="1297"/>
                    <a:pt x="64" y="1280"/>
                    <a:pt x="67" y="1264"/>
                  </a:cubicBezTo>
                  <a:cubicBezTo>
                    <a:pt x="72" y="1248"/>
                    <a:pt x="77" y="1233"/>
                    <a:pt x="81" y="1218"/>
                  </a:cubicBezTo>
                  <a:cubicBezTo>
                    <a:pt x="86" y="1188"/>
                    <a:pt x="104" y="1165"/>
                    <a:pt x="118" y="1143"/>
                  </a:cubicBezTo>
                  <a:cubicBezTo>
                    <a:pt x="141" y="1096"/>
                    <a:pt x="177" y="1072"/>
                    <a:pt x="196" y="1051"/>
                  </a:cubicBezTo>
                  <a:cubicBezTo>
                    <a:pt x="216" y="1031"/>
                    <a:pt x="228" y="1020"/>
                    <a:pt x="228" y="1020"/>
                  </a:cubicBezTo>
                  <a:lnTo>
                    <a:pt x="203" y="988"/>
                  </a:lnTo>
                  <a:cubicBezTo>
                    <a:pt x="203" y="988"/>
                    <a:pt x="190" y="998"/>
                    <a:pt x="168" y="1018"/>
                  </a:cubicBezTo>
                  <a:cubicBezTo>
                    <a:pt x="146" y="1040"/>
                    <a:pt x="107" y="1065"/>
                    <a:pt x="77" y="1116"/>
                  </a:cubicBezTo>
                  <a:cubicBezTo>
                    <a:pt x="60" y="1140"/>
                    <a:pt x="40" y="1165"/>
                    <a:pt x="31" y="1201"/>
                  </a:cubicBezTo>
                  <a:cubicBezTo>
                    <a:pt x="25" y="1217"/>
                    <a:pt x="19" y="1236"/>
                    <a:pt x="13" y="1254"/>
                  </a:cubicBezTo>
                  <a:cubicBezTo>
                    <a:pt x="9" y="1272"/>
                    <a:pt x="10" y="1293"/>
                    <a:pt x="8" y="1313"/>
                  </a:cubicBezTo>
                  <a:cubicBezTo>
                    <a:pt x="1" y="1356"/>
                    <a:pt x="17" y="1399"/>
                    <a:pt x="26" y="1444"/>
                  </a:cubicBezTo>
                  <a:cubicBezTo>
                    <a:pt x="45" y="1485"/>
                    <a:pt x="64" y="1533"/>
                    <a:pt x="99" y="1570"/>
                  </a:cubicBezTo>
                  <a:cubicBezTo>
                    <a:pt x="159" y="1650"/>
                    <a:pt x="251" y="1715"/>
                    <a:pt x="358" y="1753"/>
                  </a:cubicBezTo>
                  <a:cubicBezTo>
                    <a:pt x="426" y="1779"/>
                    <a:pt x="503" y="1795"/>
                    <a:pt x="581" y="1795"/>
                  </a:cubicBezTo>
                  <a:cubicBezTo>
                    <a:pt x="625" y="1795"/>
                    <a:pt x="669" y="1790"/>
                    <a:pt x="712" y="1780"/>
                  </a:cubicBezTo>
                  <a:cubicBezTo>
                    <a:pt x="744" y="1775"/>
                    <a:pt x="774" y="1767"/>
                    <a:pt x="802" y="1753"/>
                  </a:cubicBezTo>
                  <a:cubicBezTo>
                    <a:pt x="832" y="1739"/>
                    <a:pt x="863" y="1732"/>
                    <a:pt x="891" y="1714"/>
                  </a:cubicBezTo>
                  <a:cubicBezTo>
                    <a:pt x="946" y="1677"/>
                    <a:pt x="1005" y="1642"/>
                    <a:pt x="1044" y="1596"/>
                  </a:cubicBezTo>
                  <a:cubicBezTo>
                    <a:pt x="1067" y="1573"/>
                    <a:pt x="1088" y="1558"/>
                    <a:pt x="1111" y="1526"/>
                  </a:cubicBezTo>
                  <a:lnTo>
                    <a:pt x="1169" y="1447"/>
                  </a:lnTo>
                  <a:cubicBezTo>
                    <a:pt x="1211" y="1396"/>
                    <a:pt x="1234" y="1333"/>
                    <a:pt x="1262" y="1273"/>
                  </a:cubicBezTo>
                  <a:cubicBezTo>
                    <a:pt x="1288" y="1212"/>
                    <a:pt x="1298" y="1145"/>
                    <a:pt x="1310" y="1080"/>
                  </a:cubicBezTo>
                  <a:cubicBezTo>
                    <a:pt x="1310" y="1015"/>
                    <a:pt x="1317" y="948"/>
                    <a:pt x="1302" y="884"/>
                  </a:cubicBezTo>
                  <a:cubicBezTo>
                    <a:pt x="1287" y="754"/>
                    <a:pt x="1228" y="638"/>
                    <a:pt x="1166" y="533"/>
                  </a:cubicBezTo>
                  <a:cubicBezTo>
                    <a:pt x="1097" y="432"/>
                    <a:pt x="1019" y="342"/>
                    <a:pt x="932" y="273"/>
                  </a:cubicBezTo>
                  <a:cubicBezTo>
                    <a:pt x="890" y="237"/>
                    <a:pt x="847" y="205"/>
                    <a:pt x="801" y="178"/>
                  </a:cubicBezTo>
                  <a:cubicBezTo>
                    <a:pt x="758" y="149"/>
                    <a:pt x="714" y="124"/>
                    <a:pt x="670" y="105"/>
                  </a:cubicBezTo>
                  <a:cubicBezTo>
                    <a:pt x="626" y="83"/>
                    <a:pt x="583" y="64"/>
                    <a:pt x="540" y="53"/>
                  </a:cubicBezTo>
                  <a:cubicBezTo>
                    <a:pt x="498" y="39"/>
                    <a:pt x="459" y="25"/>
                    <a:pt x="420" y="20"/>
                  </a:cubicBezTo>
                  <a:cubicBezTo>
                    <a:pt x="381" y="14"/>
                    <a:pt x="345" y="6"/>
                    <a:pt x="311" y="3"/>
                  </a:cubicBezTo>
                  <a:cubicBezTo>
                    <a:pt x="276" y="2"/>
                    <a:pt x="244" y="2"/>
                    <a:pt x="216" y="1"/>
                  </a:cubicBezTo>
                  <a:cubicBezTo>
                    <a:pt x="209" y="1"/>
                    <a:pt x="202" y="0"/>
                    <a:pt x="1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64"/>
            <p:cNvSpPr/>
            <p:nvPr/>
          </p:nvSpPr>
          <p:spPr>
            <a:xfrm>
              <a:off x="2490482" y="1139466"/>
              <a:ext cx="17094" cy="44501"/>
            </a:xfrm>
            <a:custGeom>
              <a:rect b="b" l="l" r="r" t="t"/>
              <a:pathLst>
                <a:path extrusionOk="0" h="1109" w="426">
                  <a:moveTo>
                    <a:pt x="319" y="1"/>
                  </a:moveTo>
                  <a:lnTo>
                    <a:pt x="280" y="15"/>
                  </a:lnTo>
                  <a:cubicBezTo>
                    <a:pt x="280" y="15"/>
                    <a:pt x="285" y="33"/>
                    <a:pt x="294" y="65"/>
                  </a:cubicBezTo>
                  <a:cubicBezTo>
                    <a:pt x="300" y="98"/>
                    <a:pt x="321" y="145"/>
                    <a:pt x="326" y="198"/>
                  </a:cubicBezTo>
                  <a:cubicBezTo>
                    <a:pt x="329" y="225"/>
                    <a:pt x="333" y="254"/>
                    <a:pt x="337" y="285"/>
                  </a:cubicBezTo>
                  <a:cubicBezTo>
                    <a:pt x="344" y="314"/>
                    <a:pt x="337" y="349"/>
                    <a:pt x="339" y="382"/>
                  </a:cubicBezTo>
                  <a:cubicBezTo>
                    <a:pt x="339" y="416"/>
                    <a:pt x="343" y="452"/>
                    <a:pt x="333" y="487"/>
                  </a:cubicBezTo>
                  <a:cubicBezTo>
                    <a:pt x="327" y="522"/>
                    <a:pt x="321" y="558"/>
                    <a:pt x="315" y="594"/>
                  </a:cubicBezTo>
                  <a:cubicBezTo>
                    <a:pt x="303" y="628"/>
                    <a:pt x="292" y="663"/>
                    <a:pt x="281" y="696"/>
                  </a:cubicBezTo>
                  <a:cubicBezTo>
                    <a:pt x="272" y="732"/>
                    <a:pt x="250" y="760"/>
                    <a:pt x="235" y="790"/>
                  </a:cubicBezTo>
                  <a:cubicBezTo>
                    <a:pt x="218" y="819"/>
                    <a:pt x="207" y="851"/>
                    <a:pt x="185" y="874"/>
                  </a:cubicBezTo>
                  <a:cubicBezTo>
                    <a:pt x="166" y="899"/>
                    <a:pt x="148" y="923"/>
                    <a:pt x="131" y="945"/>
                  </a:cubicBezTo>
                  <a:cubicBezTo>
                    <a:pt x="98" y="988"/>
                    <a:pt x="60" y="1015"/>
                    <a:pt x="37" y="1039"/>
                  </a:cubicBezTo>
                  <a:cubicBezTo>
                    <a:pt x="13" y="1062"/>
                    <a:pt x="0" y="1075"/>
                    <a:pt x="0" y="1075"/>
                  </a:cubicBezTo>
                  <a:lnTo>
                    <a:pt x="23" y="1109"/>
                  </a:lnTo>
                  <a:cubicBezTo>
                    <a:pt x="23" y="1109"/>
                    <a:pt x="40" y="1097"/>
                    <a:pt x="68" y="1078"/>
                  </a:cubicBezTo>
                  <a:cubicBezTo>
                    <a:pt x="94" y="1056"/>
                    <a:pt x="141" y="1035"/>
                    <a:pt x="180" y="990"/>
                  </a:cubicBezTo>
                  <a:cubicBezTo>
                    <a:pt x="200" y="968"/>
                    <a:pt x="222" y="944"/>
                    <a:pt x="245" y="919"/>
                  </a:cubicBezTo>
                  <a:cubicBezTo>
                    <a:pt x="270" y="895"/>
                    <a:pt x="286" y="862"/>
                    <a:pt x="306" y="830"/>
                  </a:cubicBezTo>
                  <a:cubicBezTo>
                    <a:pt x="323" y="797"/>
                    <a:pt x="348" y="766"/>
                    <a:pt x="358" y="727"/>
                  </a:cubicBezTo>
                  <a:cubicBezTo>
                    <a:pt x="371" y="691"/>
                    <a:pt x="385" y="653"/>
                    <a:pt x="399" y="615"/>
                  </a:cubicBezTo>
                  <a:cubicBezTo>
                    <a:pt x="405" y="575"/>
                    <a:pt x="411" y="536"/>
                    <a:pt x="417" y="497"/>
                  </a:cubicBezTo>
                  <a:cubicBezTo>
                    <a:pt x="426" y="458"/>
                    <a:pt x="421" y="419"/>
                    <a:pt x="421" y="382"/>
                  </a:cubicBezTo>
                  <a:cubicBezTo>
                    <a:pt x="419" y="345"/>
                    <a:pt x="422" y="309"/>
                    <a:pt x="412" y="274"/>
                  </a:cubicBezTo>
                  <a:cubicBezTo>
                    <a:pt x="405" y="241"/>
                    <a:pt x="397" y="209"/>
                    <a:pt x="391" y="179"/>
                  </a:cubicBezTo>
                  <a:cubicBezTo>
                    <a:pt x="379" y="120"/>
                    <a:pt x="351" y="81"/>
                    <a:pt x="341" y="49"/>
                  </a:cubicBezTo>
                  <a:cubicBezTo>
                    <a:pt x="327" y="18"/>
                    <a:pt x="319" y="1"/>
                    <a:pt x="3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64"/>
            <p:cNvSpPr/>
            <p:nvPr/>
          </p:nvSpPr>
          <p:spPr>
            <a:xfrm>
              <a:off x="2567605" y="931089"/>
              <a:ext cx="64003" cy="46187"/>
            </a:xfrm>
            <a:custGeom>
              <a:rect b="b" l="l" r="r" t="t"/>
              <a:pathLst>
                <a:path extrusionOk="0" h="1151" w="1595">
                  <a:moveTo>
                    <a:pt x="1174" y="0"/>
                  </a:moveTo>
                  <a:cubicBezTo>
                    <a:pt x="1167" y="0"/>
                    <a:pt x="1160" y="1"/>
                    <a:pt x="1153" y="2"/>
                  </a:cubicBezTo>
                  <a:cubicBezTo>
                    <a:pt x="1134" y="3"/>
                    <a:pt x="1116" y="2"/>
                    <a:pt x="1099" y="7"/>
                  </a:cubicBezTo>
                  <a:cubicBezTo>
                    <a:pt x="1084" y="12"/>
                    <a:pt x="1068" y="17"/>
                    <a:pt x="1053" y="22"/>
                  </a:cubicBezTo>
                  <a:cubicBezTo>
                    <a:pt x="1022" y="30"/>
                    <a:pt x="1000" y="48"/>
                    <a:pt x="978" y="63"/>
                  </a:cubicBezTo>
                  <a:cubicBezTo>
                    <a:pt x="933" y="89"/>
                    <a:pt x="912" y="124"/>
                    <a:pt x="893" y="143"/>
                  </a:cubicBezTo>
                  <a:cubicBezTo>
                    <a:pt x="875" y="163"/>
                    <a:pt x="866" y="174"/>
                    <a:pt x="866" y="174"/>
                  </a:cubicBezTo>
                  <a:lnTo>
                    <a:pt x="899" y="199"/>
                  </a:lnTo>
                  <a:cubicBezTo>
                    <a:pt x="899" y="199"/>
                    <a:pt x="908" y="189"/>
                    <a:pt x="926" y="172"/>
                  </a:cubicBezTo>
                  <a:cubicBezTo>
                    <a:pt x="943" y="156"/>
                    <a:pt x="965" y="124"/>
                    <a:pt x="1005" y="104"/>
                  </a:cubicBezTo>
                  <a:cubicBezTo>
                    <a:pt x="1024" y="92"/>
                    <a:pt x="1044" y="77"/>
                    <a:pt x="1071" y="72"/>
                  </a:cubicBezTo>
                  <a:cubicBezTo>
                    <a:pt x="1084" y="69"/>
                    <a:pt x="1097" y="64"/>
                    <a:pt x="1110" y="61"/>
                  </a:cubicBezTo>
                  <a:cubicBezTo>
                    <a:pt x="1117" y="59"/>
                    <a:pt x="1124" y="59"/>
                    <a:pt x="1131" y="59"/>
                  </a:cubicBezTo>
                  <a:cubicBezTo>
                    <a:pt x="1135" y="59"/>
                    <a:pt x="1139" y="59"/>
                    <a:pt x="1142" y="59"/>
                  </a:cubicBezTo>
                  <a:cubicBezTo>
                    <a:pt x="1146" y="59"/>
                    <a:pt x="1150" y="59"/>
                    <a:pt x="1153" y="59"/>
                  </a:cubicBezTo>
                  <a:cubicBezTo>
                    <a:pt x="1155" y="59"/>
                    <a:pt x="1157" y="59"/>
                    <a:pt x="1159" y="59"/>
                  </a:cubicBezTo>
                  <a:cubicBezTo>
                    <a:pt x="1217" y="59"/>
                    <a:pt x="1282" y="86"/>
                    <a:pt x="1338" y="133"/>
                  </a:cubicBezTo>
                  <a:cubicBezTo>
                    <a:pt x="1397" y="179"/>
                    <a:pt x="1446" y="251"/>
                    <a:pt x="1473" y="335"/>
                  </a:cubicBezTo>
                  <a:cubicBezTo>
                    <a:pt x="1503" y="417"/>
                    <a:pt x="1511" y="513"/>
                    <a:pt x="1488" y="605"/>
                  </a:cubicBezTo>
                  <a:cubicBezTo>
                    <a:pt x="1484" y="628"/>
                    <a:pt x="1477" y="651"/>
                    <a:pt x="1467" y="673"/>
                  </a:cubicBezTo>
                  <a:cubicBezTo>
                    <a:pt x="1456" y="695"/>
                    <a:pt x="1449" y="719"/>
                    <a:pt x="1436" y="739"/>
                  </a:cubicBezTo>
                  <a:cubicBezTo>
                    <a:pt x="1409" y="778"/>
                    <a:pt x="1387" y="819"/>
                    <a:pt x="1345" y="856"/>
                  </a:cubicBezTo>
                  <a:cubicBezTo>
                    <a:pt x="1326" y="873"/>
                    <a:pt x="1305" y="900"/>
                    <a:pt x="1289" y="908"/>
                  </a:cubicBezTo>
                  <a:lnTo>
                    <a:pt x="1225" y="953"/>
                  </a:lnTo>
                  <a:cubicBezTo>
                    <a:pt x="1185" y="987"/>
                    <a:pt x="1134" y="1002"/>
                    <a:pt x="1089" y="1025"/>
                  </a:cubicBezTo>
                  <a:cubicBezTo>
                    <a:pt x="1041" y="1044"/>
                    <a:pt x="990" y="1053"/>
                    <a:pt x="940" y="1062"/>
                  </a:cubicBezTo>
                  <a:cubicBezTo>
                    <a:pt x="911" y="1063"/>
                    <a:pt x="882" y="1065"/>
                    <a:pt x="853" y="1065"/>
                  </a:cubicBezTo>
                  <a:cubicBezTo>
                    <a:pt x="831" y="1065"/>
                    <a:pt x="810" y="1064"/>
                    <a:pt x="788" y="1059"/>
                  </a:cubicBezTo>
                  <a:cubicBezTo>
                    <a:pt x="687" y="1049"/>
                    <a:pt x="595" y="1003"/>
                    <a:pt x="510" y="955"/>
                  </a:cubicBezTo>
                  <a:cubicBezTo>
                    <a:pt x="430" y="899"/>
                    <a:pt x="355" y="839"/>
                    <a:pt x="296" y="768"/>
                  </a:cubicBezTo>
                  <a:cubicBezTo>
                    <a:pt x="265" y="734"/>
                    <a:pt x="238" y="700"/>
                    <a:pt x="216" y="663"/>
                  </a:cubicBezTo>
                  <a:cubicBezTo>
                    <a:pt x="190" y="628"/>
                    <a:pt x="169" y="592"/>
                    <a:pt x="153" y="556"/>
                  </a:cubicBezTo>
                  <a:cubicBezTo>
                    <a:pt x="134" y="521"/>
                    <a:pt x="118" y="486"/>
                    <a:pt x="107" y="451"/>
                  </a:cubicBezTo>
                  <a:cubicBezTo>
                    <a:pt x="95" y="417"/>
                    <a:pt x="81" y="385"/>
                    <a:pt x="76" y="353"/>
                  </a:cubicBezTo>
                  <a:cubicBezTo>
                    <a:pt x="70" y="322"/>
                    <a:pt x="61" y="292"/>
                    <a:pt x="58" y="264"/>
                  </a:cubicBezTo>
                  <a:cubicBezTo>
                    <a:pt x="56" y="237"/>
                    <a:pt x="53" y="212"/>
                    <a:pt x="52" y="189"/>
                  </a:cubicBezTo>
                  <a:cubicBezTo>
                    <a:pt x="45" y="144"/>
                    <a:pt x="58" y="104"/>
                    <a:pt x="58" y="80"/>
                  </a:cubicBezTo>
                  <a:cubicBezTo>
                    <a:pt x="60" y="54"/>
                    <a:pt x="61" y="41"/>
                    <a:pt x="61" y="41"/>
                  </a:cubicBezTo>
                  <a:lnTo>
                    <a:pt x="21" y="35"/>
                  </a:lnTo>
                  <a:cubicBezTo>
                    <a:pt x="21" y="35"/>
                    <a:pt x="18" y="48"/>
                    <a:pt x="15" y="74"/>
                  </a:cubicBezTo>
                  <a:cubicBezTo>
                    <a:pt x="13" y="101"/>
                    <a:pt x="0" y="135"/>
                    <a:pt x="4" y="186"/>
                  </a:cubicBezTo>
                  <a:cubicBezTo>
                    <a:pt x="4" y="212"/>
                    <a:pt x="4" y="240"/>
                    <a:pt x="4" y="270"/>
                  </a:cubicBezTo>
                  <a:cubicBezTo>
                    <a:pt x="7" y="300"/>
                    <a:pt x="14" y="331"/>
                    <a:pt x="19" y="365"/>
                  </a:cubicBezTo>
                  <a:cubicBezTo>
                    <a:pt x="24" y="400"/>
                    <a:pt x="36" y="435"/>
                    <a:pt x="47" y="472"/>
                  </a:cubicBezTo>
                  <a:cubicBezTo>
                    <a:pt x="58" y="509"/>
                    <a:pt x="73" y="547"/>
                    <a:pt x="93" y="585"/>
                  </a:cubicBezTo>
                  <a:cubicBezTo>
                    <a:pt x="109" y="625"/>
                    <a:pt x="130" y="663"/>
                    <a:pt x="156" y="702"/>
                  </a:cubicBezTo>
                  <a:cubicBezTo>
                    <a:pt x="179" y="742"/>
                    <a:pt x="207" y="779"/>
                    <a:pt x="239" y="817"/>
                  </a:cubicBezTo>
                  <a:cubicBezTo>
                    <a:pt x="299" y="894"/>
                    <a:pt x="378" y="963"/>
                    <a:pt x="466" y="1023"/>
                  </a:cubicBezTo>
                  <a:cubicBezTo>
                    <a:pt x="559" y="1077"/>
                    <a:pt x="661" y="1129"/>
                    <a:pt x="776" y="1142"/>
                  </a:cubicBezTo>
                  <a:cubicBezTo>
                    <a:pt x="804" y="1148"/>
                    <a:pt x="832" y="1150"/>
                    <a:pt x="860" y="1150"/>
                  </a:cubicBezTo>
                  <a:cubicBezTo>
                    <a:pt x="890" y="1150"/>
                    <a:pt x="920" y="1148"/>
                    <a:pt x="950" y="1148"/>
                  </a:cubicBezTo>
                  <a:cubicBezTo>
                    <a:pt x="1007" y="1138"/>
                    <a:pt x="1066" y="1129"/>
                    <a:pt x="1119" y="1107"/>
                  </a:cubicBezTo>
                  <a:cubicBezTo>
                    <a:pt x="1172" y="1080"/>
                    <a:pt x="1228" y="1061"/>
                    <a:pt x="1272" y="1025"/>
                  </a:cubicBezTo>
                  <a:lnTo>
                    <a:pt x="1342" y="974"/>
                  </a:lnTo>
                  <a:cubicBezTo>
                    <a:pt x="1372" y="952"/>
                    <a:pt x="1383" y="935"/>
                    <a:pt x="1404" y="915"/>
                  </a:cubicBezTo>
                  <a:cubicBezTo>
                    <a:pt x="1444" y="881"/>
                    <a:pt x="1477" y="828"/>
                    <a:pt x="1508" y="780"/>
                  </a:cubicBezTo>
                  <a:cubicBezTo>
                    <a:pt x="1524" y="755"/>
                    <a:pt x="1532" y="728"/>
                    <a:pt x="1543" y="702"/>
                  </a:cubicBezTo>
                  <a:cubicBezTo>
                    <a:pt x="1555" y="676"/>
                    <a:pt x="1563" y="650"/>
                    <a:pt x="1566" y="622"/>
                  </a:cubicBezTo>
                  <a:cubicBezTo>
                    <a:pt x="1594" y="514"/>
                    <a:pt x="1579" y="403"/>
                    <a:pt x="1543" y="310"/>
                  </a:cubicBezTo>
                  <a:cubicBezTo>
                    <a:pt x="1509" y="214"/>
                    <a:pt x="1451" y="134"/>
                    <a:pt x="1380" y="81"/>
                  </a:cubicBezTo>
                  <a:cubicBezTo>
                    <a:pt x="1347" y="50"/>
                    <a:pt x="1305" y="34"/>
                    <a:pt x="1269" y="17"/>
                  </a:cubicBezTo>
                  <a:cubicBezTo>
                    <a:pt x="1235" y="11"/>
                    <a:pt x="1205" y="0"/>
                    <a:pt x="11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64"/>
            <p:cNvSpPr/>
            <p:nvPr/>
          </p:nvSpPr>
          <p:spPr>
            <a:xfrm>
              <a:off x="2592203" y="978880"/>
              <a:ext cx="39004" cy="15088"/>
            </a:xfrm>
            <a:custGeom>
              <a:rect b="b" l="l" r="r" t="t"/>
              <a:pathLst>
                <a:path extrusionOk="0" h="376" w="972">
                  <a:moveTo>
                    <a:pt x="938" y="0"/>
                  </a:moveTo>
                  <a:cubicBezTo>
                    <a:pt x="938" y="0"/>
                    <a:pt x="926" y="12"/>
                    <a:pt x="905" y="32"/>
                  </a:cubicBezTo>
                  <a:cubicBezTo>
                    <a:pt x="884" y="51"/>
                    <a:pt x="862" y="84"/>
                    <a:pt x="822" y="113"/>
                  </a:cubicBezTo>
                  <a:cubicBezTo>
                    <a:pt x="804" y="127"/>
                    <a:pt x="783" y="143"/>
                    <a:pt x="762" y="159"/>
                  </a:cubicBezTo>
                  <a:cubicBezTo>
                    <a:pt x="742" y="178"/>
                    <a:pt x="713" y="187"/>
                    <a:pt x="689" y="202"/>
                  </a:cubicBezTo>
                  <a:cubicBezTo>
                    <a:pt x="662" y="215"/>
                    <a:pt x="637" y="234"/>
                    <a:pt x="607" y="241"/>
                  </a:cubicBezTo>
                  <a:cubicBezTo>
                    <a:pt x="578" y="251"/>
                    <a:pt x="547" y="261"/>
                    <a:pt x="518" y="270"/>
                  </a:cubicBezTo>
                  <a:cubicBezTo>
                    <a:pt x="487" y="276"/>
                    <a:pt x="457" y="282"/>
                    <a:pt x="426" y="287"/>
                  </a:cubicBezTo>
                  <a:cubicBezTo>
                    <a:pt x="396" y="295"/>
                    <a:pt x="365" y="292"/>
                    <a:pt x="335" y="293"/>
                  </a:cubicBezTo>
                  <a:cubicBezTo>
                    <a:pt x="331" y="293"/>
                    <a:pt x="328" y="293"/>
                    <a:pt x="324" y="293"/>
                  </a:cubicBezTo>
                  <a:cubicBezTo>
                    <a:pt x="309" y="293"/>
                    <a:pt x="293" y="294"/>
                    <a:pt x="279" y="294"/>
                  </a:cubicBezTo>
                  <a:cubicBezTo>
                    <a:pt x="269" y="294"/>
                    <a:pt x="259" y="293"/>
                    <a:pt x="251" y="291"/>
                  </a:cubicBezTo>
                  <a:cubicBezTo>
                    <a:pt x="224" y="288"/>
                    <a:pt x="198" y="285"/>
                    <a:pt x="175" y="282"/>
                  </a:cubicBezTo>
                  <a:cubicBezTo>
                    <a:pt x="129" y="278"/>
                    <a:pt x="87" y="261"/>
                    <a:pt x="59" y="254"/>
                  </a:cubicBezTo>
                  <a:cubicBezTo>
                    <a:pt x="31" y="247"/>
                    <a:pt x="15" y="243"/>
                    <a:pt x="15" y="243"/>
                  </a:cubicBezTo>
                  <a:lnTo>
                    <a:pt x="1" y="282"/>
                  </a:lnTo>
                  <a:cubicBezTo>
                    <a:pt x="1" y="282"/>
                    <a:pt x="16" y="289"/>
                    <a:pt x="43" y="302"/>
                  </a:cubicBezTo>
                  <a:cubicBezTo>
                    <a:pt x="71" y="311"/>
                    <a:pt x="104" y="336"/>
                    <a:pt x="156" y="346"/>
                  </a:cubicBezTo>
                  <a:cubicBezTo>
                    <a:pt x="182" y="352"/>
                    <a:pt x="210" y="358"/>
                    <a:pt x="240" y="365"/>
                  </a:cubicBezTo>
                  <a:cubicBezTo>
                    <a:pt x="270" y="375"/>
                    <a:pt x="301" y="371"/>
                    <a:pt x="334" y="374"/>
                  </a:cubicBezTo>
                  <a:cubicBezTo>
                    <a:pt x="352" y="374"/>
                    <a:pt x="370" y="375"/>
                    <a:pt x="387" y="375"/>
                  </a:cubicBezTo>
                  <a:cubicBezTo>
                    <a:pt x="403" y="375"/>
                    <a:pt x="420" y="374"/>
                    <a:pt x="436" y="371"/>
                  </a:cubicBezTo>
                  <a:cubicBezTo>
                    <a:pt x="470" y="365"/>
                    <a:pt x="505" y="360"/>
                    <a:pt x="540" y="355"/>
                  </a:cubicBezTo>
                  <a:cubicBezTo>
                    <a:pt x="573" y="343"/>
                    <a:pt x="606" y="331"/>
                    <a:pt x="638" y="319"/>
                  </a:cubicBezTo>
                  <a:cubicBezTo>
                    <a:pt x="672" y="309"/>
                    <a:pt x="699" y="289"/>
                    <a:pt x="729" y="273"/>
                  </a:cubicBezTo>
                  <a:cubicBezTo>
                    <a:pt x="757" y="255"/>
                    <a:pt x="786" y="241"/>
                    <a:pt x="807" y="219"/>
                  </a:cubicBezTo>
                  <a:cubicBezTo>
                    <a:pt x="829" y="199"/>
                    <a:pt x="850" y="179"/>
                    <a:pt x="869" y="162"/>
                  </a:cubicBezTo>
                  <a:cubicBezTo>
                    <a:pt x="908" y="127"/>
                    <a:pt x="926" y="85"/>
                    <a:pt x="946" y="62"/>
                  </a:cubicBezTo>
                  <a:cubicBezTo>
                    <a:pt x="962" y="37"/>
                    <a:pt x="972" y="23"/>
                    <a:pt x="972" y="23"/>
                  </a:cubicBezTo>
                  <a:lnTo>
                    <a:pt x="9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64"/>
            <p:cNvSpPr/>
            <p:nvPr/>
          </p:nvSpPr>
          <p:spPr>
            <a:xfrm>
              <a:off x="2602154" y="1133327"/>
              <a:ext cx="61114" cy="72711"/>
            </a:xfrm>
            <a:custGeom>
              <a:rect b="b" l="l" r="r" t="t"/>
              <a:pathLst>
                <a:path extrusionOk="0" h="1812" w="1523">
                  <a:moveTo>
                    <a:pt x="717" y="1"/>
                  </a:moveTo>
                  <a:cubicBezTo>
                    <a:pt x="700" y="1"/>
                    <a:pt x="685" y="2"/>
                    <a:pt x="668" y="2"/>
                  </a:cubicBezTo>
                  <a:cubicBezTo>
                    <a:pt x="665" y="2"/>
                    <a:pt x="663" y="2"/>
                    <a:pt x="660" y="2"/>
                  </a:cubicBezTo>
                  <a:cubicBezTo>
                    <a:pt x="653" y="1"/>
                    <a:pt x="646" y="1"/>
                    <a:pt x="639" y="1"/>
                  </a:cubicBezTo>
                  <a:cubicBezTo>
                    <a:pt x="585" y="1"/>
                    <a:pt x="526" y="15"/>
                    <a:pt x="470" y="27"/>
                  </a:cubicBezTo>
                  <a:cubicBezTo>
                    <a:pt x="438" y="34"/>
                    <a:pt x="410" y="50"/>
                    <a:pt x="381" y="61"/>
                  </a:cubicBezTo>
                  <a:cubicBezTo>
                    <a:pt x="351" y="72"/>
                    <a:pt x="324" y="87"/>
                    <a:pt x="299" y="106"/>
                  </a:cubicBezTo>
                  <a:cubicBezTo>
                    <a:pt x="192" y="171"/>
                    <a:pt x="114" y="270"/>
                    <a:pt x="68" y="373"/>
                  </a:cubicBezTo>
                  <a:cubicBezTo>
                    <a:pt x="20" y="475"/>
                    <a:pt x="1" y="585"/>
                    <a:pt x="15" y="684"/>
                  </a:cubicBezTo>
                  <a:cubicBezTo>
                    <a:pt x="16" y="734"/>
                    <a:pt x="37" y="781"/>
                    <a:pt x="52" y="824"/>
                  </a:cubicBezTo>
                  <a:cubicBezTo>
                    <a:pt x="78" y="862"/>
                    <a:pt x="97" y="903"/>
                    <a:pt x="131" y="927"/>
                  </a:cubicBezTo>
                  <a:cubicBezTo>
                    <a:pt x="148" y="941"/>
                    <a:pt x="161" y="956"/>
                    <a:pt x="177" y="967"/>
                  </a:cubicBezTo>
                  <a:cubicBezTo>
                    <a:pt x="195" y="975"/>
                    <a:pt x="211" y="982"/>
                    <a:pt x="227" y="990"/>
                  </a:cubicBezTo>
                  <a:cubicBezTo>
                    <a:pt x="258" y="1009"/>
                    <a:pt x="291" y="1013"/>
                    <a:pt x="319" y="1018"/>
                  </a:cubicBezTo>
                  <a:cubicBezTo>
                    <a:pt x="342" y="1024"/>
                    <a:pt x="364" y="1026"/>
                    <a:pt x="383" y="1026"/>
                  </a:cubicBezTo>
                  <a:cubicBezTo>
                    <a:pt x="410" y="1026"/>
                    <a:pt x="433" y="1023"/>
                    <a:pt x="450" y="1023"/>
                  </a:cubicBezTo>
                  <a:cubicBezTo>
                    <a:pt x="481" y="1021"/>
                    <a:pt x="497" y="1020"/>
                    <a:pt x="497" y="1020"/>
                  </a:cubicBezTo>
                  <a:lnTo>
                    <a:pt x="492" y="979"/>
                  </a:lnTo>
                  <a:lnTo>
                    <a:pt x="448" y="979"/>
                  </a:lnTo>
                  <a:cubicBezTo>
                    <a:pt x="446" y="979"/>
                    <a:pt x="445" y="979"/>
                    <a:pt x="443" y="979"/>
                  </a:cubicBezTo>
                  <a:cubicBezTo>
                    <a:pt x="430" y="979"/>
                    <a:pt x="415" y="980"/>
                    <a:pt x="398" y="980"/>
                  </a:cubicBezTo>
                  <a:cubicBezTo>
                    <a:pt x="377" y="980"/>
                    <a:pt x="354" y="978"/>
                    <a:pt x="328" y="970"/>
                  </a:cubicBezTo>
                  <a:cubicBezTo>
                    <a:pt x="304" y="964"/>
                    <a:pt x="275" y="961"/>
                    <a:pt x="250" y="943"/>
                  </a:cubicBezTo>
                  <a:cubicBezTo>
                    <a:pt x="237" y="936"/>
                    <a:pt x="223" y="928"/>
                    <a:pt x="208" y="920"/>
                  </a:cubicBezTo>
                  <a:cubicBezTo>
                    <a:pt x="195" y="912"/>
                    <a:pt x="184" y="898"/>
                    <a:pt x="171" y="886"/>
                  </a:cubicBezTo>
                  <a:cubicBezTo>
                    <a:pt x="120" y="839"/>
                    <a:pt x="88" y="763"/>
                    <a:pt x="80" y="677"/>
                  </a:cubicBezTo>
                  <a:cubicBezTo>
                    <a:pt x="69" y="591"/>
                    <a:pt x="87" y="493"/>
                    <a:pt x="132" y="403"/>
                  </a:cubicBezTo>
                  <a:cubicBezTo>
                    <a:pt x="175" y="312"/>
                    <a:pt x="244" y="225"/>
                    <a:pt x="340" y="170"/>
                  </a:cubicBezTo>
                  <a:cubicBezTo>
                    <a:pt x="361" y="153"/>
                    <a:pt x="386" y="140"/>
                    <a:pt x="412" y="132"/>
                  </a:cubicBezTo>
                  <a:cubicBezTo>
                    <a:pt x="438" y="122"/>
                    <a:pt x="464" y="108"/>
                    <a:pt x="491" y="102"/>
                  </a:cubicBezTo>
                  <a:cubicBezTo>
                    <a:pt x="537" y="95"/>
                    <a:pt x="582" y="82"/>
                    <a:pt x="635" y="82"/>
                  </a:cubicBezTo>
                  <a:cubicBezTo>
                    <a:pt x="643" y="82"/>
                    <a:pt x="652" y="82"/>
                    <a:pt x="661" y="83"/>
                  </a:cubicBezTo>
                  <a:cubicBezTo>
                    <a:pt x="664" y="83"/>
                    <a:pt x="668" y="83"/>
                    <a:pt x="672" y="83"/>
                  </a:cubicBezTo>
                  <a:cubicBezTo>
                    <a:pt x="685" y="83"/>
                    <a:pt x="699" y="83"/>
                    <a:pt x="712" y="83"/>
                  </a:cubicBezTo>
                  <a:cubicBezTo>
                    <a:pt x="726" y="83"/>
                    <a:pt x="739" y="83"/>
                    <a:pt x="748" y="86"/>
                  </a:cubicBezTo>
                  <a:lnTo>
                    <a:pt x="836" y="101"/>
                  </a:lnTo>
                  <a:cubicBezTo>
                    <a:pt x="896" y="107"/>
                    <a:pt x="949" y="135"/>
                    <a:pt x="1005" y="155"/>
                  </a:cubicBezTo>
                  <a:cubicBezTo>
                    <a:pt x="1059" y="177"/>
                    <a:pt x="1108" y="211"/>
                    <a:pt x="1156" y="244"/>
                  </a:cubicBezTo>
                  <a:cubicBezTo>
                    <a:pt x="1197" y="284"/>
                    <a:pt x="1245" y="319"/>
                    <a:pt x="1276" y="369"/>
                  </a:cubicBezTo>
                  <a:cubicBezTo>
                    <a:pt x="1351" y="459"/>
                    <a:pt x="1388" y="572"/>
                    <a:pt x="1419" y="679"/>
                  </a:cubicBezTo>
                  <a:cubicBezTo>
                    <a:pt x="1440" y="789"/>
                    <a:pt x="1450" y="899"/>
                    <a:pt x="1440" y="1003"/>
                  </a:cubicBezTo>
                  <a:cubicBezTo>
                    <a:pt x="1436" y="1056"/>
                    <a:pt x="1431" y="1106"/>
                    <a:pt x="1419" y="1154"/>
                  </a:cubicBezTo>
                  <a:cubicBezTo>
                    <a:pt x="1410" y="1202"/>
                    <a:pt x="1398" y="1248"/>
                    <a:pt x="1381" y="1290"/>
                  </a:cubicBezTo>
                  <a:cubicBezTo>
                    <a:pt x="1368" y="1333"/>
                    <a:pt x="1352" y="1374"/>
                    <a:pt x="1333" y="1411"/>
                  </a:cubicBezTo>
                  <a:cubicBezTo>
                    <a:pt x="1316" y="1449"/>
                    <a:pt x="1301" y="1485"/>
                    <a:pt x="1279" y="1515"/>
                  </a:cubicBezTo>
                  <a:cubicBezTo>
                    <a:pt x="1259" y="1546"/>
                    <a:pt x="1242" y="1576"/>
                    <a:pt x="1222" y="1601"/>
                  </a:cubicBezTo>
                  <a:cubicBezTo>
                    <a:pt x="1202" y="1625"/>
                    <a:pt x="1183" y="1647"/>
                    <a:pt x="1166" y="1666"/>
                  </a:cubicBezTo>
                  <a:cubicBezTo>
                    <a:pt x="1134" y="1708"/>
                    <a:pt x="1093" y="1730"/>
                    <a:pt x="1073" y="1750"/>
                  </a:cubicBezTo>
                  <a:cubicBezTo>
                    <a:pt x="1050" y="1768"/>
                    <a:pt x="1038" y="1779"/>
                    <a:pt x="1038" y="1779"/>
                  </a:cubicBezTo>
                  <a:lnTo>
                    <a:pt x="1063" y="1811"/>
                  </a:lnTo>
                  <a:cubicBezTo>
                    <a:pt x="1063" y="1811"/>
                    <a:pt x="1076" y="1801"/>
                    <a:pt x="1099" y="1784"/>
                  </a:cubicBezTo>
                  <a:cubicBezTo>
                    <a:pt x="1121" y="1765"/>
                    <a:pt x="1160" y="1747"/>
                    <a:pt x="1198" y="1703"/>
                  </a:cubicBezTo>
                  <a:cubicBezTo>
                    <a:pt x="1218" y="1683"/>
                    <a:pt x="1240" y="1660"/>
                    <a:pt x="1264" y="1635"/>
                  </a:cubicBezTo>
                  <a:cubicBezTo>
                    <a:pt x="1285" y="1608"/>
                    <a:pt x="1305" y="1578"/>
                    <a:pt x="1328" y="1546"/>
                  </a:cubicBezTo>
                  <a:cubicBezTo>
                    <a:pt x="1352" y="1515"/>
                    <a:pt x="1370" y="1477"/>
                    <a:pt x="1391" y="1439"/>
                  </a:cubicBezTo>
                  <a:cubicBezTo>
                    <a:pt x="1413" y="1401"/>
                    <a:pt x="1429" y="1358"/>
                    <a:pt x="1444" y="1312"/>
                  </a:cubicBezTo>
                  <a:cubicBezTo>
                    <a:pt x="1462" y="1267"/>
                    <a:pt x="1476" y="1219"/>
                    <a:pt x="1485" y="1168"/>
                  </a:cubicBezTo>
                  <a:cubicBezTo>
                    <a:pt x="1499" y="1118"/>
                    <a:pt x="1506" y="1065"/>
                    <a:pt x="1510" y="1009"/>
                  </a:cubicBezTo>
                  <a:cubicBezTo>
                    <a:pt x="1523" y="899"/>
                    <a:pt x="1514" y="782"/>
                    <a:pt x="1493" y="663"/>
                  </a:cubicBezTo>
                  <a:cubicBezTo>
                    <a:pt x="1462" y="546"/>
                    <a:pt x="1422" y="423"/>
                    <a:pt x="1341" y="321"/>
                  </a:cubicBezTo>
                  <a:cubicBezTo>
                    <a:pt x="1308" y="265"/>
                    <a:pt x="1256" y="224"/>
                    <a:pt x="1208" y="177"/>
                  </a:cubicBezTo>
                  <a:cubicBezTo>
                    <a:pt x="1156" y="140"/>
                    <a:pt x="1101" y="101"/>
                    <a:pt x="1040" y="75"/>
                  </a:cubicBezTo>
                  <a:cubicBezTo>
                    <a:pt x="978" y="53"/>
                    <a:pt x="918" y="25"/>
                    <a:pt x="853" y="19"/>
                  </a:cubicBezTo>
                  <a:lnTo>
                    <a:pt x="757" y="4"/>
                  </a:lnTo>
                  <a:cubicBezTo>
                    <a:pt x="742" y="1"/>
                    <a:pt x="729" y="1"/>
                    <a:pt x="7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64"/>
            <p:cNvSpPr/>
            <p:nvPr/>
          </p:nvSpPr>
          <p:spPr>
            <a:xfrm>
              <a:off x="2632489" y="1116634"/>
              <a:ext cx="39526" cy="24759"/>
            </a:xfrm>
            <a:custGeom>
              <a:rect b="b" l="l" r="r" t="t"/>
              <a:pathLst>
                <a:path extrusionOk="0" h="617" w="985">
                  <a:moveTo>
                    <a:pt x="177" y="1"/>
                  </a:moveTo>
                  <a:cubicBezTo>
                    <a:pt x="126" y="1"/>
                    <a:pt x="83" y="16"/>
                    <a:pt x="52" y="18"/>
                  </a:cubicBezTo>
                  <a:cubicBezTo>
                    <a:pt x="19" y="24"/>
                    <a:pt x="0" y="28"/>
                    <a:pt x="0" y="28"/>
                  </a:cubicBezTo>
                  <a:lnTo>
                    <a:pt x="8" y="69"/>
                  </a:lnTo>
                  <a:cubicBezTo>
                    <a:pt x="8" y="69"/>
                    <a:pt x="26" y="68"/>
                    <a:pt x="59" y="68"/>
                  </a:cubicBezTo>
                  <a:cubicBezTo>
                    <a:pt x="61" y="68"/>
                    <a:pt x="63" y="68"/>
                    <a:pt x="64" y="68"/>
                  </a:cubicBezTo>
                  <a:cubicBezTo>
                    <a:pt x="86" y="68"/>
                    <a:pt x="112" y="64"/>
                    <a:pt x="143" y="64"/>
                  </a:cubicBezTo>
                  <a:cubicBezTo>
                    <a:pt x="158" y="64"/>
                    <a:pt x="174" y="65"/>
                    <a:pt x="191" y="68"/>
                  </a:cubicBezTo>
                  <a:cubicBezTo>
                    <a:pt x="218" y="71"/>
                    <a:pt x="247" y="76"/>
                    <a:pt x="279" y="79"/>
                  </a:cubicBezTo>
                  <a:cubicBezTo>
                    <a:pt x="310" y="80"/>
                    <a:pt x="340" y="96"/>
                    <a:pt x="372" y="104"/>
                  </a:cubicBezTo>
                  <a:cubicBezTo>
                    <a:pt x="404" y="114"/>
                    <a:pt x="439" y="118"/>
                    <a:pt x="470" y="138"/>
                  </a:cubicBezTo>
                  <a:cubicBezTo>
                    <a:pt x="502" y="153"/>
                    <a:pt x="534" y="170"/>
                    <a:pt x="566" y="186"/>
                  </a:cubicBezTo>
                  <a:cubicBezTo>
                    <a:pt x="596" y="207"/>
                    <a:pt x="624" y="227"/>
                    <a:pt x="654" y="247"/>
                  </a:cubicBezTo>
                  <a:cubicBezTo>
                    <a:pt x="685" y="265"/>
                    <a:pt x="707" y="293"/>
                    <a:pt x="731" y="316"/>
                  </a:cubicBezTo>
                  <a:cubicBezTo>
                    <a:pt x="754" y="341"/>
                    <a:pt x="782" y="360"/>
                    <a:pt x="799" y="386"/>
                  </a:cubicBezTo>
                  <a:cubicBezTo>
                    <a:pt x="817" y="411"/>
                    <a:pt x="835" y="434"/>
                    <a:pt x="851" y="455"/>
                  </a:cubicBezTo>
                  <a:cubicBezTo>
                    <a:pt x="885" y="496"/>
                    <a:pt x="904" y="544"/>
                    <a:pt x="921" y="571"/>
                  </a:cubicBezTo>
                  <a:cubicBezTo>
                    <a:pt x="938" y="600"/>
                    <a:pt x="948" y="616"/>
                    <a:pt x="948" y="616"/>
                  </a:cubicBezTo>
                  <a:lnTo>
                    <a:pt x="985" y="599"/>
                  </a:lnTo>
                  <a:cubicBezTo>
                    <a:pt x="985" y="599"/>
                    <a:pt x="979" y="580"/>
                    <a:pt x="967" y="549"/>
                  </a:cubicBezTo>
                  <a:cubicBezTo>
                    <a:pt x="952" y="519"/>
                    <a:pt x="944" y="473"/>
                    <a:pt x="911" y="423"/>
                  </a:cubicBezTo>
                  <a:cubicBezTo>
                    <a:pt x="894" y="397"/>
                    <a:pt x="877" y="370"/>
                    <a:pt x="858" y="341"/>
                  </a:cubicBezTo>
                  <a:cubicBezTo>
                    <a:pt x="842" y="310"/>
                    <a:pt x="814" y="287"/>
                    <a:pt x="789" y="259"/>
                  </a:cubicBezTo>
                  <a:cubicBezTo>
                    <a:pt x="763" y="233"/>
                    <a:pt x="739" y="202"/>
                    <a:pt x="706" y="181"/>
                  </a:cubicBezTo>
                  <a:cubicBezTo>
                    <a:pt x="674" y="158"/>
                    <a:pt x="643" y="134"/>
                    <a:pt x="610" y="111"/>
                  </a:cubicBezTo>
                  <a:cubicBezTo>
                    <a:pt x="575" y="94"/>
                    <a:pt x="538" y="77"/>
                    <a:pt x="503" y="60"/>
                  </a:cubicBezTo>
                  <a:cubicBezTo>
                    <a:pt x="468" y="41"/>
                    <a:pt x="430" y="35"/>
                    <a:pt x="394" y="25"/>
                  </a:cubicBezTo>
                  <a:cubicBezTo>
                    <a:pt x="360" y="17"/>
                    <a:pt x="328" y="6"/>
                    <a:pt x="296" y="6"/>
                  </a:cubicBezTo>
                  <a:cubicBezTo>
                    <a:pt x="294" y="6"/>
                    <a:pt x="291" y="6"/>
                    <a:pt x="289" y="6"/>
                  </a:cubicBezTo>
                  <a:cubicBezTo>
                    <a:pt x="255" y="4"/>
                    <a:pt x="223" y="2"/>
                    <a:pt x="193" y="1"/>
                  </a:cubicBezTo>
                  <a:cubicBezTo>
                    <a:pt x="188" y="1"/>
                    <a:pt x="183" y="1"/>
                    <a:pt x="1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64"/>
            <p:cNvSpPr/>
            <p:nvPr/>
          </p:nvSpPr>
          <p:spPr>
            <a:xfrm>
              <a:off x="2492730" y="985260"/>
              <a:ext cx="75721" cy="101442"/>
            </a:xfrm>
            <a:custGeom>
              <a:rect b="b" l="l" r="r" t="t"/>
              <a:pathLst>
                <a:path extrusionOk="0" h="2528" w="1887">
                  <a:moveTo>
                    <a:pt x="515" y="0"/>
                  </a:moveTo>
                  <a:lnTo>
                    <a:pt x="509" y="41"/>
                  </a:lnTo>
                  <a:cubicBezTo>
                    <a:pt x="509" y="41"/>
                    <a:pt x="531" y="45"/>
                    <a:pt x="570" y="51"/>
                  </a:cubicBezTo>
                  <a:cubicBezTo>
                    <a:pt x="590" y="54"/>
                    <a:pt x="615" y="57"/>
                    <a:pt x="644" y="61"/>
                  </a:cubicBezTo>
                  <a:cubicBezTo>
                    <a:pt x="672" y="64"/>
                    <a:pt x="705" y="71"/>
                    <a:pt x="739" y="84"/>
                  </a:cubicBezTo>
                  <a:cubicBezTo>
                    <a:pt x="773" y="95"/>
                    <a:pt x="811" y="108"/>
                    <a:pt x="852" y="122"/>
                  </a:cubicBezTo>
                  <a:cubicBezTo>
                    <a:pt x="893" y="138"/>
                    <a:pt x="935" y="162"/>
                    <a:pt x="981" y="184"/>
                  </a:cubicBezTo>
                  <a:cubicBezTo>
                    <a:pt x="1028" y="204"/>
                    <a:pt x="1071" y="238"/>
                    <a:pt x="1119" y="269"/>
                  </a:cubicBezTo>
                  <a:cubicBezTo>
                    <a:pt x="1142" y="286"/>
                    <a:pt x="1168" y="302"/>
                    <a:pt x="1191" y="319"/>
                  </a:cubicBezTo>
                  <a:cubicBezTo>
                    <a:pt x="1214" y="339"/>
                    <a:pt x="1237" y="359"/>
                    <a:pt x="1261" y="379"/>
                  </a:cubicBezTo>
                  <a:cubicBezTo>
                    <a:pt x="1285" y="400"/>
                    <a:pt x="1309" y="421"/>
                    <a:pt x="1333" y="443"/>
                  </a:cubicBezTo>
                  <a:cubicBezTo>
                    <a:pt x="1355" y="467"/>
                    <a:pt x="1378" y="492"/>
                    <a:pt x="1401" y="516"/>
                  </a:cubicBezTo>
                  <a:cubicBezTo>
                    <a:pt x="1422" y="542"/>
                    <a:pt x="1448" y="566"/>
                    <a:pt x="1469" y="594"/>
                  </a:cubicBezTo>
                  <a:cubicBezTo>
                    <a:pt x="1489" y="622"/>
                    <a:pt x="1510" y="652"/>
                    <a:pt x="1531" y="680"/>
                  </a:cubicBezTo>
                  <a:cubicBezTo>
                    <a:pt x="1616" y="797"/>
                    <a:pt x="1680" y="935"/>
                    <a:pt x="1732" y="1082"/>
                  </a:cubicBezTo>
                  <a:cubicBezTo>
                    <a:pt x="1771" y="1231"/>
                    <a:pt x="1805" y="1393"/>
                    <a:pt x="1780" y="1554"/>
                  </a:cubicBezTo>
                  <a:cubicBezTo>
                    <a:pt x="1778" y="1635"/>
                    <a:pt x="1745" y="1711"/>
                    <a:pt x="1724" y="1789"/>
                  </a:cubicBezTo>
                  <a:cubicBezTo>
                    <a:pt x="1711" y="1828"/>
                    <a:pt x="1686" y="1862"/>
                    <a:pt x="1669" y="1898"/>
                  </a:cubicBezTo>
                  <a:cubicBezTo>
                    <a:pt x="1649" y="1933"/>
                    <a:pt x="1634" y="1973"/>
                    <a:pt x="1605" y="2002"/>
                  </a:cubicBezTo>
                  <a:cubicBezTo>
                    <a:pt x="1552" y="2065"/>
                    <a:pt x="1507" y="2135"/>
                    <a:pt x="1439" y="2184"/>
                  </a:cubicBezTo>
                  <a:cubicBezTo>
                    <a:pt x="1375" y="2239"/>
                    <a:pt x="1317" y="2291"/>
                    <a:pt x="1243" y="2333"/>
                  </a:cubicBezTo>
                  <a:cubicBezTo>
                    <a:pt x="1113" y="2407"/>
                    <a:pt x="965" y="2452"/>
                    <a:pt x="821" y="2452"/>
                  </a:cubicBezTo>
                  <a:cubicBezTo>
                    <a:pt x="811" y="2452"/>
                    <a:pt x="802" y="2452"/>
                    <a:pt x="793" y="2451"/>
                  </a:cubicBezTo>
                  <a:cubicBezTo>
                    <a:pt x="640" y="2447"/>
                    <a:pt x="495" y="2394"/>
                    <a:pt x="379" y="2315"/>
                  </a:cubicBezTo>
                  <a:cubicBezTo>
                    <a:pt x="263" y="2235"/>
                    <a:pt x="175" y="2130"/>
                    <a:pt x="124" y="2019"/>
                  </a:cubicBezTo>
                  <a:cubicBezTo>
                    <a:pt x="74" y="1907"/>
                    <a:pt x="63" y="1793"/>
                    <a:pt x="87" y="1699"/>
                  </a:cubicBezTo>
                  <a:cubicBezTo>
                    <a:pt x="112" y="1603"/>
                    <a:pt x="169" y="1534"/>
                    <a:pt x="220" y="1485"/>
                  </a:cubicBezTo>
                  <a:cubicBezTo>
                    <a:pt x="274" y="1439"/>
                    <a:pt x="323" y="1409"/>
                    <a:pt x="359" y="1392"/>
                  </a:cubicBezTo>
                  <a:cubicBezTo>
                    <a:pt x="394" y="1375"/>
                    <a:pt x="412" y="1365"/>
                    <a:pt x="412" y="1365"/>
                  </a:cubicBezTo>
                  <a:lnTo>
                    <a:pt x="397" y="1327"/>
                  </a:lnTo>
                  <a:cubicBezTo>
                    <a:pt x="397" y="1327"/>
                    <a:pt x="376" y="1336"/>
                    <a:pt x="339" y="1354"/>
                  </a:cubicBezTo>
                  <a:cubicBezTo>
                    <a:pt x="302" y="1370"/>
                    <a:pt x="249" y="1400"/>
                    <a:pt x="188" y="1449"/>
                  </a:cubicBezTo>
                  <a:cubicBezTo>
                    <a:pt x="130" y="1499"/>
                    <a:pt x="64" y="1575"/>
                    <a:pt x="32" y="1683"/>
                  </a:cubicBezTo>
                  <a:cubicBezTo>
                    <a:pt x="0" y="1790"/>
                    <a:pt x="8" y="1922"/>
                    <a:pt x="64" y="2046"/>
                  </a:cubicBezTo>
                  <a:cubicBezTo>
                    <a:pt x="119" y="2169"/>
                    <a:pt x="214" y="2284"/>
                    <a:pt x="339" y="2373"/>
                  </a:cubicBezTo>
                  <a:cubicBezTo>
                    <a:pt x="465" y="2460"/>
                    <a:pt x="622" y="2519"/>
                    <a:pt x="790" y="2526"/>
                  </a:cubicBezTo>
                  <a:cubicBezTo>
                    <a:pt x="804" y="2527"/>
                    <a:pt x="817" y="2527"/>
                    <a:pt x="831" y="2527"/>
                  </a:cubicBezTo>
                  <a:cubicBezTo>
                    <a:pt x="986" y="2527"/>
                    <a:pt x="1142" y="2482"/>
                    <a:pt x="1285" y="2402"/>
                  </a:cubicBezTo>
                  <a:cubicBezTo>
                    <a:pt x="1359" y="2362"/>
                    <a:pt x="1429" y="2304"/>
                    <a:pt x="1495" y="2247"/>
                  </a:cubicBezTo>
                  <a:cubicBezTo>
                    <a:pt x="1567" y="2195"/>
                    <a:pt x="1617" y="2120"/>
                    <a:pt x="1676" y="2053"/>
                  </a:cubicBezTo>
                  <a:cubicBezTo>
                    <a:pt x="1707" y="2022"/>
                    <a:pt x="1723" y="1978"/>
                    <a:pt x="1745" y="1940"/>
                  </a:cubicBezTo>
                  <a:cubicBezTo>
                    <a:pt x="1764" y="1899"/>
                    <a:pt x="1789" y="1862"/>
                    <a:pt x="1802" y="1820"/>
                  </a:cubicBezTo>
                  <a:cubicBezTo>
                    <a:pt x="1826" y="1734"/>
                    <a:pt x="1859" y="1651"/>
                    <a:pt x="1861" y="1562"/>
                  </a:cubicBezTo>
                  <a:cubicBezTo>
                    <a:pt x="1886" y="1388"/>
                    <a:pt x="1849" y="1217"/>
                    <a:pt x="1805" y="1059"/>
                  </a:cubicBezTo>
                  <a:cubicBezTo>
                    <a:pt x="1748" y="904"/>
                    <a:pt x="1679" y="760"/>
                    <a:pt x="1588" y="640"/>
                  </a:cubicBezTo>
                  <a:cubicBezTo>
                    <a:pt x="1567" y="610"/>
                    <a:pt x="1545" y="580"/>
                    <a:pt x="1523" y="550"/>
                  </a:cubicBezTo>
                  <a:cubicBezTo>
                    <a:pt x="1500" y="522"/>
                    <a:pt x="1475" y="497"/>
                    <a:pt x="1451" y="471"/>
                  </a:cubicBezTo>
                  <a:cubicBezTo>
                    <a:pt x="1427" y="445"/>
                    <a:pt x="1403" y="419"/>
                    <a:pt x="1381" y="394"/>
                  </a:cubicBezTo>
                  <a:cubicBezTo>
                    <a:pt x="1354" y="372"/>
                    <a:pt x="1329" y="350"/>
                    <a:pt x="1304" y="329"/>
                  </a:cubicBezTo>
                  <a:cubicBezTo>
                    <a:pt x="1279" y="308"/>
                    <a:pt x="1255" y="288"/>
                    <a:pt x="1230" y="267"/>
                  </a:cubicBezTo>
                  <a:cubicBezTo>
                    <a:pt x="1205" y="249"/>
                    <a:pt x="1179" y="233"/>
                    <a:pt x="1154" y="217"/>
                  </a:cubicBezTo>
                  <a:cubicBezTo>
                    <a:pt x="1104" y="185"/>
                    <a:pt x="1058" y="152"/>
                    <a:pt x="1008" y="132"/>
                  </a:cubicBezTo>
                  <a:cubicBezTo>
                    <a:pt x="959" y="111"/>
                    <a:pt x="914" y="88"/>
                    <a:pt x="872" y="72"/>
                  </a:cubicBezTo>
                  <a:cubicBezTo>
                    <a:pt x="826" y="59"/>
                    <a:pt x="785" y="47"/>
                    <a:pt x="748" y="36"/>
                  </a:cubicBezTo>
                  <a:cubicBezTo>
                    <a:pt x="674" y="10"/>
                    <a:pt x="616" y="16"/>
                    <a:pt x="576" y="8"/>
                  </a:cubicBezTo>
                  <a:cubicBezTo>
                    <a:pt x="536" y="3"/>
                    <a:pt x="515" y="0"/>
                    <a:pt x="5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64"/>
            <p:cNvSpPr/>
            <p:nvPr/>
          </p:nvSpPr>
          <p:spPr>
            <a:xfrm>
              <a:off x="2549388" y="1040875"/>
              <a:ext cx="32624" cy="54132"/>
            </a:xfrm>
            <a:custGeom>
              <a:rect b="b" l="l" r="r" t="t"/>
              <a:pathLst>
                <a:path extrusionOk="0" h="1349" w="813">
                  <a:moveTo>
                    <a:pt x="780" y="1"/>
                  </a:moveTo>
                  <a:lnTo>
                    <a:pt x="739" y="4"/>
                  </a:lnTo>
                  <a:cubicBezTo>
                    <a:pt x="739" y="4"/>
                    <a:pt x="740" y="31"/>
                    <a:pt x="740" y="76"/>
                  </a:cubicBezTo>
                  <a:cubicBezTo>
                    <a:pt x="740" y="120"/>
                    <a:pt x="752" y="188"/>
                    <a:pt x="741" y="262"/>
                  </a:cubicBezTo>
                  <a:cubicBezTo>
                    <a:pt x="737" y="299"/>
                    <a:pt x="733" y="339"/>
                    <a:pt x="727" y="382"/>
                  </a:cubicBezTo>
                  <a:cubicBezTo>
                    <a:pt x="726" y="424"/>
                    <a:pt x="706" y="467"/>
                    <a:pt x="698" y="512"/>
                  </a:cubicBezTo>
                  <a:cubicBezTo>
                    <a:pt x="685" y="558"/>
                    <a:pt x="677" y="607"/>
                    <a:pt x="653" y="650"/>
                  </a:cubicBezTo>
                  <a:cubicBezTo>
                    <a:pt x="632" y="695"/>
                    <a:pt x="612" y="740"/>
                    <a:pt x="591" y="786"/>
                  </a:cubicBezTo>
                  <a:cubicBezTo>
                    <a:pt x="564" y="828"/>
                    <a:pt x="536" y="869"/>
                    <a:pt x="510" y="910"/>
                  </a:cubicBezTo>
                  <a:cubicBezTo>
                    <a:pt x="486" y="954"/>
                    <a:pt x="447" y="984"/>
                    <a:pt x="417" y="1020"/>
                  </a:cubicBezTo>
                  <a:cubicBezTo>
                    <a:pt x="382" y="1052"/>
                    <a:pt x="356" y="1090"/>
                    <a:pt x="320" y="1113"/>
                  </a:cubicBezTo>
                  <a:cubicBezTo>
                    <a:pt x="285" y="1139"/>
                    <a:pt x="252" y="1164"/>
                    <a:pt x="222" y="1187"/>
                  </a:cubicBezTo>
                  <a:cubicBezTo>
                    <a:pt x="162" y="1233"/>
                    <a:pt x="101" y="1253"/>
                    <a:pt x="63" y="1276"/>
                  </a:cubicBezTo>
                  <a:cubicBezTo>
                    <a:pt x="24" y="1297"/>
                    <a:pt x="1" y="1310"/>
                    <a:pt x="1" y="1310"/>
                  </a:cubicBezTo>
                  <a:lnTo>
                    <a:pt x="15" y="1348"/>
                  </a:lnTo>
                  <a:cubicBezTo>
                    <a:pt x="15" y="1348"/>
                    <a:pt x="39" y="1339"/>
                    <a:pt x="82" y="1323"/>
                  </a:cubicBezTo>
                  <a:cubicBezTo>
                    <a:pt x="104" y="1314"/>
                    <a:pt x="130" y="1304"/>
                    <a:pt x="161" y="1291"/>
                  </a:cubicBezTo>
                  <a:cubicBezTo>
                    <a:pt x="190" y="1279"/>
                    <a:pt x="226" y="1268"/>
                    <a:pt x="258" y="1243"/>
                  </a:cubicBezTo>
                  <a:cubicBezTo>
                    <a:pt x="291" y="1221"/>
                    <a:pt x="327" y="1197"/>
                    <a:pt x="366" y="1172"/>
                  </a:cubicBezTo>
                  <a:cubicBezTo>
                    <a:pt x="407" y="1149"/>
                    <a:pt x="437" y="1111"/>
                    <a:pt x="474" y="1077"/>
                  </a:cubicBezTo>
                  <a:cubicBezTo>
                    <a:pt x="508" y="1039"/>
                    <a:pt x="550" y="1007"/>
                    <a:pt x="577" y="960"/>
                  </a:cubicBezTo>
                  <a:cubicBezTo>
                    <a:pt x="607" y="917"/>
                    <a:pt x="637" y="872"/>
                    <a:pt x="667" y="828"/>
                  </a:cubicBezTo>
                  <a:cubicBezTo>
                    <a:pt x="689" y="779"/>
                    <a:pt x="711" y="729"/>
                    <a:pt x="732" y="681"/>
                  </a:cubicBezTo>
                  <a:cubicBezTo>
                    <a:pt x="756" y="634"/>
                    <a:pt x="763" y="581"/>
                    <a:pt x="776" y="533"/>
                  </a:cubicBezTo>
                  <a:cubicBezTo>
                    <a:pt x="786" y="484"/>
                    <a:pt x="803" y="438"/>
                    <a:pt x="802" y="390"/>
                  </a:cubicBezTo>
                  <a:cubicBezTo>
                    <a:pt x="804" y="344"/>
                    <a:pt x="806" y="300"/>
                    <a:pt x="809" y="260"/>
                  </a:cubicBezTo>
                  <a:cubicBezTo>
                    <a:pt x="813" y="219"/>
                    <a:pt x="807" y="183"/>
                    <a:pt x="802" y="153"/>
                  </a:cubicBezTo>
                  <a:cubicBezTo>
                    <a:pt x="798" y="121"/>
                    <a:pt x="794" y="94"/>
                    <a:pt x="791" y="72"/>
                  </a:cubicBezTo>
                  <a:cubicBezTo>
                    <a:pt x="784" y="26"/>
                    <a:pt x="780" y="1"/>
                    <a:pt x="7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64"/>
            <p:cNvSpPr/>
            <p:nvPr/>
          </p:nvSpPr>
          <p:spPr>
            <a:xfrm>
              <a:off x="2960041" y="1111498"/>
              <a:ext cx="52888" cy="72069"/>
            </a:xfrm>
            <a:custGeom>
              <a:rect b="b" l="l" r="r" t="t"/>
              <a:pathLst>
                <a:path extrusionOk="0" h="1796" w="1318">
                  <a:moveTo>
                    <a:pt x="1123" y="0"/>
                  </a:moveTo>
                  <a:cubicBezTo>
                    <a:pt x="1117" y="0"/>
                    <a:pt x="1110" y="1"/>
                    <a:pt x="1103" y="1"/>
                  </a:cubicBezTo>
                  <a:cubicBezTo>
                    <a:pt x="1074" y="2"/>
                    <a:pt x="1043" y="2"/>
                    <a:pt x="1008" y="3"/>
                  </a:cubicBezTo>
                  <a:cubicBezTo>
                    <a:pt x="974" y="6"/>
                    <a:pt x="938" y="14"/>
                    <a:pt x="899" y="20"/>
                  </a:cubicBezTo>
                  <a:cubicBezTo>
                    <a:pt x="859" y="25"/>
                    <a:pt x="820" y="39"/>
                    <a:pt x="778" y="53"/>
                  </a:cubicBezTo>
                  <a:cubicBezTo>
                    <a:pt x="735" y="64"/>
                    <a:pt x="692" y="83"/>
                    <a:pt x="649" y="105"/>
                  </a:cubicBezTo>
                  <a:cubicBezTo>
                    <a:pt x="604" y="124"/>
                    <a:pt x="561" y="149"/>
                    <a:pt x="517" y="178"/>
                  </a:cubicBezTo>
                  <a:cubicBezTo>
                    <a:pt x="471" y="205"/>
                    <a:pt x="429" y="237"/>
                    <a:pt x="387" y="273"/>
                  </a:cubicBezTo>
                  <a:cubicBezTo>
                    <a:pt x="299" y="342"/>
                    <a:pt x="223" y="432"/>
                    <a:pt x="152" y="532"/>
                  </a:cubicBezTo>
                  <a:cubicBezTo>
                    <a:pt x="91" y="638"/>
                    <a:pt x="31" y="753"/>
                    <a:pt x="17" y="884"/>
                  </a:cubicBezTo>
                  <a:cubicBezTo>
                    <a:pt x="1" y="948"/>
                    <a:pt x="9" y="1015"/>
                    <a:pt x="9" y="1080"/>
                  </a:cubicBezTo>
                  <a:cubicBezTo>
                    <a:pt x="20" y="1145"/>
                    <a:pt x="31" y="1212"/>
                    <a:pt x="56" y="1273"/>
                  </a:cubicBezTo>
                  <a:cubicBezTo>
                    <a:pt x="86" y="1333"/>
                    <a:pt x="107" y="1396"/>
                    <a:pt x="150" y="1447"/>
                  </a:cubicBezTo>
                  <a:lnTo>
                    <a:pt x="207" y="1526"/>
                  </a:lnTo>
                  <a:cubicBezTo>
                    <a:pt x="231" y="1558"/>
                    <a:pt x="251" y="1573"/>
                    <a:pt x="274" y="1596"/>
                  </a:cubicBezTo>
                  <a:cubicBezTo>
                    <a:pt x="313" y="1642"/>
                    <a:pt x="373" y="1677"/>
                    <a:pt x="428" y="1714"/>
                  </a:cubicBezTo>
                  <a:cubicBezTo>
                    <a:pt x="456" y="1732"/>
                    <a:pt x="487" y="1739"/>
                    <a:pt x="516" y="1753"/>
                  </a:cubicBezTo>
                  <a:cubicBezTo>
                    <a:pt x="545" y="1767"/>
                    <a:pt x="575" y="1775"/>
                    <a:pt x="606" y="1780"/>
                  </a:cubicBezTo>
                  <a:cubicBezTo>
                    <a:pt x="649" y="1790"/>
                    <a:pt x="693" y="1795"/>
                    <a:pt x="737" y="1795"/>
                  </a:cubicBezTo>
                  <a:cubicBezTo>
                    <a:pt x="815" y="1795"/>
                    <a:pt x="892" y="1779"/>
                    <a:pt x="960" y="1753"/>
                  </a:cubicBezTo>
                  <a:cubicBezTo>
                    <a:pt x="1068" y="1715"/>
                    <a:pt x="1160" y="1650"/>
                    <a:pt x="1220" y="1570"/>
                  </a:cubicBezTo>
                  <a:cubicBezTo>
                    <a:pt x="1255" y="1533"/>
                    <a:pt x="1273" y="1485"/>
                    <a:pt x="1293" y="1444"/>
                  </a:cubicBezTo>
                  <a:cubicBezTo>
                    <a:pt x="1302" y="1399"/>
                    <a:pt x="1318" y="1356"/>
                    <a:pt x="1311" y="1313"/>
                  </a:cubicBezTo>
                  <a:cubicBezTo>
                    <a:pt x="1309" y="1293"/>
                    <a:pt x="1310" y="1272"/>
                    <a:pt x="1305" y="1254"/>
                  </a:cubicBezTo>
                  <a:cubicBezTo>
                    <a:pt x="1299" y="1236"/>
                    <a:pt x="1293" y="1217"/>
                    <a:pt x="1287" y="1201"/>
                  </a:cubicBezTo>
                  <a:cubicBezTo>
                    <a:pt x="1278" y="1165"/>
                    <a:pt x="1258" y="1140"/>
                    <a:pt x="1242" y="1116"/>
                  </a:cubicBezTo>
                  <a:cubicBezTo>
                    <a:pt x="1212" y="1065"/>
                    <a:pt x="1173" y="1040"/>
                    <a:pt x="1151" y="1018"/>
                  </a:cubicBezTo>
                  <a:cubicBezTo>
                    <a:pt x="1128" y="998"/>
                    <a:pt x="1116" y="988"/>
                    <a:pt x="1116" y="988"/>
                  </a:cubicBezTo>
                  <a:lnTo>
                    <a:pt x="1091" y="1020"/>
                  </a:lnTo>
                  <a:cubicBezTo>
                    <a:pt x="1091" y="1020"/>
                    <a:pt x="1102" y="1031"/>
                    <a:pt x="1122" y="1051"/>
                  </a:cubicBezTo>
                  <a:cubicBezTo>
                    <a:pt x="1141" y="1072"/>
                    <a:pt x="1177" y="1096"/>
                    <a:pt x="1201" y="1143"/>
                  </a:cubicBezTo>
                  <a:cubicBezTo>
                    <a:pt x="1215" y="1165"/>
                    <a:pt x="1232" y="1188"/>
                    <a:pt x="1237" y="1218"/>
                  </a:cubicBezTo>
                  <a:cubicBezTo>
                    <a:pt x="1242" y="1233"/>
                    <a:pt x="1247" y="1248"/>
                    <a:pt x="1251" y="1264"/>
                  </a:cubicBezTo>
                  <a:cubicBezTo>
                    <a:pt x="1255" y="1280"/>
                    <a:pt x="1252" y="1297"/>
                    <a:pt x="1253" y="1314"/>
                  </a:cubicBezTo>
                  <a:cubicBezTo>
                    <a:pt x="1256" y="1384"/>
                    <a:pt x="1225" y="1462"/>
                    <a:pt x="1169" y="1529"/>
                  </a:cubicBezTo>
                  <a:cubicBezTo>
                    <a:pt x="1115" y="1598"/>
                    <a:pt x="1032" y="1655"/>
                    <a:pt x="936" y="1687"/>
                  </a:cubicBezTo>
                  <a:cubicBezTo>
                    <a:pt x="877" y="1709"/>
                    <a:pt x="813" y="1721"/>
                    <a:pt x="747" y="1721"/>
                  </a:cubicBezTo>
                  <a:cubicBezTo>
                    <a:pt x="706" y="1721"/>
                    <a:pt x="664" y="1716"/>
                    <a:pt x="623" y="1705"/>
                  </a:cubicBezTo>
                  <a:cubicBezTo>
                    <a:pt x="595" y="1702"/>
                    <a:pt x="568" y="1694"/>
                    <a:pt x="543" y="1681"/>
                  </a:cubicBezTo>
                  <a:cubicBezTo>
                    <a:pt x="519" y="1669"/>
                    <a:pt x="490" y="1661"/>
                    <a:pt x="467" y="1646"/>
                  </a:cubicBezTo>
                  <a:cubicBezTo>
                    <a:pt x="422" y="1614"/>
                    <a:pt x="374" y="1588"/>
                    <a:pt x="332" y="1539"/>
                  </a:cubicBezTo>
                  <a:cubicBezTo>
                    <a:pt x="312" y="1517"/>
                    <a:pt x="283" y="1493"/>
                    <a:pt x="271" y="1474"/>
                  </a:cubicBezTo>
                  <a:lnTo>
                    <a:pt x="220" y="1400"/>
                  </a:lnTo>
                  <a:cubicBezTo>
                    <a:pt x="181" y="1354"/>
                    <a:pt x="163" y="1296"/>
                    <a:pt x="137" y="1243"/>
                  </a:cubicBezTo>
                  <a:cubicBezTo>
                    <a:pt x="115" y="1188"/>
                    <a:pt x="104" y="1128"/>
                    <a:pt x="93" y="1072"/>
                  </a:cubicBezTo>
                  <a:cubicBezTo>
                    <a:pt x="93" y="1012"/>
                    <a:pt x="83" y="954"/>
                    <a:pt x="98" y="896"/>
                  </a:cubicBezTo>
                  <a:cubicBezTo>
                    <a:pt x="108" y="778"/>
                    <a:pt x="162" y="672"/>
                    <a:pt x="217" y="573"/>
                  </a:cubicBezTo>
                  <a:cubicBezTo>
                    <a:pt x="280" y="480"/>
                    <a:pt x="351" y="393"/>
                    <a:pt x="432" y="328"/>
                  </a:cubicBezTo>
                  <a:cubicBezTo>
                    <a:pt x="471" y="293"/>
                    <a:pt x="512" y="260"/>
                    <a:pt x="554" y="235"/>
                  </a:cubicBezTo>
                  <a:cubicBezTo>
                    <a:pt x="595" y="207"/>
                    <a:pt x="637" y="183"/>
                    <a:pt x="678" y="164"/>
                  </a:cubicBezTo>
                  <a:cubicBezTo>
                    <a:pt x="719" y="143"/>
                    <a:pt x="759" y="125"/>
                    <a:pt x="799" y="113"/>
                  </a:cubicBezTo>
                  <a:cubicBezTo>
                    <a:pt x="838" y="99"/>
                    <a:pt x="875" y="82"/>
                    <a:pt x="912" y="77"/>
                  </a:cubicBezTo>
                  <a:cubicBezTo>
                    <a:pt x="948" y="69"/>
                    <a:pt x="982" y="60"/>
                    <a:pt x="1014" y="56"/>
                  </a:cubicBezTo>
                  <a:cubicBezTo>
                    <a:pt x="1045" y="53"/>
                    <a:pt x="1074" y="52"/>
                    <a:pt x="1100" y="50"/>
                  </a:cubicBezTo>
                  <a:cubicBezTo>
                    <a:pt x="1110" y="49"/>
                    <a:pt x="1121" y="48"/>
                    <a:pt x="1130" y="48"/>
                  </a:cubicBezTo>
                  <a:cubicBezTo>
                    <a:pt x="1169" y="48"/>
                    <a:pt x="1203" y="57"/>
                    <a:pt x="1226" y="57"/>
                  </a:cubicBezTo>
                  <a:cubicBezTo>
                    <a:pt x="1255" y="60"/>
                    <a:pt x="1271" y="61"/>
                    <a:pt x="1271" y="61"/>
                  </a:cubicBezTo>
                  <a:lnTo>
                    <a:pt x="1276" y="20"/>
                  </a:lnTo>
                  <a:cubicBezTo>
                    <a:pt x="1276" y="20"/>
                    <a:pt x="1261" y="19"/>
                    <a:pt x="1231" y="14"/>
                  </a:cubicBezTo>
                  <a:cubicBezTo>
                    <a:pt x="1205" y="13"/>
                    <a:pt x="1171" y="0"/>
                    <a:pt x="1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64"/>
            <p:cNvSpPr/>
            <p:nvPr/>
          </p:nvSpPr>
          <p:spPr>
            <a:xfrm>
              <a:off x="2948444" y="1139466"/>
              <a:ext cx="17134" cy="44501"/>
            </a:xfrm>
            <a:custGeom>
              <a:rect b="b" l="l" r="r" t="t"/>
              <a:pathLst>
                <a:path extrusionOk="0" h="1109" w="427">
                  <a:moveTo>
                    <a:pt x="107" y="1"/>
                  </a:moveTo>
                  <a:cubicBezTo>
                    <a:pt x="107" y="1"/>
                    <a:pt x="100" y="18"/>
                    <a:pt x="86" y="49"/>
                  </a:cubicBezTo>
                  <a:cubicBezTo>
                    <a:pt x="75" y="81"/>
                    <a:pt x="47" y="120"/>
                    <a:pt x="36" y="179"/>
                  </a:cubicBezTo>
                  <a:cubicBezTo>
                    <a:pt x="30" y="209"/>
                    <a:pt x="22" y="241"/>
                    <a:pt x="15" y="274"/>
                  </a:cubicBezTo>
                  <a:cubicBezTo>
                    <a:pt x="4" y="309"/>
                    <a:pt x="8" y="345"/>
                    <a:pt x="6" y="382"/>
                  </a:cubicBezTo>
                  <a:cubicBezTo>
                    <a:pt x="5" y="419"/>
                    <a:pt x="1" y="458"/>
                    <a:pt x="10" y="497"/>
                  </a:cubicBezTo>
                  <a:cubicBezTo>
                    <a:pt x="16" y="536"/>
                    <a:pt x="22" y="575"/>
                    <a:pt x="28" y="615"/>
                  </a:cubicBezTo>
                  <a:cubicBezTo>
                    <a:pt x="41" y="653"/>
                    <a:pt x="55" y="691"/>
                    <a:pt x="68" y="727"/>
                  </a:cubicBezTo>
                  <a:cubicBezTo>
                    <a:pt x="79" y="766"/>
                    <a:pt x="103" y="797"/>
                    <a:pt x="120" y="830"/>
                  </a:cubicBezTo>
                  <a:cubicBezTo>
                    <a:pt x="141" y="862"/>
                    <a:pt x="156" y="895"/>
                    <a:pt x="182" y="919"/>
                  </a:cubicBezTo>
                  <a:cubicBezTo>
                    <a:pt x="204" y="945"/>
                    <a:pt x="226" y="968"/>
                    <a:pt x="246" y="990"/>
                  </a:cubicBezTo>
                  <a:cubicBezTo>
                    <a:pt x="286" y="1035"/>
                    <a:pt x="333" y="1056"/>
                    <a:pt x="359" y="1078"/>
                  </a:cubicBezTo>
                  <a:cubicBezTo>
                    <a:pt x="387" y="1097"/>
                    <a:pt x="403" y="1109"/>
                    <a:pt x="403" y="1109"/>
                  </a:cubicBezTo>
                  <a:lnTo>
                    <a:pt x="426" y="1075"/>
                  </a:lnTo>
                  <a:cubicBezTo>
                    <a:pt x="426" y="1075"/>
                    <a:pt x="413" y="1062"/>
                    <a:pt x="389" y="1039"/>
                  </a:cubicBezTo>
                  <a:cubicBezTo>
                    <a:pt x="367" y="1015"/>
                    <a:pt x="328" y="988"/>
                    <a:pt x="295" y="945"/>
                  </a:cubicBezTo>
                  <a:cubicBezTo>
                    <a:pt x="279" y="923"/>
                    <a:pt x="260" y="899"/>
                    <a:pt x="241" y="874"/>
                  </a:cubicBezTo>
                  <a:cubicBezTo>
                    <a:pt x="219" y="851"/>
                    <a:pt x="209" y="819"/>
                    <a:pt x="191" y="790"/>
                  </a:cubicBezTo>
                  <a:cubicBezTo>
                    <a:pt x="176" y="760"/>
                    <a:pt x="155" y="732"/>
                    <a:pt x="146" y="696"/>
                  </a:cubicBezTo>
                  <a:cubicBezTo>
                    <a:pt x="134" y="663"/>
                    <a:pt x="123" y="628"/>
                    <a:pt x="112" y="594"/>
                  </a:cubicBezTo>
                  <a:cubicBezTo>
                    <a:pt x="106" y="558"/>
                    <a:pt x="100" y="522"/>
                    <a:pt x="93" y="487"/>
                  </a:cubicBezTo>
                  <a:cubicBezTo>
                    <a:pt x="84" y="452"/>
                    <a:pt x="88" y="416"/>
                    <a:pt x="87" y="382"/>
                  </a:cubicBezTo>
                  <a:cubicBezTo>
                    <a:pt x="89" y="349"/>
                    <a:pt x="82" y="314"/>
                    <a:pt x="89" y="285"/>
                  </a:cubicBezTo>
                  <a:cubicBezTo>
                    <a:pt x="93" y="254"/>
                    <a:pt x="97" y="225"/>
                    <a:pt x="100" y="198"/>
                  </a:cubicBezTo>
                  <a:cubicBezTo>
                    <a:pt x="106" y="145"/>
                    <a:pt x="126" y="98"/>
                    <a:pt x="133" y="65"/>
                  </a:cubicBezTo>
                  <a:cubicBezTo>
                    <a:pt x="141" y="33"/>
                    <a:pt x="147" y="15"/>
                    <a:pt x="147" y="15"/>
                  </a:cubicBezTo>
                  <a:lnTo>
                    <a:pt x="10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64"/>
            <p:cNvSpPr/>
            <p:nvPr/>
          </p:nvSpPr>
          <p:spPr>
            <a:xfrm>
              <a:off x="2824414" y="931089"/>
              <a:ext cx="64043" cy="46187"/>
            </a:xfrm>
            <a:custGeom>
              <a:rect b="b" l="l" r="r" t="t"/>
              <a:pathLst>
                <a:path extrusionOk="0" h="1151" w="1596">
                  <a:moveTo>
                    <a:pt x="421" y="0"/>
                  </a:moveTo>
                  <a:cubicBezTo>
                    <a:pt x="391" y="0"/>
                    <a:pt x="360" y="11"/>
                    <a:pt x="327" y="17"/>
                  </a:cubicBezTo>
                  <a:cubicBezTo>
                    <a:pt x="291" y="34"/>
                    <a:pt x="249" y="50"/>
                    <a:pt x="216" y="81"/>
                  </a:cubicBezTo>
                  <a:cubicBezTo>
                    <a:pt x="144" y="134"/>
                    <a:pt x="87" y="214"/>
                    <a:pt x="52" y="310"/>
                  </a:cubicBezTo>
                  <a:cubicBezTo>
                    <a:pt x="17" y="403"/>
                    <a:pt x="1" y="514"/>
                    <a:pt x="28" y="622"/>
                  </a:cubicBezTo>
                  <a:cubicBezTo>
                    <a:pt x="32" y="650"/>
                    <a:pt x="40" y="676"/>
                    <a:pt x="52" y="702"/>
                  </a:cubicBezTo>
                  <a:cubicBezTo>
                    <a:pt x="64" y="728"/>
                    <a:pt x="72" y="755"/>
                    <a:pt x="87" y="780"/>
                  </a:cubicBezTo>
                  <a:cubicBezTo>
                    <a:pt x="119" y="828"/>
                    <a:pt x="151" y="881"/>
                    <a:pt x="191" y="915"/>
                  </a:cubicBezTo>
                  <a:cubicBezTo>
                    <a:pt x="212" y="935"/>
                    <a:pt x="224" y="952"/>
                    <a:pt x="253" y="974"/>
                  </a:cubicBezTo>
                  <a:lnTo>
                    <a:pt x="323" y="1025"/>
                  </a:lnTo>
                  <a:cubicBezTo>
                    <a:pt x="368" y="1061"/>
                    <a:pt x="424" y="1080"/>
                    <a:pt x="476" y="1107"/>
                  </a:cubicBezTo>
                  <a:cubicBezTo>
                    <a:pt x="529" y="1129"/>
                    <a:pt x="589" y="1138"/>
                    <a:pt x="645" y="1148"/>
                  </a:cubicBezTo>
                  <a:cubicBezTo>
                    <a:pt x="675" y="1148"/>
                    <a:pt x="706" y="1150"/>
                    <a:pt x="735" y="1150"/>
                  </a:cubicBezTo>
                  <a:cubicBezTo>
                    <a:pt x="764" y="1150"/>
                    <a:pt x="792" y="1148"/>
                    <a:pt x="819" y="1142"/>
                  </a:cubicBezTo>
                  <a:cubicBezTo>
                    <a:pt x="934" y="1129"/>
                    <a:pt x="1037" y="1077"/>
                    <a:pt x="1129" y="1023"/>
                  </a:cubicBezTo>
                  <a:cubicBezTo>
                    <a:pt x="1217" y="963"/>
                    <a:pt x="1297" y="894"/>
                    <a:pt x="1356" y="817"/>
                  </a:cubicBezTo>
                  <a:cubicBezTo>
                    <a:pt x="1388" y="779"/>
                    <a:pt x="1416" y="742"/>
                    <a:pt x="1439" y="702"/>
                  </a:cubicBezTo>
                  <a:cubicBezTo>
                    <a:pt x="1465" y="663"/>
                    <a:pt x="1486" y="625"/>
                    <a:pt x="1503" y="585"/>
                  </a:cubicBezTo>
                  <a:cubicBezTo>
                    <a:pt x="1522" y="547"/>
                    <a:pt x="1538" y="509"/>
                    <a:pt x="1548" y="472"/>
                  </a:cubicBezTo>
                  <a:cubicBezTo>
                    <a:pt x="1560" y="435"/>
                    <a:pt x="1572" y="400"/>
                    <a:pt x="1576" y="365"/>
                  </a:cubicBezTo>
                  <a:cubicBezTo>
                    <a:pt x="1581" y="331"/>
                    <a:pt x="1588" y="300"/>
                    <a:pt x="1591" y="270"/>
                  </a:cubicBezTo>
                  <a:cubicBezTo>
                    <a:pt x="1591" y="240"/>
                    <a:pt x="1592" y="212"/>
                    <a:pt x="1593" y="186"/>
                  </a:cubicBezTo>
                  <a:cubicBezTo>
                    <a:pt x="1595" y="135"/>
                    <a:pt x="1582" y="101"/>
                    <a:pt x="1580" y="74"/>
                  </a:cubicBezTo>
                  <a:cubicBezTo>
                    <a:pt x="1577" y="48"/>
                    <a:pt x="1575" y="35"/>
                    <a:pt x="1575" y="35"/>
                  </a:cubicBezTo>
                  <a:lnTo>
                    <a:pt x="1534" y="41"/>
                  </a:lnTo>
                  <a:cubicBezTo>
                    <a:pt x="1534" y="41"/>
                    <a:pt x="1535" y="54"/>
                    <a:pt x="1538" y="80"/>
                  </a:cubicBezTo>
                  <a:cubicBezTo>
                    <a:pt x="1538" y="104"/>
                    <a:pt x="1550" y="144"/>
                    <a:pt x="1543" y="189"/>
                  </a:cubicBezTo>
                  <a:cubicBezTo>
                    <a:pt x="1542" y="212"/>
                    <a:pt x="1540" y="237"/>
                    <a:pt x="1538" y="264"/>
                  </a:cubicBezTo>
                  <a:cubicBezTo>
                    <a:pt x="1534" y="292"/>
                    <a:pt x="1525" y="322"/>
                    <a:pt x="1519" y="353"/>
                  </a:cubicBezTo>
                  <a:cubicBezTo>
                    <a:pt x="1514" y="385"/>
                    <a:pt x="1500" y="417"/>
                    <a:pt x="1488" y="451"/>
                  </a:cubicBezTo>
                  <a:cubicBezTo>
                    <a:pt x="1477" y="486"/>
                    <a:pt x="1462" y="521"/>
                    <a:pt x="1443" y="556"/>
                  </a:cubicBezTo>
                  <a:cubicBezTo>
                    <a:pt x="1426" y="592"/>
                    <a:pt x="1405" y="628"/>
                    <a:pt x="1380" y="663"/>
                  </a:cubicBezTo>
                  <a:cubicBezTo>
                    <a:pt x="1358" y="700"/>
                    <a:pt x="1330" y="734"/>
                    <a:pt x="1299" y="768"/>
                  </a:cubicBezTo>
                  <a:cubicBezTo>
                    <a:pt x="1241" y="839"/>
                    <a:pt x="1166" y="899"/>
                    <a:pt x="1085" y="955"/>
                  </a:cubicBezTo>
                  <a:cubicBezTo>
                    <a:pt x="1001" y="1003"/>
                    <a:pt x="908" y="1049"/>
                    <a:pt x="807" y="1059"/>
                  </a:cubicBezTo>
                  <a:cubicBezTo>
                    <a:pt x="786" y="1064"/>
                    <a:pt x="764" y="1065"/>
                    <a:pt x="742" y="1065"/>
                  </a:cubicBezTo>
                  <a:cubicBezTo>
                    <a:pt x="713" y="1065"/>
                    <a:pt x="684" y="1063"/>
                    <a:pt x="655" y="1062"/>
                  </a:cubicBezTo>
                  <a:cubicBezTo>
                    <a:pt x="605" y="1053"/>
                    <a:pt x="555" y="1044"/>
                    <a:pt x="507" y="1025"/>
                  </a:cubicBezTo>
                  <a:cubicBezTo>
                    <a:pt x="461" y="1002"/>
                    <a:pt x="410" y="987"/>
                    <a:pt x="370" y="953"/>
                  </a:cubicBezTo>
                  <a:lnTo>
                    <a:pt x="307" y="908"/>
                  </a:lnTo>
                  <a:cubicBezTo>
                    <a:pt x="291" y="900"/>
                    <a:pt x="269" y="873"/>
                    <a:pt x="251" y="856"/>
                  </a:cubicBezTo>
                  <a:cubicBezTo>
                    <a:pt x="208" y="819"/>
                    <a:pt x="186" y="778"/>
                    <a:pt x="159" y="739"/>
                  </a:cubicBezTo>
                  <a:cubicBezTo>
                    <a:pt x="146" y="719"/>
                    <a:pt x="139" y="695"/>
                    <a:pt x="128" y="673"/>
                  </a:cubicBezTo>
                  <a:cubicBezTo>
                    <a:pt x="118" y="651"/>
                    <a:pt x="111" y="628"/>
                    <a:pt x="108" y="605"/>
                  </a:cubicBezTo>
                  <a:cubicBezTo>
                    <a:pt x="84" y="513"/>
                    <a:pt x="93" y="417"/>
                    <a:pt x="122" y="335"/>
                  </a:cubicBezTo>
                  <a:cubicBezTo>
                    <a:pt x="149" y="251"/>
                    <a:pt x="198" y="179"/>
                    <a:pt x="258" y="133"/>
                  </a:cubicBezTo>
                  <a:cubicBezTo>
                    <a:pt x="314" y="86"/>
                    <a:pt x="378" y="59"/>
                    <a:pt x="436" y="59"/>
                  </a:cubicBezTo>
                  <a:cubicBezTo>
                    <a:pt x="438" y="59"/>
                    <a:pt x="440" y="59"/>
                    <a:pt x="442" y="59"/>
                  </a:cubicBezTo>
                  <a:cubicBezTo>
                    <a:pt x="446" y="59"/>
                    <a:pt x="449" y="59"/>
                    <a:pt x="453" y="59"/>
                  </a:cubicBezTo>
                  <a:cubicBezTo>
                    <a:pt x="457" y="59"/>
                    <a:pt x="460" y="59"/>
                    <a:pt x="464" y="59"/>
                  </a:cubicBezTo>
                  <a:cubicBezTo>
                    <a:pt x="471" y="59"/>
                    <a:pt x="479" y="59"/>
                    <a:pt x="486" y="61"/>
                  </a:cubicBezTo>
                  <a:cubicBezTo>
                    <a:pt x="500" y="64"/>
                    <a:pt x="513" y="69"/>
                    <a:pt x="525" y="72"/>
                  </a:cubicBezTo>
                  <a:cubicBezTo>
                    <a:pt x="551" y="77"/>
                    <a:pt x="571" y="92"/>
                    <a:pt x="590" y="104"/>
                  </a:cubicBezTo>
                  <a:cubicBezTo>
                    <a:pt x="631" y="124"/>
                    <a:pt x="652" y="156"/>
                    <a:pt x="670" y="172"/>
                  </a:cubicBezTo>
                  <a:cubicBezTo>
                    <a:pt x="687" y="189"/>
                    <a:pt x="697" y="199"/>
                    <a:pt x="697" y="199"/>
                  </a:cubicBezTo>
                  <a:lnTo>
                    <a:pt x="730" y="174"/>
                  </a:lnTo>
                  <a:cubicBezTo>
                    <a:pt x="730" y="174"/>
                    <a:pt x="720" y="163"/>
                    <a:pt x="702" y="143"/>
                  </a:cubicBezTo>
                  <a:cubicBezTo>
                    <a:pt x="684" y="124"/>
                    <a:pt x="662" y="89"/>
                    <a:pt x="617" y="63"/>
                  </a:cubicBezTo>
                  <a:cubicBezTo>
                    <a:pt x="596" y="48"/>
                    <a:pt x="574" y="30"/>
                    <a:pt x="542" y="22"/>
                  </a:cubicBezTo>
                  <a:cubicBezTo>
                    <a:pt x="527" y="17"/>
                    <a:pt x="512" y="12"/>
                    <a:pt x="496" y="7"/>
                  </a:cubicBezTo>
                  <a:cubicBezTo>
                    <a:pt x="479" y="2"/>
                    <a:pt x="461" y="3"/>
                    <a:pt x="443" y="2"/>
                  </a:cubicBezTo>
                  <a:cubicBezTo>
                    <a:pt x="436" y="1"/>
                    <a:pt x="429" y="0"/>
                    <a:pt x="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64"/>
            <p:cNvSpPr/>
            <p:nvPr/>
          </p:nvSpPr>
          <p:spPr>
            <a:xfrm>
              <a:off x="2824815" y="978880"/>
              <a:ext cx="39004" cy="15088"/>
            </a:xfrm>
            <a:custGeom>
              <a:rect b="b" l="l" r="r" t="t"/>
              <a:pathLst>
                <a:path extrusionOk="0" h="376" w="972">
                  <a:moveTo>
                    <a:pt x="36" y="0"/>
                  </a:moveTo>
                  <a:lnTo>
                    <a:pt x="1" y="23"/>
                  </a:lnTo>
                  <a:cubicBezTo>
                    <a:pt x="1" y="23"/>
                    <a:pt x="10" y="37"/>
                    <a:pt x="27" y="62"/>
                  </a:cubicBezTo>
                  <a:cubicBezTo>
                    <a:pt x="46" y="85"/>
                    <a:pt x="64" y="127"/>
                    <a:pt x="104" y="161"/>
                  </a:cubicBezTo>
                  <a:cubicBezTo>
                    <a:pt x="123" y="179"/>
                    <a:pt x="144" y="199"/>
                    <a:pt x="166" y="219"/>
                  </a:cubicBezTo>
                  <a:cubicBezTo>
                    <a:pt x="187" y="241"/>
                    <a:pt x="215" y="255"/>
                    <a:pt x="243" y="273"/>
                  </a:cubicBezTo>
                  <a:cubicBezTo>
                    <a:pt x="273" y="289"/>
                    <a:pt x="300" y="309"/>
                    <a:pt x="334" y="319"/>
                  </a:cubicBezTo>
                  <a:cubicBezTo>
                    <a:pt x="366" y="331"/>
                    <a:pt x="400" y="343"/>
                    <a:pt x="433" y="355"/>
                  </a:cubicBezTo>
                  <a:cubicBezTo>
                    <a:pt x="468" y="360"/>
                    <a:pt x="503" y="365"/>
                    <a:pt x="537" y="371"/>
                  </a:cubicBezTo>
                  <a:cubicBezTo>
                    <a:pt x="553" y="374"/>
                    <a:pt x="569" y="375"/>
                    <a:pt x="585" y="375"/>
                  </a:cubicBezTo>
                  <a:cubicBezTo>
                    <a:pt x="603" y="375"/>
                    <a:pt x="621" y="374"/>
                    <a:pt x="638" y="374"/>
                  </a:cubicBezTo>
                  <a:cubicBezTo>
                    <a:pt x="670" y="371"/>
                    <a:pt x="703" y="375"/>
                    <a:pt x="732" y="365"/>
                  </a:cubicBezTo>
                  <a:cubicBezTo>
                    <a:pt x="762" y="358"/>
                    <a:pt x="790" y="352"/>
                    <a:pt x="816" y="346"/>
                  </a:cubicBezTo>
                  <a:cubicBezTo>
                    <a:pt x="868" y="336"/>
                    <a:pt x="902" y="311"/>
                    <a:pt x="930" y="302"/>
                  </a:cubicBezTo>
                  <a:cubicBezTo>
                    <a:pt x="956" y="289"/>
                    <a:pt x="972" y="282"/>
                    <a:pt x="972" y="282"/>
                  </a:cubicBezTo>
                  <a:lnTo>
                    <a:pt x="958" y="243"/>
                  </a:lnTo>
                  <a:cubicBezTo>
                    <a:pt x="958" y="243"/>
                    <a:pt x="941" y="247"/>
                    <a:pt x="913" y="254"/>
                  </a:cubicBezTo>
                  <a:cubicBezTo>
                    <a:pt x="885" y="261"/>
                    <a:pt x="843" y="278"/>
                    <a:pt x="797" y="282"/>
                  </a:cubicBezTo>
                  <a:cubicBezTo>
                    <a:pt x="773" y="285"/>
                    <a:pt x="749" y="288"/>
                    <a:pt x="722" y="291"/>
                  </a:cubicBezTo>
                  <a:cubicBezTo>
                    <a:pt x="713" y="293"/>
                    <a:pt x="703" y="294"/>
                    <a:pt x="693" y="294"/>
                  </a:cubicBezTo>
                  <a:cubicBezTo>
                    <a:pt x="679" y="294"/>
                    <a:pt x="664" y="293"/>
                    <a:pt x="649" y="293"/>
                  </a:cubicBezTo>
                  <a:cubicBezTo>
                    <a:pt x="645" y="293"/>
                    <a:pt x="641" y="293"/>
                    <a:pt x="637" y="293"/>
                  </a:cubicBezTo>
                  <a:cubicBezTo>
                    <a:pt x="607" y="292"/>
                    <a:pt x="577" y="295"/>
                    <a:pt x="546" y="287"/>
                  </a:cubicBezTo>
                  <a:cubicBezTo>
                    <a:pt x="516" y="282"/>
                    <a:pt x="485" y="276"/>
                    <a:pt x="455" y="270"/>
                  </a:cubicBezTo>
                  <a:cubicBezTo>
                    <a:pt x="424" y="261"/>
                    <a:pt x="394" y="251"/>
                    <a:pt x="366" y="241"/>
                  </a:cubicBezTo>
                  <a:cubicBezTo>
                    <a:pt x="335" y="234"/>
                    <a:pt x="311" y="215"/>
                    <a:pt x="283" y="202"/>
                  </a:cubicBezTo>
                  <a:cubicBezTo>
                    <a:pt x="259" y="187"/>
                    <a:pt x="230" y="178"/>
                    <a:pt x="211" y="159"/>
                  </a:cubicBezTo>
                  <a:cubicBezTo>
                    <a:pt x="189" y="143"/>
                    <a:pt x="168" y="127"/>
                    <a:pt x="150" y="113"/>
                  </a:cubicBezTo>
                  <a:cubicBezTo>
                    <a:pt x="111" y="84"/>
                    <a:pt x="88" y="51"/>
                    <a:pt x="67" y="32"/>
                  </a:cubicBezTo>
                  <a:cubicBezTo>
                    <a:pt x="47" y="12"/>
                    <a:pt x="36" y="0"/>
                    <a:pt x="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64"/>
            <p:cNvSpPr/>
            <p:nvPr/>
          </p:nvSpPr>
          <p:spPr>
            <a:xfrm>
              <a:off x="2792714" y="1133327"/>
              <a:ext cx="61154" cy="72711"/>
            </a:xfrm>
            <a:custGeom>
              <a:rect b="b" l="l" r="r" t="t"/>
              <a:pathLst>
                <a:path extrusionOk="0" h="1812" w="1524">
                  <a:moveTo>
                    <a:pt x="807" y="1"/>
                  </a:moveTo>
                  <a:cubicBezTo>
                    <a:pt x="795" y="1"/>
                    <a:pt x="782" y="1"/>
                    <a:pt x="767" y="4"/>
                  </a:cubicBezTo>
                  <a:lnTo>
                    <a:pt x="671" y="19"/>
                  </a:lnTo>
                  <a:cubicBezTo>
                    <a:pt x="607" y="25"/>
                    <a:pt x="547" y="53"/>
                    <a:pt x="485" y="75"/>
                  </a:cubicBezTo>
                  <a:cubicBezTo>
                    <a:pt x="424" y="101"/>
                    <a:pt x="368" y="140"/>
                    <a:pt x="316" y="177"/>
                  </a:cubicBezTo>
                  <a:cubicBezTo>
                    <a:pt x="269" y="224"/>
                    <a:pt x="216" y="265"/>
                    <a:pt x="183" y="321"/>
                  </a:cubicBezTo>
                  <a:cubicBezTo>
                    <a:pt x="102" y="423"/>
                    <a:pt x="62" y="546"/>
                    <a:pt x="31" y="663"/>
                  </a:cubicBezTo>
                  <a:cubicBezTo>
                    <a:pt x="10" y="782"/>
                    <a:pt x="1" y="899"/>
                    <a:pt x="14" y="1009"/>
                  </a:cubicBezTo>
                  <a:cubicBezTo>
                    <a:pt x="18" y="1065"/>
                    <a:pt x="25" y="1118"/>
                    <a:pt x="39" y="1168"/>
                  </a:cubicBezTo>
                  <a:cubicBezTo>
                    <a:pt x="49" y="1219"/>
                    <a:pt x="63" y="1267"/>
                    <a:pt x="80" y="1312"/>
                  </a:cubicBezTo>
                  <a:cubicBezTo>
                    <a:pt x="95" y="1358"/>
                    <a:pt x="112" y="1401"/>
                    <a:pt x="134" y="1439"/>
                  </a:cubicBezTo>
                  <a:cubicBezTo>
                    <a:pt x="154" y="1477"/>
                    <a:pt x="172" y="1515"/>
                    <a:pt x="196" y="1546"/>
                  </a:cubicBezTo>
                  <a:cubicBezTo>
                    <a:pt x="219" y="1578"/>
                    <a:pt x="239" y="1608"/>
                    <a:pt x="261" y="1635"/>
                  </a:cubicBezTo>
                  <a:cubicBezTo>
                    <a:pt x="285" y="1660"/>
                    <a:pt x="306" y="1683"/>
                    <a:pt x="326" y="1703"/>
                  </a:cubicBezTo>
                  <a:cubicBezTo>
                    <a:pt x="364" y="1747"/>
                    <a:pt x="403" y="1765"/>
                    <a:pt x="425" y="1784"/>
                  </a:cubicBezTo>
                  <a:cubicBezTo>
                    <a:pt x="449" y="1801"/>
                    <a:pt x="461" y="1811"/>
                    <a:pt x="461" y="1811"/>
                  </a:cubicBezTo>
                  <a:lnTo>
                    <a:pt x="486" y="1779"/>
                  </a:lnTo>
                  <a:cubicBezTo>
                    <a:pt x="486" y="1779"/>
                    <a:pt x="474" y="1768"/>
                    <a:pt x="451" y="1750"/>
                  </a:cubicBezTo>
                  <a:cubicBezTo>
                    <a:pt x="431" y="1730"/>
                    <a:pt x="390" y="1708"/>
                    <a:pt x="359" y="1667"/>
                  </a:cubicBezTo>
                  <a:cubicBezTo>
                    <a:pt x="341" y="1647"/>
                    <a:pt x="323" y="1625"/>
                    <a:pt x="302" y="1601"/>
                  </a:cubicBezTo>
                  <a:cubicBezTo>
                    <a:pt x="283" y="1576"/>
                    <a:pt x="265" y="1546"/>
                    <a:pt x="245" y="1515"/>
                  </a:cubicBezTo>
                  <a:cubicBezTo>
                    <a:pt x="223" y="1485"/>
                    <a:pt x="209" y="1449"/>
                    <a:pt x="191" y="1411"/>
                  </a:cubicBezTo>
                  <a:cubicBezTo>
                    <a:pt x="172" y="1374"/>
                    <a:pt x="156" y="1333"/>
                    <a:pt x="143" y="1290"/>
                  </a:cubicBezTo>
                  <a:cubicBezTo>
                    <a:pt x="127" y="1248"/>
                    <a:pt x="114" y="1202"/>
                    <a:pt x="106" y="1154"/>
                  </a:cubicBezTo>
                  <a:cubicBezTo>
                    <a:pt x="93" y="1106"/>
                    <a:pt x="88" y="1056"/>
                    <a:pt x="85" y="1003"/>
                  </a:cubicBezTo>
                  <a:cubicBezTo>
                    <a:pt x="74" y="899"/>
                    <a:pt x="85" y="789"/>
                    <a:pt x="106" y="679"/>
                  </a:cubicBezTo>
                  <a:cubicBezTo>
                    <a:pt x="136" y="572"/>
                    <a:pt x="174" y="459"/>
                    <a:pt x="249" y="369"/>
                  </a:cubicBezTo>
                  <a:cubicBezTo>
                    <a:pt x="279" y="319"/>
                    <a:pt x="327" y="284"/>
                    <a:pt x="369" y="244"/>
                  </a:cubicBezTo>
                  <a:cubicBezTo>
                    <a:pt x="416" y="211"/>
                    <a:pt x="466" y="177"/>
                    <a:pt x="519" y="155"/>
                  </a:cubicBezTo>
                  <a:cubicBezTo>
                    <a:pt x="575" y="135"/>
                    <a:pt x="629" y="107"/>
                    <a:pt x="688" y="101"/>
                  </a:cubicBezTo>
                  <a:lnTo>
                    <a:pt x="776" y="86"/>
                  </a:lnTo>
                  <a:cubicBezTo>
                    <a:pt x="786" y="83"/>
                    <a:pt x="799" y="83"/>
                    <a:pt x="813" y="83"/>
                  </a:cubicBezTo>
                  <a:cubicBezTo>
                    <a:pt x="826" y="83"/>
                    <a:pt x="840" y="83"/>
                    <a:pt x="853" y="83"/>
                  </a:cubicBezTo>
                  <a:cubicBezTo>
                    <a:pt x="856" y="83"/>
                    <a:pt x="860" y="83"/>
                    <a:pt x="863" y="83"/>
                  </a:cubicBezTo>
                  <a:cubicBezTo>
                    <a:pt x="872" y="82"/>
                    <a:pt x="881" y="82"/>
                    <a:pt x="889" y="82"/>
                  </a:cubicBezTo>
                  <a:cubicBezTo>
                    <a:pt x="942" y="82"/>
                    <a:pt x="987" y="95"/>
                    <a:pt x="1034" y="102"/>
                  </a:cubicBezTo>
                  <a:cubicBezTo>
                    <a:pt x="1061" y="108"/>
                    <a:pt x="1086" y="122"/>
                    <a:pt x="1112" y="132"/>
                  </a:cubicBezTo>
                  <a:cubicBezTo>
                    <a:pt x="1138" y="140"/>
                    <a:pt x="1163" y="153"/>
                    <a:pt x="1185" y="170"/>
                  </a:cubicBezTo>
                  <a:cubicBezTo>
                    <a:pt x="1280" y="225"/>
                    <a:pt x="1350" y="312"/>
                    <a:pt x="1393" y="403"/>
                  </a:cubicBezTo>
                  <a:cubicBezTo>
                    <a:pt x="1437" y="493"/>
                    <a:pt x="1455" y="591"/>
                    <a:pt x="1444" y="677"/>
                  </a:cubicBezTo>
                  <a:cubicBezTo>
                    <a:pt x="1436" y="763"/>
                    <a:pt x="1404" y="839"/>
                    <a:pt x="1353" y="886"/>
                  </a:cubicBezTo>
                  <a:cubicBezTo>
                    <a:pt x="1340" y="898"/>
                    <a:pt x="1330" y="912"/>
                    <a:pt x="1317" y="920"/>
                  </a:cubicBezTo>
                  <a:cubicBezTo>
                    <a:pt x="1302" y="928"/>
                    <a:pt x="1288" y="936"/>
                    <a:pt x="1275" y="943"/>
                  </a:cubicBezTo>
                  <a:cubicBezTo>
                    <a:pt x="1249" y="961"/>
                    <a:pt x="1221" y="964"/>
                    <a:pt x="1196" y="970"/>
                  </a:cubicBezTo>
                  <a:cubicBezTo>
                    <a:pt x="1170" y="978"/>
                    <a:pt x="1147" y="980"/>
                    <a:pt x="1126" y="980"/>
                  </a:cubicBezTo>
                  <a:cubicBezTo>
                    <a:pt x="1109" y="980"/>
                    <a:pt x="1094" y="979"/>
                    <a:pt x="1081" y="979"/>
                  </a:cubicBezTo>
                  <a:cubicBezTo>
                    <a:pt x="1080" y="979"/>
                    <a:pt x="1078" y="979"/>
                    <a:pt x="1076" y="979"/>
                  </a:cubicBezTo>
                  <a:lnTo>
                    <a:pt x="1033" y="979"/>
                  </a:lnTo>
                  <a:lnTo>
                    <a:pt x="1028" y="1020"/>
                  </a:lnTo>
                  <a:cubicBezTo>
                    <a:pt x="1028" y="1020"/>
                    <a:pt x="1043" y="1021"/>
                    <a:pt x="1074" y="1023"/>
                  </a:cubicBezTo>
                  <a:cubicBezTo>
                    <a:pt x="1092" y="1023"/>
                    <a:pt x="1114" y="1026"/>
                    <a:pt x="1142" y="1026"/>
                  </a:cubicBezTo>
                  <a:cubicBezTo>
                    <a:pt x="1161" y="1026"/>
                    <a:pt x="1182" y="1024"/>
                    <a:pt x="1206" y="1018"/>
                  </a:cubicBezTo>
                  <a:cubicBezTo>
                    <a:pt x="1235" y="1013"/>
                    <a:pt x="1267" y="1009"/>
                    <a:pt x="1297" y="990"/>
                  </a:cubicBezTo>
                  <a:cubicBezTo>
                    <a:pt x="1314" y="982"/>
                    <a:pt x="1331" y="975"/>
                    <a:pt x="1347" y="967"/>
                  </a:cubicBezTo>
                  <a:cubicBezTo>
                    <a:pt x="1364" y="956"/>
                    <a:pt x="1378" y="941"/>
                    <a:pt x="1393" y="927"/>
                  </a:cubicBezTo>
                  <a:cubicBezTo>
                    <a:pt x="1427" y="903"/>
                    <a:pt x="1447" y="862"/>
                    <a:pt x="1473" y="824"/>
                  </a:cubicBezTo>
                  <a:cubicBezTo>
                    <a:pt x="1488" y="781"/>
                    <a:pt x="1509" y="734"/>
                    <a:pt x="1510" y="685"/>
                  </a:cubicBezTo>
                  <a:cubicBezTo>
                    <a:pt x="1524" y="585"/>
                    <a:pt x="1504" y="475"/>
                    <a:pt x="1456" y="373"/>
                  </a:cubicBezTo>
                  <a:cubicBezTo>
                    <a:pt x="1410" y="270"/>
                    <a:pt x="1332" y="171"/>
                    <a:pt x="1226" y="106"/>
                  </a:cubicBezTo>
                  <a:cubicBezTo>
                    <a:pt x="1201" y="87"/>
                    <a:pt x="1173" y="72"/>
                    <a:pt x="1144" y="61"/>
                  </a:cubicBezTo>
                  <a:cubicBezTo>
                    <a:pt x="1114" y="50"/>
                    <a:pt x="1086" y="34"/>
                    <a:pt x="1055" y="27"/>
                  </a:cubicBezTo>
                  <a:cubicBezTo>
                    <a:pt x="998" y="16"/>
                    <a:pt x="939" y="1"/>
                    <a:pt x="884" y="1"/>
                  </a:cubicBezTo>
                  <a:cubicBezTo>
                    <a:pt x="878" y="1"/>
                    <a:pt x="871" y="1"/>
                    <a:pt x="864" y="2"/>
                  </a:cubicBezTo>
                  <a:cubicBezTo>
                    <a:pt x="862" y="2"/>
                    <a:pt x="859" y="2"/>
                    <a:pt x="856" y="2"/>
                  </a:cubicBezTo>
                  <a:cubicBezTo>
                    <a:pt x="839" y="2"/>
                    <a:pt x="824" y="1"/>
                    <a:pt x="8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64"/>
            <p:cNvSpPr/>
            <p:nvPr/>
          </p:nvSpPr>
          <p:spPr>
            <a:xfrm>
              <a:off x="2784006" y="1116634"/>
              <a:ext cx="39566" cy="24759"/>
            </a:xfrm>
            <a:custGeom>
              <a:rect b="b" l="l" r="r" t="t"/>
              <a:pathLst>
                <a:path extrusionOk="0" h="617" w="986">
                  <a:moveTo>
                    <a:pt x="808" y="1"/>
                  </a:moveTo>
                  <a:cubicBezTo>
                    <a:pt x="803" y="1"/>
                    <a:pt x="798" y="1"/>
                    <a:pt x="792" y="1"/>
                  </a:cubicBezTo>
                  <a:cubicBezTo>
                    <a:pt x="763" y="2"/>
                    <a:pt x="730" y="4"/>
                    <a:pt x="696" y="6"/>
                  </a:cubicBezTo>
                  <a:cubicBezTo>
                    <a:pt x="694" y="6"/>
                    <a:pt x="692" y="6"/>
                    <a:pt x="690" y="6"/>
                  </a:cubicBezTo>
                  <a:cubicBezTo>
                    <a:pt x="658" y="6"/>
                    <a:pt x="626" y="17"/>
                    <a:pt x="591" y="25"/>
                  </a:cubicBezTo>
                  <a:cubicBezTo>
                    <a:pt x="556" y="35"/>
                    <a:pt x="517" y="41"/>
                    <a:pt x="482" y="60"/>
                  </a:cubicBezTo>
                  <a:cubicBezTo>
                    <a:pt x="447" y="77"/>
                    <a:pt x="411" y="94"/>
                    <a:pt x="375" y="111"/>
                  </a:cubicBezTo>
                  <a:cubicBezTo>
                    <a:pt x="343" y="134"/>
                    <a:pt x="311" y="158"/>
                    <a:pt x="280" y="181"/>
                  </a:cubicBezTo>
                  <a:cubicBezTo>
                    <a:pt x="247" y="202"/>
                    <a:pt x="222" y="233"/>
                    <a:pt x="196" y="259"/>
                  </a:cubicBezTo>
                  <a:cubicBezTo>
                    <a:pt x="172" y="287"/>
                    <a:pt x="144" y="310"/>
                    <a:pt x="127" y="341"/>
                  </a:cubicBezTo>
                  <a:cubicBezTo>
                    <a:pt x="109" y="370"/>
                    <a:pt x="91" y="397"/>
                    <a:pt x="75" y="423"/>
                  </a:cubicBezTo>
                  <a:cubicBezTo>
                    <a:pt x="41" y="473"/>
                    <a:pt x="34" y="519"/>
                    <a:pt x="19" y="549"/>
                  </a:cubicBezTo>
                  <a:cubicBezTo>
                    <a:pt x="6" y="580"/>
                    <a:pt x="0" y="599"/>
                    <a:pt x="0" y="599"/>
                  </a:cubicBezTo>
                  <a:lnTo>
                    <a:pt x="38" y="616"/>
                  </a:lnTo>
                  <a:cubicBezTo>
                    <a:pt x="38" y="616"/>
                    <a:pt x="48" y="600"/>
                    <a:pt x="64" y="571"/>
                  </a:cubicBezTo>
                  <a:cubicBezTo>
                    <a:pt x="82" y="544"/>
                    <a:pt x="100" y="496"/>
                    <a:pt x="134" y="455"/>
                  </a:cubicBezTo>
                  <a:cubicBezTo>
                    <a:pt x="151" y="434"/>
                    <a:pt x="168" y="411"/>
                    <a:pt x="186" y="386"/>
                  </a:cubicBezTo>
                  <a:cubicBezTo>
                    <a:pt x="203" y="360"/>
                    <a:pt x="232" y="341"/>
                    <a:pt x="254" y="316"/>
                  </a:cubicBezTo>
                  <a:cubicBezTo>
                    <a:pt x="279" y="293"/>
                    <a:pt x="301" y="265"/>
                    <a:pt x="332" y="247"/>
                  </a:cubicBezTo>
                  <a:cubicBezTo>
                    <a:pt x="361" y="227"/>
                    <a:pt x="390" y="207"/>
                    <a:pt x="419" y="186"/>
                  </a:cubicBezTo>
                  <a:cubicBezTo>
                    <a:pt x="452" y="170"/>
                    <a:pt x="484" y="153"/>
                    <a:pt x="516" y="138"/>
                  </a:cubicBezTo>
                  <a:cubicBezTo>
                    <a:pt x="546" y="118"/>
                    <a:pt x="581" y="114"/>
                    <a:pt x="613" y="104"/>
                  </a:cubicBezTo>
                  <a:cubicBezTo>
                    <a:pt x="646" y="96"/>
                    <a:pt x="675" y="80"/>
                    <a:pt x="707" y="79"/>
                  </a:cubicBezTo>
                  <a:cubicBezTo>
                    <a:pt x="738" y="76"/>
                    <a:pt x="767" y="71"/>
                    <a:pt x="794" y="68"/>
                  </a:cubicBezTo>
                  <a:cubicBezTo>
                    <a:pt x="811" y="65"/>
                    <a:pt x="827" y="64"/>
                    <a:pt x="843" y="64"/>
                  </a:cubicBezTo>
                  <a:cubicBezTo>
                    <a:pt x="873" y="64"/>
                    <a:pt x="900" y="68"/>
                    <a:pt x="922" y="68"/>
                  </a:cubicBezTo>
                  <a:cubicBezTo>
                    <a:pt x="924" y="68"/>
                    <a:pt x="925" y="68"/>
                    <a:pt x="927" y="68"/>
                  </a:cubicBezTo>
                  <a:cubicBezTo>
                    <a:pt x="959" y="68"/>
                    <a:pt x="977" y="69"/>
                    <a:pt x="977" y="69"/>
                  </a:cubicBezTo>
                  <a:lnTo>
                    <a:pt x="985" y="28"/>
                  </a:lnTo>
                  <a:cubicBezTo>
                    <a:pt x="985" y="28"/>
                    <a:pt x="966" y="24"/>
                    <a:pt x="933" y="18"/>
                  </a:cubicBezTo>
                  <a:cubicBezTo>
                    <a:pt x="903" y="16"/>
                    <a:pt x="860" y="1"/>
                    <a:pt x="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64"/>
            <p:cNvSpPr/>
            <p:nvPr/>
          </p:nvSpPr>
          <p:spPr>
            <a:xfrm>
              <a:off x="2887613" y="985260"/>
              <a:ext cx="75721" cy="101442"/>
            </a:xfrm>
            <a:custGeom>
              <a:rect b="b" l="l" r="r" t="t"/>
              <a:pathLst>
                <a:path extrusionOk="0" h="2528" w="1887">
                  <a:moveTo>
                    <a:pt x="1371" y="0"/>
                  </a:moveTo>
                  <a:cubicBezTo>
                    <a:pt x="1371" y="0"/>
                    <a:pt x="1350" y="3"/>
                    <a:pt x="1311" y="8"/>
                  </a:cubicBezTo>
                  <a:cubicBezTo>
                    <a:pt x="1271" y="16"/>
                    <a:pt x="1212" y="10"/>
                    <a:pt x="1138" y="36"/>
                  </a:cubicBezTo>
                  <a:cubicBezTo>
                    <a:pt x="1101" y="47"/>
                    <a:pt x="1059" y="59"/>
                    <a:pt x="1015" y="72"/>
                  </a:cubicBezTo>
                  <a:cubicBezTo>
                    <a:pt x="972" y="88"/>
                    <a:pt x="928" y="111"/>
                    <a:pt x="879" y="132"/>
                  </a:cubicBezTo>
                  <a:cubicBezTo>
                    <a:pt x="829" y="152"/>
                    <a:pt x="783" y="185"/>
                    <a:pt x="732" y="217"/>
                  </a:cubicBezTo>
                  <a:cubicBezTo>
                    <a:pt x="680" y="247"/>
                    <a:pt x="632" y="286"/>
                    <a:pt x="583" y="329"/>
                  </a:cubicBezTo>
                  <a:cubicBezTo>
                    <a:pt x="557" y="350"/>
                    <a:pt x="532" y="372"/>
                    <a:pt x="506" y="395"/>
                  </a:cubicBezTo>
                  <a:cubicBezTo>
                    <a:pt x="483" y="419"/>
                    <a:pt x="460" y="445"/>
                    <a:pt x="435" y="471"/>
                  </a:cubicBezTo>
                  <a:cubicBezTo>
                    <a:pt x="411" y="497"/>
                    <a:pt x="386" y="522"/>
                    <a:pt x="363" y="550"/>
                  </a:cubicBezTo>
                  <a:cubicBezTo>
                    <a:pt x="342" y="580"/>
                    <a:pt x="320" y="610"/>
                    <a:pt x="298" y="640"/>
                  </a:cubicBezTo>
                  <a:cubicBezTo>
                    <a:pt x="207" y="760"/>
                    <a:pt x="138" y="905"/>
                    <a:pt x="81" y="1059"/>
                  </a:cubicBezTo>
                  <a:cubicBezTo>
                    <a:pt x="38" y="1217"/>
                    <a:pt x="0" y="1388"/>
                    <a:pt x="26" y="1562"/>
                  </a:cubicBezTo>
                  <a:cubicBezTo>
                    <a:pt x="27" y="1651"/>
                    <a:pt x="61" y="1734"/>
                    <a:pt x="84" y="1820"/>
                  </a:cubicBezTo>
                  <a:cubicBezTo>
                    <a:pt x="98" y="1862"/>
                    <a:pt x="123" y="1899"/>
                    <a:pt x="142" y="1940"/>
                  </a:cubicBezTo>
                  <a:cubicBezTo>
                    <a:pt x="164" y="1978"/>
                    <a:pt x="179" y="2022"/>
                    <a:pt x="212" y="2053"/>
                  </a:cubicBezTo>
                  <a:cubicBezTo>
                    <a:pt x="269" y="2120"/>
                    <a:pt x="320" y="2195"/>
                    <a:pt x="391" y="2247"/>
                  </a:cubicBezTo>
                  <a:cubicBezTo>
                    <a:pt x="458" y="2304"/>
                    <a:pt x="528" y="2362"/>
                    <a:pt x="601" y="2402"/>
                  </a:cubicBezTo>
                  <a:cubicBezTo>
                    <a:pt x="744" y="2482"/>
                    <a:pt x="900" y="2527"/>
                    <a:pt x="1056" y="2527"/>
                  </a:cubicBezTo>
                  <a:cubicBezTo>
                    <a:pt x="1070" y="2527"/>
                    <a:pt x="1083" y="2527"/>
                    <a:pt x="1097" y="2526"/>
                  </a:cubicBezTo>
                  <a:cubicBezTo>
                    <a:pt x="1265" y="2519"/>
                    <a:pt x="1422" y="2460"/>
                    <a:pt x="1547" y="2373"/>
                  </a:cubicBezTo>
                  <a:cubicBezTo>
                    <a:pt x="1672" y="2284"/>
                    <a:pt x="1767" y="2169"/>
                    <a:pt x="1822" y="2045"/>
                  </a:cubicBezTo>
                  <a:cubicBezTo>
                    <a:pt x="1878" y="1922"/>
                    <a:pt x="1886" y="1790"/>
                    <a:pt x="1855" y="1683"/>
                  </a:cubicBezTo>
                  <a:cubicBezTo>
                    <a:pt x="1823" y="1575"/>
                    <a:pt x="1756" y="1499"/>
                    <a:pt x="1698" y="1449"/>
                  </a:cubicBezTo>
                  <a:cubicBezTo>
                    <a:pt x="1637" y="1400"/>
                    <a:pt x="1584" y="1370"/>
                    <a:pt x="1547" y="1354"/>
                  </a:cubicBezTo>
                  <a:cubicBezTo>
                    <a:pt x="1510" y="1336"/>
                    <a:pt x="1490" y="1327"/>
                    <a:pt x="1490" y="1327"/>
                  </a:cubicBezTo>
                  <a:lnTo>
                    <a:pt x="1474" y="1365"/>
                  </a:lnTo>
                  <a:cubicBezTo>
                    <a:pt x="1474" y="1365"/>
                    <a:pt x="1492" y="1375"/>
                    <a:pt x="1527" y="1392"/>
                  </a:cubicBezTo>
                  <a:cubicBezTo>
                    <a:pt x="1563" y="1410"/>
                    <a:pt x="1612" y="1439"/>
                    <a:pt x="1666" y="1485"/>
                  </a:cubicBezTo>
                  <a:cubicBezTo>
                    <a:pt x="1718" y="1534"/>
                    <a:pt x="1774" y="1603"/>
                    <a:pt x="1799" y="1699"/>
                  </a:cubicBezTo>
                  <a:cubicBezTo>
                    <a:pt x="1823" y="1793"/>
                    <a:pt x="1813" y="1907"/>
                    <a:pt x="1762" y="2019"/>
                  </a:cubicBezTo>
                  <a:cubicBezTo>
                    <a:pt x="1712" y="2130"/>
                    <a:pt x="1623" y="2235"/>
                    <a:pt x="1507" y="2315"/>
                  </a:cubicBezTo>
                  <a:cubicBezTo>
                    <a:pt x="1391" y="2394"/>
                    <a:pt x="1247" y="2447"/>
                    <a:pt x="1093" y="2451"/>
                  </a:cubicBezTo>
                  <a:cubicBezTo>
                    <a:pt x="1084" y="2452"/>
                    <a:pt x="1075" y="2452"/>
                    <a:pt x="1066" y="2452"/>
                  </a:cubicBezTo>
                  <a:cubicBezTo>
                    <a:pt x="922" y="2452"/>
                    <a:pt x="773" y="2407"/>
                    <a:pt x="645" y="2333"/>
                  </a:cubicBezTo>
                  <a:cubicBezTo>
                    <a:pt x="570" y="2291"/>
                    <a:pt x="511" y="2239"/>
                    <a:pt x="447" y="2184"/>
                  </a:cubicBezTo>
                  <a:cubicBezTo>
                    <a:pt x="379" y="2135"/>
                    <a:pt x="335" y="2065"/>
                    <a:pt x="282" y="2002"/>
                  </a:cubicBezTo>
                  <a:cubicBezTo>
                    <a:pt x="253" y="1973"/>
                    <a:pt x="239" y="1934"/>
                    <a:pt x="218" y="1898"/>
                  </a:cubicBezTo>
                  <a:cubicBezTo>
                    <a:pt x="200" y="1862"/>
                    <a:pt x="176" y="1828"/>
                    <a:pt x="163" y="1789"/>
                  </a:cubicBezTo>
                  <a:cubicBezTo>
                    <a:pt x="142" y="1711"/>
                    <a:pt x="109" y="1635"/>
                    <a:pt x="108" y="1554"/>
                  </a:cubicBezTo>
                  <a:cubicBezTo>
                    <a:pt x="81" y="1393"/>
                    <a:pt x="115" y="1231"/>
                    <a:pt x="154" y="1082"/>
                  </a:cubicBezTo>
                  <a:cubicBezTo>
                    <a:pt x="206" y="935"/>
                    <a:pt x="270" y="797"/>
                    <a:pt x="356" y="680"/>
                  </a:cubicBezTo>
                  <a:cubicBezTo>
                    <a:pt x="377" y="652"/>
                    <a:pt x="398" y="623"/>
                    <a:pt x="418" y="594"/>
                  </a:cubicBezTo>
                  <a:cubicBezTo>
                    <a:pt x="439" y="566"/>
                    <a:pt x="464" y="542"/>
                    <a:pt x="486" y="517"/>
                  </a:cubicBezTo>
                  <a:cubicBezTo>
                    <a:pt x="508" y="492"/>
                    <a:pt x="531" y="467"/>
                    <a:pt x="553" y="443"/>
                  </a:cubicBezTo>
                  <a:cubicBezTo>
                    <a:pt x="577" y="421"/>
                    <a:pt x="602" y="400"/>
                    <a:pt x="625" y="380"/>
                  </a:cubicBezTo>
                  <a:cubicBezTo>
                    <a:pt x="649" y="359"/>
                    <a:pt x="673" y="339"/>
                    <a:pt x="695" y="319"/>
                  </a:cubicBezTo>
                  <a:cubicBezTo>
                    <a:pt x="719" y="302"/>
                    <a:pt x="744" y="286"/>
                    <a:pt x="768" y="269"/>
                  </a:cubicBezTo>
                  <a:cubicBezTo>
                    <a:pt x="815" y="238"/>
                    <a:pt x="859" y="204"/>
                    <a:pt x="906" y="184"/>
                  </a:cubicBezTo>
                  <a:cubicBezTo>
                    <a:pt x="951" y="162"/>
                    <a:pt x="993" y="138"/>
                    <a:pt x="1034" y="122"/>
                  </a:cubicBezTo>
                  <a:cubicBezTo>
                    <a:pt x="1075" y="108"/>
                    <a:pt x="1113" y="95"/>
                    <a:pt x="1148" y="84"/>
                  </a:cubicBezTo>
                  <a:cubicBezTo>
                    <a:pt x="1182" y="71"/>
                    <a:pt x="1214" y="64"/>
                    <a:pt x="1243" y="61"/>
                  </a:cubicBezTo>
                  <a:cubicBezTo>
                    <a:pt x="1272" y="57"/>
                    <a:pt x="1296" y="54"/>
                    <a:pt x="1316" y="51"/>
                  </a:cubicBezTo>
                  <a:cubicBezTo>
                    <a:pt x="1355" y="45"/>
                    <a:pt x="1377" y="41"/>
                    <a:pt x="1377" y="41"/>
                  </a:cubicBezTo>
                  <a:lnTo>
                    <a:pt x="13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64"/>
            <p:cNvSpPr/>
            <p:nvPr/>
          </p:nvSpPr>
          <p:spPr>
            <a:xfrm>
              <a:off x="2874010" y="1040875"/>
              <a:ext cx="32624" cy="54132"/>
            </a:xfrm>
            <a:custGeom>
              <a:rect b="b" l="l" r="r" t="t"/>
              <a:pathLst>
                <a:path extrusionOk="0" h="1349" w="813">
                  <a:moveTo>
                    <a:pt x="34" y="1"/>
                  </a:moveTo>
                  <a:cubicBezTo>
                    <a:pt x="34" y="1"/>
                    <a:pt x="29" y="26"/>
                    <a:pt x="22" y="72"/>
                  </a:cubicBezTo>
                  <a:cubicBezTo>
                    <a:pt x="20" y="94"/>
                    <a:pt x="15" y="121"/>
                    <a:pt x="11" y="153"/>
                  </a:cubicBezTo>
                  <a:cubicBezTo>
                    <a:pt x="7" y="183"/>
                    <a:pt x="0" y="219"/>
                    <a:pt x="5" y="260"/>
                  </a:cubicBezTo>
                  <a:cubicBezTo>
                    <a:pt x="7" y="300"/>
                    <a:pt x="9" y="344"/>
                    <a:pt x="11" y="390"/>
                  </a:cubicBezTo>
                  <a:cubicBezTo>
                    <a:pt x="10" y="438"/>
                    <a:pt x="28" y="484"/>
                    <a:pt x="37" y="533"/>
                  </a:cubicBezTo>
                  <a:cubicBezTo>
                    <a:pt x="50" y="581"/>
                    <a:pt x="57" y="633"/>
                    <a:pt x="82" y="681"/>
                  </a:cubicBezTo>
                  <a:cubicBezTo>
                    <a:pt x="103" y="729"/>
                    <a:pt x="124" y="779"/>
                    <a:pt x="146" y="828"/>
                  </a:cubicBezTo>
                  <a:cubicBezTo>
                    <a:pt x="176" y="872"/>
                    <a:pt x="207" y="917"/>
                    <a:pt x="236" y="960"/>
                  </a:cubicBezTo>
                  <a:cubicBezTo>
                    <a:pt x="263" y="1007"/>
                    <a:pt x="305" y="1039"/>
                    <a:pt x="339" y="1076"/>
                  </a:cubicBezTo>
                  <a:cubicBezTo>
                    <a:pt x="376" y="1111"/>
                    <a:pt x="406" y="1149"/>
                    <a:pt x="448" y="1172"/>
                  </a:cubicBezTo>
                  <a:cubicBezTo>
                    <a:pt x="486" y="1197"/>
                    <a:pt x="523" y="1221"/>
                    <a:pt x="556" y="1243"/>
                  </a:cubicBezTo>
                  <a:cubicBezTo>
                    <a:pt x="587" y="1268"/>
                    <a:pt x="623" y="1279"/>
                    <a:pt x="653" y="1291"/>
                  </a:cubicBezTo>
                  <a:cubicBezTo>
                    <a:pt x="683" y="1304"/>
                    <a:pt x="709" y="1314"/>
                    <a:pt x="731" y="1323"/>
                  </a:cubicBezTo>
                  <a:cubicBezTo>
                    <a:pt x="774" y="1339"/>
                    <a:pt x="799" y="1348"/>
                    <a:pt x="799" y="1348"/>
                  </a:cubicBezTo>
                  <a:lnTo>
                    <a:pt x="812" y="1310"/>
                  </a:lnTo>
                  <a:cubicBezTo>
                    <a:pt x="812" y="1310"/>
                    <a:pt x="790" y="1297"/>
                    <a:pt x="750" y="1276"/>
                  </a:cubicBezTo>
                  <a:cubicBezTo>
                    <a:pt x="712" y="1253"/>
                    <a:pt x="651" y="1233"/>
                    <a:pt x="592" y="1187"/>
                  </a:cubicBezTo>
                  <a:cubicBezTo>
                    <a:pt x="561" y="1164"/>
                    <a:pt x="529" y="1139"/>
                    <a:pt x="494" y="1113"/>
                  </a:cubicBezTo>
                  <a:cubicBezTo>
                    <a:pt x="457" y="1090"/>
                    <a:pt x="431" y="1052"/>
                    <a:pt x="398" y="1020"/>
                  </a:cubicBezTo>
                  <a:cubicBezTo>
                    <a:pt x="366" y="984"/>
                    <a:pt x="328" y="954"/>
                    <a:pt x="303" y="910"/>
                  </a:cubicBezTo>
                  <a:cubicBezTo>
                    <a:pt x="277" y="869"/>
                    <a:pt x="249" y="828"/>
                    <a:pt x="222" y="786"/>
                  </a:cubicBezTo>
                  <a:cubicBezTo>
                    <a:pt x="201" y="740"/>
                    <a:pt x="181" y="695"/>
                    <a:pt x="160" y="650"/>
                  </a:cubicBezTo>
                  <a:cubicBezTo>
                    <a:pt x="137" y="607"/>
                    <a:pt x="129" y="558"/>
                    <a:pt x="117" y="512"/>
                  </a:cubicBezTo>
                  <a:cubicBezTo>
                    <a:pt x="107" y="467"/>
                    <a:pt x="87" y="424"/>
                    <a:pt x="86" y="382"/>
                  </a:cubicBezTo>
                  <a:cubicBezTo>
                    <a:pt x="81" y="339"/>
                    <a:pt x="76" y="299"/>
                    <a:pt x="72" y="262"/>
                  </a:cubicBezTo>
                  <a:cubicBezTo>
                    <a:pt x="62" y="188"/>
                    <a:pt x="74" y="120"/>
                    <a:pt x="73" y="76"/>
                  </a:cubicBezTo>
                  <a:cubicBezTo>
                    <a:pt x="74" y="31"/>
                    <a:pt x="75" y="4"/>
                    <a:pt x="75" y="4"/>
                  </a:cubicBezTo>
                  <a:lnTo>
                    <a:pt x="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64"/>
            <p:cNvSpPr/>
            <p:nvPr/>
          </p:nvSpPr>
          <p:spPr>
            <a:xfrm>
              <a:off x="2726465" y="951674"/>
              <a:ext cx="3571" cy="141409"/>
            </a:xfrm>
            <a:custGeom>
              <a:rect b="b" l="l" r="r" t="t"/>
              <a:pathLst>
                <a:path extrusionOk="0" h="3524" w="89">
                  <a:moveTo>
                    <a:pt x="23" y="1"/>
                  </a:moveTo>
                  <a:cubicBezTo>
                    <a:pt x="23" y="1"/>
                    <a:pt x="18" y="221"/>
                    <a:pt x="10" y="551"/>
                  </a:cubicBezTo>
                  <a:cubicBezTo>
                    <a:pt x="4" y="881"/>
                    <a:pt x="2" y="1322"/>
                    <a:pt x="1" y="1762"/>
                  </a:cubicBezTo>
                  <a:cubicBezTo>
                    <a:pt x="2" y="2202"/>
                    <a:pt x="4" y="2643"/>
                    <a:pt x="11" y="2973"/>
                  </a:cubicBezTo>
                  <a:cubicBezTo>
                    <a:pt x="18" y="3303"/>
                    <a:pt x="23" y="3523"/>
                    <a:pt x="23" y="3523"/>
                  </a:cubicBezTo>
                  <a:lnTo>
                    <a:pt x="64" y="3523"/>
                  </a:lnTo>
                  <a:cubicBezTo>
                    <a:pt x="64" y="3523"/>
                    <a:pt x="70" y="3303"/>
                    <a:pt x="78" y="2973"/>
                  </a:cubicBezTo>
                  <a:cubicBezTo>
                    <a:pt x="84" y="2643"/>
                    <a:pt x="86" y="2202"/>
                    <a:pt x="88" y="1762"/>
                  </a:cubicBezTo>
                  <a:cubicBezTo>
                    <a:pt x="86" y="1322"/>
                    <a:pt x="85" y="881"/>
                    <a:pt x="78" y="551"/>
                  </a:cubicBezTo>
                  <a:cubicBezTo>
                    <a:pt x="70" y="221"/>
                    <a:pt x="64" y="1"/>
                    <a:pt x="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64"/>
            <p:cNvSpPr/>
            <p:nvPr/>
          </p:nvSpPr>
          <p:spPr>
            <a:xfrm>
              <a:off x="2395183" y="1136577"/>
              <a:ext cx="19502" cy="59790"/>
            </a:xfrm>
            <a:custGeom>
              <a:rect b="b" l="l" r="r" t="t"/>
              <a:pathLst>
                <a:path extrusionOk="0" h="1490" w="486">
                  <a:moveTo>
                    <a:pt x="455" y="0"/>
                  </a:moveTo>
                  <a:cubicBezTo>
                    <a:pt x="455" y="0"/>
                    <a:pt x="437" y="19"/>
                    <a:pt x="405" y="50"/>
                  </a:cubicBezTo>
                  <a:cubicBezTo>
                    <a:pt x="375" y="82"/>
                    <a:pt x="331" y="129"/>
                    <a:pt x="285" y="191"/>
                  </a:cubicBezTo>
                  <a:cubicBezTo>
                    <a:pt x="191" y="311"/>
                    <a:pt x="86" y="493"/>
                    <a:pt x="33" y="695"/>
                  </a:cubicBezTo>
                  <a:cubicBezTo>
                    <a:pt x="22" y="747"/>
                    <a:pt x="10" y="798"/>
                    <a:pt x="6" y="849"/>
                  </a:cubicBezTo>
                  <a:cubicBezTo>
                    <a:pt x="0" y="900"/>
                    <a:pt x="1" y="951"/>
                    <a:pt x="1" y="1000"/>
                  </a:cubicBezTo>
                  <a:cubicBezTo>
                    <a:pt x="6" y="1049"/>
                    <a:pt x="7" y="1097"/>
                    <a:pt x="19" y="1141"/>
                  </a:cubicBezTo>
                  <a:cubicBezTo>
                    <a:pt x="27" y="1184"/>
                    <a:pt x="39" y="1225"/>
                    <a:pt x="53" y="1262"/>
                  </a:cubicBezTo>
                  <a:cubicBezTo>
                    <a:pt x="63" y="1300"/>
                    <a:pt x="81" y="1332"/>
                    <a:pt x="95" y="1361"/>
                  </a:cubicBezTo>
                  <a:cubicBezTo>
                    <a:pt x="108" y="1390"/>
                    <a:pt x="122" y="1414"/>
                    <a:pt x="134" y="1431"/>
                  </a:cubicBezTo>
                  <a:cubicBezTo>
                    <a:pt x="158" y="1469"/>
                    <a:pt x="171" y="1490"/>
                    <a:pt x="171" y="1490"/>
                  </a:cubicBezTo>
                  <a:lnTo>
                    <a:pt x="207" y="1470"/>
                  </a:lnTo>
                  <a:cubicBezTo>
                    <a:pt x="207" y="1470"/>
                    <a:pt x="197" y="1447"/>
                    <a:pt x="178" y="1407"/>
                  </a:cubicBezTo>
                  <a:cubicBezTo>
                    <a:pt x="156" y="1367"/>
                    <a:pt x="137" y="1312"/>
                    <a:pt x="117" y="1242"/>
                  </a:cubicBezTo>
                  <a:cubicBezTo>
                    <a:pt x="106" y="1207"/>
                    <a:pt x="98" y="1169"/>
                    <a:pt x="93" y="1128"/>
                  </a:cubicBezTo>
                  <a:cubicBezTo>
                    <a:pt x="84" y="1087"/>
                    <a:pt x="86" y="1042"/>
                    <a:pt x="82" y="997"/>
                  </a:cubicBezTo>
                  <a:cubicBezTo>
                    <a:pt x="83" y="952"/>
                    <a:pt x="83" y="906"/>
                    <a:pt x="90" y="859"/>
                  </a:cubicBezTo>
                  <a:cubicBezTo>
                    <a:pt x="95" y="811"/>
                    <a:pt x="108" y="764"/>
                    <a:pt x="117" y="717"/>
                  </a:cubicBezTo>
                  <a:cubicBezTo>
                    <a:pt x="130" y="670"/>
                    <a:pt x="143" y="623"/>
                    <a:pt x="160" y="578"/>
                  </a:cubicBezTo>
                  <a:cubicBezTo>
                    <a:pt x="175" y="532"/>
                    <a:pt x="197" y="490"/>
                    <a:pt x="215" y="448"/>
                  </a:cubicBezTo>
                  <a:cubicBezTo>
                    <a:pt x="257" y="366"/>
                    <a:pt x="297" y="290"/>
                    <a:pt x="340" y="229"/>
                  </a:cubicBezTo>
                  <a:cubicBezTo>
                    <a:pt x="380" y="167"/>
                    <a:pt x="416" y="116"/>
                    <a:pt x="444" y="82"/>
                  </a:cubicBezTo>
                  <a:cubicBezTo>
                    <a:pt x="470" y="48"/>
                    <a:pt x="486" y="28"/>
                    <a:pt x="486" y="28"/>
                  </a:cubicBezTo>
                  <a:lnTo>
                    <a:pt x="45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64"/>
            <p:cNvSpPr/>
            <p:nvPr/>
          </p:nvSpPr>
          <p:spPr>
            <a:xfrm>
              <a:off x="3030382" y="1123977"/>
              <a:ext cx="31340" cy="50842"/>
            </a:xfrm>
            <a:custGeom>
              <a:rect b="b" l="l" r="r" t="t"/>
              <a:pathLst>
                <a:path extrusionOk="0" h="1267" w="781">
                  <a:moveTo>
                    <a:pt x="25" y="0"/>
                  </a:moveTo>
                  <a:lnTo>
                    <a:pt x="0" y="33"/>
                  </a:lnTo>
                  <a:cubicBezTo>
                    <a:pt x="0" y="33"/>
                    <a:pt x="18" y="48"/>
                    <a:pt x="49" y="75"/>
                  </a:cubicBezTo>
                  <a:cubicBezTo>
                    <a:pt x="79" y="103"/>
                    <a:pt x="129" y="138"/>
                    <a:pt x="175" y="188"/>
                  </a:cubicBezTo>
                  <a:cubicBezTo>
                    <a:pt x="199" y="212"/>
                    <a:pt x="225" y="238"/>
                    <a:pt x="253" y="266"/>
                  </a:cubicBezTo>
                  <a:cubicBezTo>
                    <a:pt x="281" y="293"/>
                    <a:pt x="303" y="328"/>
                    <a:pt x="332" y="361"/>
                  </a:cubicBezTo>
                  <a:cubicBezTo>
                    <a:pt x="359" y="394"/>
                    <a:pt x="390" y="426"/>
                    <a:pt x="412" y="465"/>
                  </a:cubicBezTo>
                  <a:cubicBezTo>
                    <a:pt x="438" y="503"/>
                    <a:pt x="462" y="540"/>
                    <a:pt x="487" y="579"/>
                  </a:cubicBezTo>
                  <a:cubicBezTo>
                    <a:pt x="509" y="619"/>
                    <a:pt x="531" y="659"/>
                    <a:pt x="552" y="699"/>
                  </a:cubicBezTo>
                  <a:cubicBezTo>
                    <a:pt x="576" y="738"/>
                    <a:pt x="590" y="781"/>
                    <a:pt x="607" y="820"/>
                  </a:cubicBezTo>
                  <a:cubicBezTo>
                    <a:pt x="621" y="860"/>
                    <a:pt x="643" y="897"/>
                    <a:pt x="652" y="935"/>
                  </a:cubicBezTo>
                  <a:cubicBezTo>
                    <a:pt x="664" y="973"/>
                    <a:pt x="675" y="1008"/>
                    <a:pt x="686" y="1042"/>
                  </a:cubicBezTo>
                  <a:cubicBezTo>
                    <a:pt x="707" y="1107"/>
                    <a:pt x="715" y="1165"/>
                    <a:pt x="726" y="1204"/>
                  </a:cubicBezTo>
                  <a:cubicBezTo>
                    <a:pt x="735" y="1243"/>
                    <a:pt x="741" y="1266"/>
                    <a:pt x="741" y="1266"/>
                  </a:cubicBezTo>
                  <a:lnTo>
                    <a:pt x="781" y="1262"/>
                  </a:lnTo>
                  <a:lnTo>
                    <a:pt x="775" y="1196"/>
                  </a:lnTo>
                  <a:cubicBezTo>
                    <a:pt x="768" y="1155"/>
                    <a:pt x="769" y="1095"/>
                    <a:pt x="750" y="1025"/>
                  </a:cubicBezTo>
                  <a:cubicBezTo>
                    <a:pt x="742" y="990"/>
                    <a:pt x="733" y="953"/>
                    <a:pt x="723" y="912"/>
                  </a:cubicBezTo>
                  <a:cubicBezTo>
                    <a:pt x="715" y="872"/>
                    <a:pt x="697" y="832"/>
                    <a:pt x="682" y="790"/>
                  </a:cubicBezTo>
                  <a:cubicBezTo>
                    <a:pt x="666" y="748"/>
                    <a:pt x="652" y="704"/>
                    <a:pt x="628" y="662"/>
                  </a:cubicBezTo>
                  <a:cubicBezTo>
                    <a:pt x="606" y="620"/>
                    <a:pt x="584" y="577"/>
                    <a:pt x="563" y="534"/>
                  </a:cubicBezTo>
                  <a:cubicBezTo>
                    <a:pt x="535" y="495"/>
                    <a:pt x="508" y="455"/>
                    <a:pt x="481" y="416"/>
                  </a:cubicBezTo>
                  <a:cubicBezTo>
                    <a:pt x="456" y="375"/>
                    <a:pt x="424" y="342"/>
                    <a:pt x="394" y="308"/>
                  </a:cubicBezTo>
                  <a:cubicBezTo>
                    <a:pt x="364" y="274"/>
                    <a:pt x="338" y="239"/>
                    <a:pt x="306" y="213"/>
                  </a:cubicBezTo>
                  <a:cubicBezTo>
                    <a:pt x="274" y="186"/>
                    <a:pt x="245" y="160"/>
                    <a:pt x="218" y="135"/>
                  </a:cubicBezTo>
                  <a:cubicBezTo>
                    <a:pt x="164" y="86"/>
                    <a:pt x="112" y="60"/>
                    <a:pt x="79" y="35"/>
                  </a:cubicBezTo>
                  <a:cubicBezTo>
                    <a:pt x="45" y="13"/>
                    <a:pt x="25" y="0"/>
                    <a:pt x="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64"/>
            <p:cNvSpPr/>
            <p:nvPr/>
          </p:nvSpPr>
          <p:spPr>
            <a:xfrm>
              <a:off x="2513796" y="942525"/>
              <a:ext cx="17094" cy="32022"/>
            </a:xfrm>
            <a:custGeom>
              <a:rect b="b" l="l" r="r" t="t"/>
              <a:pathLst>
                <a:path extrusionOk="0" h="798" w="426">
                  <a:moveTo>
                    <a:pt x="403" y="0"/>
                  </a:moveTo>
                  <a:cubicBezTo>
                    <a:pt x="403" y="0"/>
                    <a:pt x="390" y="7"/>
                    <a:pt x="368" y="19"/>
                  </a:cubicBezTo>
                  <a:cubicBezTo>
                    <a:pt x="347" y="34"/>
                    <a:pt x="312" y="49"/>
                    <a:pt x="278" y="78"/>
                  </a:cubicBezTo>
                  <a:cubicBezTo>
                    <a:pt x="245" y="107"/>
                    <a:pt x="202" y="138"/>
                    <a:pt x="168" y="184"/>
                  </a:cubicBezTo>
                  <a:cubicBezTo>
                    <a:pt x="151" y="206"/>
                    <a:pt x="130" y="227"/>
                    <a:pt x="116" y="254"/>
                  </a:cubicBezTo>
                  <a:cubicBezTo>
                    <a:pt x="101" y="279"/>
                    <a:pt x="85" y="306"/>
                    <a:pt x="70" y="332"/>
                  </a:cubicBezTo>
                  <a:cubicBezTo>
                    <a:pt x="59" y="360"/>
                    <a:pt x="49" y="388"/>
                    <a:pt x="38" y="416"/>
                  </a:cubicBezTo>
                  <a:cubicBezTo>
                    <a:pt x="26" y="444"/>
                    <a:pt x="23" y="473"/>
                    <a:pt x="17" y="500"/>
                  </a:cubicBezTo>
                  <a:cubicBezTo>
                    <a:pt x="2" y="554"/>
                    <a:pt x="5" y="610"/>
                    <a:pt x="3" y="654"/>
                  </a:cubicBezTo>
                  <a:cubicBezTo>
                    <a:pt x="1" y="699"/>
                    <a:pt x="11" y="733"/>
                    <a:pt x="13" y="759"/>
                  </a:cubicBezTo>
                  <a:cubicBezTo>
                    <a:pt x="17" y="783"/>
                    <a:pt x="19" y="797"/>
                    <a:pt x="19" y="797"/>
                  </a:cubicBezTo>
                  <a:lnTo>
                    <a:pt x="60" y="795"/>
                  </a:lnTo>
                  <a:cubicBezTo>
                    <a:pt x="60" y="795"/>
                    <a:pt x="61" y="782"/>
                    <a:pt x="63" y="756"/>
                  </a:cubicBezTo>
                  <a:cubicBezTo>
                    <a:pt x="65" y="732"/>
                    <a:pt x="64" y="694"/>
                    <a:pt x="70" y="654"/>
                  </a:cubicBezTo>
                  <a:cubicBezTo>
                    <a:pt x="76" y="614"/>
                    <a:pt x="81" y="568"/>
                    <a:pt x="96" y="518"/>
                  </a:cubicBezTo>
                  <a:cubicBezTo>
                    <a:pt x="103" y="494"/>
                    <a:pt x="106" y="467"/>
                    <a:pt x="118" y="444"/>
                  </a:cubicBezTo>
                  <a:cubicBezTo>
                    <a:pt x="128" y="419"/>
                    <a:pt x="138" y="394"/>
                    <a:pt x="148" y="369"/>
                  </a:cubicBezTo>
                  <a:cubicBezTo>
                    <a:pt x="161" y="346"/>
                    <a:pt x="175" y="322"/>
                    <a:pt x="187" y="299"/>
                  </a:cubicBezTo>
                  <a:cubicBezTo>
                    <a:pt x="198" y="274"/>
                    <a:pt x="216" y="255"/>
                    <a:pt x="231" y="234"/>
                  </a:cubicBezTo>
                  <a:cubicBezTo>
                    <a:pt x="248" y="215"/>
                    <a:pt x="259" y="193"/>
                    <a:pt x="277" y="176"/>
                  </a:cubicBezTo>
                  <a:cubicBezTo>
                    <a:pt x="293" y="160"/>
                    <a:pt x="308" y="143"/>
                    <a:pt x="322" y="128"/>
                  </a:cubicBezTo>
                  <a:cubicBezTo>
                    <a:pt x="350" y="98"/>
                    <a:pt x="379" y="78"/>
                    <a:pt x="396" y="60"/>
                  </a:cubicBezTo>
                  <a:cubicBezTo>
                    <a:pt x="415" y="44"/>
                    <a:pt x="425" y="35"/>
                    <a:pt x="425" y="35"/>
                  </a:cubicBezTo>
                  <a:lnTo>
                    <a:pt x="4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64"/>
            <p:cNvSpPr/>
            <p:nvPr/>
          </p:nvSpPr>
          <p:spPr>
            <a:xfrm>
              <a:off x="2926415" y="937590"/>
              <a:ext cx="18178" cy="39445"/>
            </a:xfrm>
            <a:custGeom>
              <a:rect b="b" l="l" r="r" t="t"/>
              <a:pathLst>
                <a:path extrusionOk="0" h="983" w="453">
                  <a:moveTo>
                    <a:pt x="30" y="1"/>
                  </a:moveTo>
                  <a:lnTo>
                    <a:pt x="1" y="30"/>
                  </a:lnTo>
                  <a:cubicBezTo>
                    <a:pt x="1" y="30"/>
                    <a:pt x="11" y="43"/>
                    <a:pt x="29" y="66"/>
                  </a:cubicBezTo>
                  <a:cubicBezTo>
                    <a:pt x="48" y="89"/>
                    <a:pt x="78" y="120"/>
                    <a:pt x="105" y="161"/>
                  </a:cubicBezTo>
                  <a:cubicBezTo>
                    <a:pt x="119" y="181"/>
                    <a:pt x="134" y="203"/>
                    <a:pt x="151" y="225"/>
                  </a:cubicBezTo>
                  <a:cubicBezTo>
                    <a:pt x="167" y="247"/>
                    <a:pt x="180" y="275"/>
                    <a:pt x="196" y="300"/>
                  </a:cubicBezTo>
                  <a:cubicBezTo>
                    <a:pt x="230" y="352"/>
                    <a:pt x="254" y="413"/>
                    <a:pt x="282" y="471"/>
                  </a:cubicBezTo>
                  <a:cubicBezTo>
                    <a:pt x="305" y="533"/>
                    <a:pt x="331" y="593"/>
                    <a:pt x="343" y="653"/>
                  </a:cubicBezTo>
                  <a:cubicBezTo>
                    <a:pt x="349" y="683"/>
                    <a:pt x="361" y="711"/>
                    <a:pt x="365" y="739"/>
                  </a:cubicBezTo>
                  <a:cubicBezTo>
                    <a:pt x="370" y="767"/>
                    <a:pt x="374" y="793"/>
                    <a:pt x="379" y="817"/>
                  </a:cubicBezTo>
                  <a:cubicBezTo>
                    <a:pt x="389" y="866"/>
                    <a:pt x="390" y="907"/>
                    <a:pt x="394" y="936"/>
                  </a:cubicBezTo>
                  <a:cubicBezTo>
                    <a:pt x="398" y="965"/>
                    <a:pt x="401" y="981"/>
                    <a:pt x="401" y="981"/>
                  </a:cubicBezTo>
                  <a:lnTo>
                    <a:pt x="442" y="982"/>
                  </a:lnTo>
                  <a:cubicBezTo>
                    <a:pt x="442" y="982"/>
                    <a:pt x="442" y="966"/>
                    <a:pt x="444" y="935"/>
                  </a:cubicBezTo>
                  <a:cubicBezTo>
                    <a:pt x="444" y="905"/>
                    <a:pt x="452" y="862"/>
                    <a:pt x="446" y="810"/>
                  </a:cubicBezTo>
                  <a:cubicBezTo>
                    <a:pt x="443" y="784"/>
                    <a:pt x="441" y="756"/>
                    <a:pt x="438" y="726"/>
                  </a:cubicBezTo>
                  <a:cubicBezTo>
                    <a:pt x="437" y="697"/>
                    <a:pt x="429" y="666"/>
                    <a:pt x="422" y="634"/>
                  </a:cubicBezTo>
                  <a:cubicBezTo>
                    <a:pt x="410" y="569"/>
                    <a:pt x="385" y="505"/>
                    <a:pt x="363" y="438"/>
                  </a:cubicBezTo>
                  <a:cubicBezTo>
                    <a:pt x="332" y="375"/>
                    <a:pt x="303" y="312"/>
                    <a:pt x="265" y="258"/>
                  </a:cubicBezTo>
                  <a:cubicBezTo>
                    <a:pt x="247" y="230"/>
                    <a:pt x="232" y="203"/>
                    <a:pt x="211" y="181"/>
                  </a:cubicBezTo>
                  <a:cubicBezTo>
                    <a:pt x="191" y="158"/>
                    <a:pt x="173" y="136"/>
                    <a:pt x="155" y="116"/>
                  </a:cubicBezTo>
                  <a:cubicBezTo>
                    <a:pt x="122" y="75"/>
                    <a:pt x="87" y="52"/>
                    <a:pt x="66" y="31"/>
                  </a:cubicBezTo>
                  <a:cubicBezTo>
                    <a:pt x="43" y="12"/>
                    <a:pt x="30" y="1"/>
                    <a:pt x="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64"/>
            <p:cNvSpPr/>
            <p:nvPr/>
          </p:nvSpPr>
          <p:spPr>
            <a:xfrm>
              <a:off x="2661421" y="870699"/>
              <a:ext cx="54252" cy="39084"/>
            </a:xfrm>
            <a:custGeom>
              <a:rect b="b" l="l" r="r" t="t"/>
              <a:pathLst>
                <a:path extrusionOk="0" h="974" w="1352">
                  <a:moveTo>
                    <a:pt x="33" y="1"/>
                  </a:moveTo>
                  <a:cubicBezTo>
                    <a:pt x="19" y="1"/>
                    <a:pt x="7" y="10"/>
                    <a:pt x="4" y="24"/>
                  </a:cubicBezTo>
                  <a:cubicBezTo>
                    <a:pt x="0" y="39"/>
                    <a:pt x="10" y="55"/>
                    <a:pt x="26" y="59"/>
                  </a:cubicBezTo>
                  <a:cubicBezTo>
                    <a:pt x="26" y="59"/>
                    <a:pt x="51" y="65"/>
                    <a:pt x="95" y="75"/>
                  </a:cubicBezTo>
                  <a:cubicBezTo>
                    <a:pt x="139" y="87"/>
                    <a:pt x="206" y="95"/>
                    <a:pt x="278" y="119"/>
                  </a:cubicBezTo>
                  <a:cubicBezTo>
                    <a:pt x="313" y="131"/>
                    <a:pt x="351" y="143"/>
                    <a:pt x="392" y="157"/>
                  </a:cubicBezTo>
                  <a:cubicBezTo>
                    <a:pt x="433" y="168"/>
                    <a:pt x="473" y="191"/>
                    <a:pt x="516" y="209"/>
                  </a:cubicBezTo>
                  <a:cubicBezTo>
                    <a:pt x="558" y="230"/>
                    <a:pt x="605" y="244"/>
                    <a:pt x="646" y="273"/>
                  </a:cubicBezTo>
                  <a:cubicBezTo>
                    <a:pt x="687" y="299"/>
                    <a:pt x="729" y="326"/>
                    <a:pt x="771" y="352"/>
                  </a:cubicBezTo>
                  <a:cubicBezTo>
                    <a:pt x="811" y="383"/>
                    <a:pt x="850" y="413"/>
                    <a:pt x="888" y="444"/>
                  </a:cubicBezTo>
                  <a:cubicBezTo>
                    <a:pt x="928" y="472"/>
                    <a:pt x="959" y="510"/>
                    <a:pt x="992" y="543"/>
                  </a:cubicBezTo>
                  <a:cubicBezTo>
                    <a:pt x="1022" y="579"/>
                    <a:pt x="1059" y="607"/>
                    <a:pt x="1083" y="644"/>
                  </a:cubicBezTo>
                  <a:cubicBezTo>
                    <a:pt x="1109" y="678"/>
                    <a:pt x="1134" y="710"/>
                    <a:pt x="1156" y="741"/>
                  </a:cubicBezTo>
                  <a:cubicBezTo>
                    <a:pt x="1203" y="800"/>
                    <a:pt x="1230" y="858"/>
                    <a:pt x="1254" y="896"/>
                  </a:cubicBezTo>
                  <a:cubicBezTo>
                    <a:pt x="1279" y="934"/>
                    <a:pt x="1292" y="956"/>
                    <a:pt x="1292" y="956"/>
                  </a:cubicBezTo>
                  <a:lnTo>
                    <a:pt x="1293" y="960"/>
                  </a:lnTo>
                  <a:cubicBezTo>
                    <a:pt x="1299" y="968"/>
                    <a:pt x="1309" y="973"/>
                    <a:pt x="1319" y="973"/>
                  </a:cubicBezTo>
                  <a:cubicBezTo>
                    <a:pt x="1322" y="973"/>
                    <a:pt x="1326" y="972"/>
                    <a:pt x="1329" y="971"/>
                  </a:cubicBezTo>
                  <a:cubicBezTo>
                    <a:pt x="1344" y="965"/>
                    <a:pt x="1352" y="948"/>
                    <a:pt x="1346" y="933"/>
                  </a:cubicBezTo>
                  <a:cubicBezTo>
                    <a:pt x="1346" y="933"/>
                    <a:pt x="1336" y="908"/>
                    <a:pt x="1319" y="865"/>
                  </a:cubicBezTo>
                  <a:cubicBezTo>
                    <a:pt x="1298" y="823"/>
                    <a:pt x="1282" y="757"/>
                    <a:pt x="1238" y="690"/>
                  </a:cubicBezTo>
                  <a:cubicBezTo>
                    <a:pt x="1216" y="655"/>
                    <a:pt x="1193" y="618"/>
                    <a:pt x="1168" y="579"/>
                  </a:cubicBezTo>
                  <a:cubicBezTo>
                    <a:pt x="1146" y="538"/>
                    <a:pt x="1110" y="504"/>
                    <a:pt x="1077" y="465"/>
                  </a:cubicBezTo>
                  <a:cubicBezTo>
                    <a:pt x="1043" y="428"/>
                    <a:pt x="1011" y="386"/>
                    <a:pt x="968" y="354"/>
                  </a:cubicBezTo>
                  <a:cubicBezTo>
                    <a:pt x="927" y="320"/>
                    <a:pt x="885" y="285"/>
                    <a:pt x="843" y="250"/>
                  </a:cubicBezTo>
                  <a:cubicBezTo>
                    <a:pt x="797" y="222"/>
                    <a:pt x="749" y="195"/>
                    <a:pt x="703" y="168"/>
                  </a:cubicBezTo>
                  <a:cubicBezTo>
                    <a:pt x="659" y="137"/>
                    <a:pt x="608" y="123"/>
                    <a:pt x="562" y="102"/>
                  </a:cubicBezTo>
                  <a:cubicBezTo>
                    <a:pt x="515" y="83"/>
                    <a:pt x="471" y="63"/>
                    <a:pt x="424" y="54"/>
                  </a:cubicBezTo>
                  <a:cubicBezTo>
                    <a:pt x="377" y="44"/>
                    <a:pt x="335" y="34"/>
                    <a:pt x="295" y="25"/>
                  </a:cubicBezTo>
                  <a:cubicBezTo>
                    <a:pt x="216" y="5"/>
                    <a:pt x="151" y="11"/>
                    <a:pt x="106" y="4"/>
                  </a:cubicBezTo>
                  <a:cubicBezTo>
                    <a:pt x="61" y="2"/>
                    <a:pt x="34" y="1"/>
                    <a:pt x="34" y="1"/>
                  </a:cubicBezTo>
                  <a:cubicBezTo>
                    <a:pt x="34" y="1"/>
                    <a:pt x="33" y="1"/>
                    <a:pt x="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64"/>
            <p:cNvSpPr/>
            <p:nvPr/>
          </p:nvSpPr>
          <p:spPr>
            <a:xfrm>
              <a:off x="2806477" y="872384"/>
              <a:ext cx="66050" cy="57422"/>
            </a:xfrm>
            <a:custGeom>
              <a:rect b="b" l="l" r="r" t="t"/>
              <a:pathLst>
                <a:path extrusionOk="0" h="1431" w="1646">
                  <a:moveTo>
                    <a:pt x="34" y="0"/>
                  </a:moveTo>
                  <a:cubicBezTo>
                    <a:pt x="22" y="0"/>
                    <a:pt x="12" y="7"/>
                    <a:pt x="7" y="18"/>
                  </a:cubicBezTo>
                  <a:cubicBezTo>
                    <a:pt x="0" y="33"/>
                    <a:pt x="7" y="51"/>
                    <a:pt x="22" y="57"/>
                  </a:cubicBezTo>
                  <a:cubicBezTo>
                    <a:pt x="22" y="57"/>
                    <a:pt x="53" y="71"/>
                    <a:pt x="107" y="94"/>
                  </a:cubicBezTo>
                  <a:cubicBezTo>
                    <a:pt x="162" y="120"/>
                    <a:pt x="244" y="148"/>
                    <a:pt x="332" y="194"/>
                  </a:cubicBezTo>
                  <a:cubicBezTo>
                    <a:pt x="376" y="216"/>
                    <a:pt x="425" y="240"/>
                    <a:pt x="476" y="265"/>
                  </a:cubicBezTo>
                  <a:cubicBezTo>
                    <a:pt x="528" y="288"/>
                    <a:pt x="577" y="325"/>
                    <a:pt x="631" y="355"/>
                  </a:cubicBezTo>
                  <a:cubicBezTo>
                    <a:pt x="685" y="388"/>
                    <a:pt x="743" y="416"/>
                    <a:pt x="794" y="458"/>
                  </a:cubicBezTo>
                  <a:cubicBezTo>
                    <a:pt x="846" y="496"/>
                    <a:pt x="899" y="535"/>
                    <a:pt x="953" y="575"/>
                  </a:cubicBezTo>
                  <a:cubicBezTo>
                    <a:pt x="1003" y="617"/>
                    <a:pt x="1050" y="663"/>
                    <a:pt x="1099" y="706"/>
                  </a:cubicBezTo>
                  <a:cubicBezTo>
                    <a:pt x="1150" y="747"/>
                    <a:pt x="1190" y="797"/>
                    <a:pt x="1229" y="844"/>
                  </a:cubicBezTo>
                  <a:cubicBezTo>
                    <a:pt x="1267" y="893"/>
                    <a:pt x="1314" y="933"/>
                    <a:pt x="1343" y="982"/>
                  </a:cubicBezTo>
                  <a:cubicBezTo>
                    <a:pt x="1374" y="1029"/>
                    <a:pt x="1403" y="1074"/>
                    <a:pt x="1430" y="1116"/>
                  </a:cubicBezTo>
                  <a:cubicBezTo>
                    <a:pt x="1460" y="1156"/>
                    <a:pt x="1481" y="1196"/>
                    <a:pt x="1497" y="1234"/>
                  </a:cubicBezTo>
                  <a:cubicBezTo>
                    <a:pt x="1515" y="1270"/>
                    <a:pt x="1530" y="1302"/>
                    <a:pt x="1543" y="1328"/>
                  </a:cubicBezTo>
                  <a:cubicBezTo>
                    <a:pt x="1568" y="1380"/>
                    <a:pt x="1584" y="1410"/>
                    <a:pt x="1584" y="1410"/>
                  </a:cubicBezTo>
                  <a:lnTo>
                    <a:pt x="1586" y="1415"/>
                  </a:lnTo>
                  <a:cubicBezTo>
                    <a:pt x="1590" y="1425"/>
                    <a:pt x="1601" y="1431"/>
                    <a:pt x="1612" y="1431"/>
                  </a:cubicBezTo>
                  <a:cubicBezTo>
                    <a:pt x="1615" y="1431"/>
                    <a:pt x="1618" y="1430"/>
                    <a:pt x="1621" y="1429"/>
                  </a:cubicBezTo>
                  <a:cubicBezTo>
                    <a:pt x="1636" y="1424"/>
                    <a:pt x="1645" y="1408"/>
                    <a:pt x="1640" y="1393"/>
                  </a:cubicBezTo>
                  <a:cubicBezTo>
                    <a:pt x="1640" y="1393"/>
                    <a:pt x="1628" y="1360"/>
                    <a:pt x="1609" y="1302"/>
                  </a:cubicBezTo>
                  <a:cubicBezTo>
                    <a:pt x="1599" y="1274"/>
                    <a:pt x="1587" y="1239"/>
                    <a:pt x="1573" y="1199"/>
                  </a:cubicBezTo>
                  <a:cubicBezTo>
                    <a:pt x="1559" y="1158"/>
                    <a:pt x="1543" y="1113"/>
                    <a:pt x="1514" y="1069"/>
                  </a:cubicBezTo>
                  <a:cubicBezTo>
                    <a:pt x="1488" y="1023"/>
                    <a:pt x="1460" y="974"/>
                    <a:pt x="1430" y="922"/>
                  </a:cubicBezTo>
                  <a:cubicBezTo>
                    <a:pt x="1403" y="868"/>
                    <a:pt x="1358" y="823"/>
                    <a:pt x="1318" y="770"/>
                  </a:cubicBezTo>
                  <a:cubicBezTo>
                    <a:pt x="1277" y="719"/>
                    <a:pt x="1236" y="664"/>
                    <a:pt x="1183" y="620"/>
                  </a:cubicBezTo>
                  <a:cubicBezTo>
                    <a:pt x="1133" y="574"/>
                    <a:pt x="1084" y="524"/>
                    <a:pt x="1030" y="479"/>
                  </a:cubicBezTo>
                  <a:cubicBezTo>
                    <a:pt x="974" y="437"/>
                    <a:pt x="917" y="397"/>
                    <a:pt x="861" y="358"/>
                  </a:cubicBezTo>
                  <a:cubicBezTo>
                    <a:pt x="807" y="315"/>
                    <a:pt x="746" y="287"/>
                    <a:pt x="690" y="254"/>
                  </a:cubicBezTo>
                  <a:cubicBezTo>
                    <a:pt x="632" y="224"/>
                    <a:pt x="579" y="190"/>
                    <a:pt x="522" y="169"/>
                  </a:cubicBezTo>
                  <a:cubicBezTo>
                    <a:pt x="467" y="146"/>
                    <a:pt x="416" y="124"/>
                    <a:pt x="367" y="104"/>
                  </a:cubicBezTo>
                  <a:cubicBezTo>
                    <a:pt x="272" y="62"/>
                    <a:pt x="189" y="47"/>
                    <a:pt x="132" y="27"/>
                  </a:cubicBezTo>
                  <a:cubicBezTo>
                    <a:pt x="74" y="11"/>
                    <a:pt x="42" y="2"/>
                    <a:pt x="42" y="2"/>
                  </a:cubicBezTo>
                  <a:cubicBezTo>
                    <a:pt x="39" y="1"/>
                    <a:pt x="36" y="0"/>
                    <a:pt x="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65"/>
          <p:cNvSpPr txBox="1"/>
          <p:nvPr/>
        </p:nvSpPr>
        <p:spPr>
          <a:xfrm>
            <a:off x="0" y="606850"/>
            <a:ext cx="8979000" cy="40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accent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2)</a:t>
            </a:r>
            <a:r>
              <a:rPr lang="en" sz="3000">
                <a:solidFill>
                  <a:schemeClr val="dk2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  </a:t>
            </a:r>
            <a:r>
              <a:rPr lang="en" sz="30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Improved accessibility </a:t>
            </a:r>
            <a:endParaRPr sz="3000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accent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3)</a:t>
            </a:r>
            <a:r>
              <a:rPr lang="en" sz="30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  Cost-Efficiency</a:t>
            </a:r>
            <a:endParaRPr sz="3000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accent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4)</a:t>
            </a:r>
            <a:r>
              <a:rPr lang="en" sz="30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  Early Detection</a:t>
            </a:r>
            <a:endParaRPr sz="3000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accent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5)</a:t>
            </a:r>
            <a:r>
              <a:rPr lang="en" sz="33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 </a:t>
            </a:r>
            <a:r>
              <a:rPr lang="en" sz="30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 Patients after-care using Medical Chatbot</a:t>
            </a:r>
            <a:endParaRPr sz="3000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8" name="Google Shape;1338;p66"/>
          <p:cNvGrpSpPr/>
          <p:nvPr/>
        </p:nvGrpSpPr>
        <p:grpSpPr>
          <a:xfrm flipH="1">
            <a:off x="5397799" y="1943033"/>
            <a:ext cx="2383505" cy="2769595"/>
            <a:chOff x="5845624" y="447160"/>
            <a:chExt cx="1274874" cy="1481463"/>
          </a:xfrm>
        </p:grpSpPr>
        <p:sp>
          <p:nvSpPr>
            <p:cNvPr id="1339" name="Google Shape;1339;p66"/>
            <p:cNvSpPr/>
            <p:nvPr/>
          </p:nvSpPr>
          <p:spPr>
            <a:xfrm>
              <a:off x="6723090" y="1046645"/>
              <a:ext cx="302442" cy="383157"/>
            </a:xfrm>
            <a:custGeom>
              <a:rect b="b" l="l" r="r" t="t"/>
              <a:pathLst>
                <a:path extrusionOk="0" h="5668" w="4474">
                  <a:moveTo>
                    <a:pt x="1357" y="1"/>
                  </a:moveTo>
                  <a:cubicBezTo>
                    <a:pt x="971" y="1"/>
                    <a:pt x="650" y="33"/>
                    <a:pt x="421" y="55"/>
                  </a:cubicBezTo>
                  <a:cubicBezTo>
                    <a:pt x="174" y="83"/>
                    <a:pt x="33" y="99"/>
                    <a:pt x="33" y="99"/>
                  </a:cubicBezTo>
                  <a:cubicBezTo>
                    <a:pt x="14" y="101"/>
                    <a:pt x="0" y="118"/>
                    <a:pt x="2" y="136"/>
                  </a:cubicBezTo>
                  <a:cubicBezTo>
                    <a:pt x="4" y="154"/>
                    <a:pt x="19" y="167"/>
                    <a:pt x="36" y="167"/>
                  </a:cubicBezTo>
                  <a:cubicBezTo>
                    <a:pt x="38" y="167"/>
                    <a:pt x="39" y="167"/>
                    <a:pt x="40" y="167"/>
                  </a:cubicBezTo>
                  <a:cubicBezTo>
                    <a:pt x="40" y="167"/>
                    <a:pt x="181" y="156"/>
                    <a:pt x="428" y="136"/>
                  </a:cubicBezTo>
                  <a:cubicBezTo>
                    <a:pt x="617" y="123"/>
                    <a:pt x="870" y="110"/>
                    <a:pt x="1167" y="110"/>
                  </a:cubicBezTo>
                  <a:cubicBezTo>
                    <a:pt x="1258" y="110"/>
                    <a:pt x="1353" y="111"/>
                    <a:pt x="1452" y="114"/>
                  </a:cubicBezTo>
                  <a:cubicBezTo>
                    <a:pt x="1663" y="122"/>
                    <a:pt x="1892" y="139"/>
                    <a:pt x="2127" y="180"/>
                  </a:cubicBezTo>
                  <a:cubicBezTo>
                    <a:pt x="2360" y="226"/>
                    <a:pt x="2610" y="293"/>
                    <a:pt x="2809" y="441"/>
                  </a:cubicBezTo>
                  <a:cubicBezTo>
                    <a:pt x="2906" y="515"/>
                    <a:pt x="2984" y="614"/>
                    <a:pt x="3017" y="730"/>
                  </a:cubicBezTo>
                  <a:cubicBezTo>
                    <a:pt x="3051" y="846"/>
                    <a:pt x="3046" y="978"/>
                    <a:pt x="3013" y="1102"/>
                  </a:cubicBezTo>
                  <a:cubicBezTo>
                    <a:pt x="2947" y="1359"/>
                    <a:pt x="2781" y="1589"/>
                    <a:pt x="2625" y="1825"/>
                  </a:cubicBezTo>
                  <a:cubicBezTo>
                    <a:pt x="2546" y="1943"/>
                    <a:pt x="2465" y="2064"/>
                    <a:pt x="2398" y="2194"/>
                  </a:cubicBezTo>
                  <a:cubicBezTo>
                    <a:pt x="2330" y="2323"/>
                    <a:pt x="2275" y="2468"/>
                    <a:pt x="2267" y="2623"/>
                  </a:cubicBezTo>
                  <a:cubicBezTo>
                    <a:pt x="2257" y="2780"/>
                    <a:pt x="2313" y="2936"/>
                    <a:pt x="2398" y="3057"/>
                  </a:cubicBezTo>
                  <a:cubicBezTo>
                    <a:pt x="2480" y="3171"/>
                    <a:pt x="2562" y="3277"/>
                    <a:pt x="2645" y="3383"/>
                  </a:cubicBezTo>
                  <a:cubicBezTo>
                    <a:pt x="2973" y="3804"/>
                    <a:pt x="3289" y="4187"/>
                    <a:pt x="3553" y="4522"/>
                  </a:cubicBezTo>
                  <a:cubicBezTo>
                    <a:pt x="3818" y="4855"/>
                    <a:pt x="4040" y="5132"/>
                    <a:pt x="4185" y="5332"/>
                  </a:cubicBezTo>
                  <a:cubicBezTo>
                    <a:pt x="4335" y="5530"/>
                    <a:pt x="4404" y="5651"/>
                    <a:pt x="4405" y="5651"/>
                  </a:cubicBezTo>
                  <a:cubicBezTo>
                    <a:pt x="4411" y="5661"/>
                    <a:pt x="4423" y="5667"/>
                    <a:pt x="4434" y="5667"/>
                  </a:cubicBezTo>
                  <a:cubicBezTo>
                    <a:pt x="4440" y="5667"/>
                    <a:pt x="4446" y="5666"/>
                    <a:pt x="4451" y="5663"/>
                  </a:cubicBezTo>
                  <a:cubicBezTo>
                    <a:pt x="4467" y="5654"/>
                    <a:pt x="4473" y="5633"/>
                    <a:pt x="4465" y="5617"/>
                  </a:cubicBezTo>
                  <a:cubicBezTo>
                    <a:pt x="4465" y="5617"/>
                    <a:pt x="4395" y="5489"/>
                    <a:pt x="4252" y="5285"/>
                  </a:cubicBezTo>
                  <a:cubicBezTo>
                    <a:pt x="4109" y="5080"/>
                    <a:pt x="3901" y="4791"/>
                    <a:pt x="3640" y="4454"/>
                  </a:cubicBezTo>
                  <a:cubicBezTo>
                    <a:pt x="3380" y="4116"/>
                    <a:pt x="3076" y="3722"/>
                    <a:pt x="2752" y="3300"/>
                  </a:cubicBezTo>
                  <a:cubicBezTo>
                    <a:pt x="2671" y="3196"/>
                    <a:pt x="2588" y="3087"/>
                    <a:pt x="2512" y="2978"/>
                  </a:cubicBezTo>
                  <a:cubicBezTo>
                    <a:pt x="2440" y="2875"/>
                    <a:pt x="2398" y="2755"/>
                    <a:pt x="2407" y="2630"/>
                  </a:cubicBezTo>
                  <a:cubicBezTo>
                    <a:pt x="2422" y="2377"/>
                    <a:pt x="2590" y="2138"/>
                    <a:pt x="2745" y="1906"/>
                  </a:cubicBezTo>
                  <a:cubicBezTo>
                    <a:pt x="2901" y="1671"/>
                    <a:pt x="3074" y="1429"/>
                    <a:pt x="3149" y="1138"/>
                  </a:cubicBezTo>
                  <a:cubicBezTo>
                    <a:pt x="3186" y="993"/>
                    <a:pt x="3193" y="838"/>
                    <a:pt x="3150" y="690"/>
                  </a:cubicBezTo>
                  <a:cubicBezTo>
                    <a:pt x="3106" y="542"/>
                    <a:pt x="3006" y="419"/>
                    <a:pt x="2891" y="332"/>
                  </a:cubicBezTo>
                  <a:cubicBezTo>
                    <a:pt x="2658" y="162"/>
                    <a:pt x="2393" y="100"/>
                    <a:pt x="2149" y="57"/>
                  </a:cubicBezTo>
                  <a:cubicBezTo>
                    <a:pt x="1903" y="18"/>
                    <a:pt x="1670" y="5"/>
                    <a:pt x="1455" y="1"/>
                  </a:cubicBezTo>
                  <a:cubicBezTo>
                    <a:pt x="1422" y="1"/>
                    <a:pt x="1389" y="1"/>
                    <a:pt x="13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40" name="Google Shape;1340;p66"/>
            <p:cNvGrpSpPr/>
            <p:nvPr/>
          </p:nvGrpSpPr>
          <p:grpSpPr>
            <a:xfrm>
              <a:off x="5845624" y="447160"/>
              <a:ext cx="1274874" cy="1481463"/>
              <a:chOff x="5845624" y="447160"/>
              <a:chExt cx="1274874" cy="1481463"/>
            </a:xfrm>
          </p:grpSpPr>
          <p:sp>
            <p:nvSpPr>
              <p:cNvPr id="1341" name="Google Shape;1341;p66"/>
              <p:cNvSpPr/>
              <p:nvPr/>
            </p:nvSpPr>
            <p:spPr>
              <a:xfrm>
                <a:off x="6149154" y="714522"/>
                <a:ext cx="971344" cy="1214096"/>
              </a:xfrm>
              <a:custGeom>
                <a:rect b="b" l="l" r="r" t="t"/>
                <a:pathLst>
                  <a:path extrusionOk="0" h="17960" w="14369">
                    <a:moveTo>
                      <a:pt x="6805" y="1"/>
                    </a:moveTo>
                    <a:cubicBezTo>
                      <a:pt x="6399" y="1"/>
                      <a:pt x="6026" y="47"/>
                      <a:pt x="5713" y="137"/>
                    </a:cubicBezTo>
                    <a:cubicBezTo>
                      <a:pt x="4344" y="528"/>
                      <a:pt x="3780" y="5350"/>
                      <a:pt x="3562" y="5437"/>
                    </a:cubicBezTo>
                    <a:cubicBezTo>
                      <a:pt x="3345" y="5524"/>
                      <a:pt x="0" y="7914"/>
                      <a:pt x="66" y="8348"/>
                    </a:cubicBezTo>
                    <a:cubicBezTo>
                      <a:pt x="130" y="8782"/>
                      <a:pt x="2380" y="12475"/>
                      <a:pt x="2619" y="14278"/>
                    </a:cubicBezTo>
                    <a:cubicBezTo>
                      <a:pt x="2758" y="15334"/>
                      <a:pt x="2764" y="17197"/>
                      <a:pt x="2771" y="17959"/>
                    </a:cubicBezTo>
                    <a:lnTo>
                      <a:pt x="9474" y="17959"/>
                    </a:lnTo>
                    <a:cubicBezTo>
                      <a:pt x="9506" y="17311"/>
                      <a:pt x="9614" y="15789"/>
                      <a:pt x="9949" y="15603"/>
                    </a:cubicBezTo>
                    <a:cubicBezTo>
                      <a:pt x="10092" y="15524"/>
                      <a:pt x="10296" y="15496"/>
                      <a:pt x="10528" y="15496"/>
                    </a:cubicBezTo>
                    <a:cubicBezTo>
                      <a:pt x="11084" y="15496"/>
                      <a:pt x="11794" y="15656"/>
                      <a:pt x="12169" y="15656"/>
                    </a:cubicBezTo>
                    <a:cubicBezTo>
                      <a:pt x="12283" y="15656"/>
                      <a:pt x="12365" y="15642"/>
                      <a:pt x="12404" y="15603"/>
                    </a:cubicBezTo>
                    <a:cubicBezTo>
                      <a:pt x="12621" y="15386"/>
                      <a:pt x="12969" y="11389"/>
                      <a:pt x="13121" y="11237"/>
                    </a:cubicBezTo>
                    <a:cubicBezTo>
                      <a:pt x="13273" y="11085"/>
                      <a:pt x="14210" y="10943"/>
                      <a:pt x="14290" y="10063"/>
                    </a:cubicBezTo>
                    <a:cubicBezTo>
                      <a:pt x="14368" y="9184"/>
                      <a:pt x="12476" y="7967"/>
                      <a:pt x="12165" y="7457"/>
                    </a:cubicBezTo>
                    <a:cubicBezTo>
                      <a:pt x="11889" y="7005"/>
                      <a:pt x="12773" y="6219"/>
                      <a:pt x="12795" y="5871"/>
                    </a:cubicBezTo>
                    <a:cubicBezTo>
                      <a:pt x="12816" y="5524"/>
                      <a:pt x="12425" y="3221"/>
                      <a:pt x="11013" y="1700"/>
                    </a:cubicBezTo>
                    <a:cubicBezTo>
                      <a:pt x="9924" y="528"/>
                      <a:pt x="8176" y="1"/>
                      <a:pt x="6805" y="1"/>
                    </a:cubicBezTo>
                    <a:close/>
                  </a:path>
                </a:pathLst>
              </a:custGeom>
              <a:solidFill>
                <a:srgbClr val="D3847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2" name="Google Shape;1342;p66"/>
              <p:cNvSpPr/>
              <p:nvPr/>
            </p:nvSpPr>
            <p:spPr>
              <a:xfrm>
                <a:off x="6149898" y="1099509"/>
                <a:ext cx="834860" cy="829114"/>
              </a:xfrm>
              <a:custGeom>
                <a:rect b="b" l="l" r="r" t="t"/>
                <a:pathLst>
                  <a:path extrusionOk="0" h="12265" w="12350">
                    <a:moveTo>
                      <a:pt x="3151" y="0"/>
                    </a:moveTo>
                    <a:cubicBezTo>
                      <a:pt x="2213" y="646"/>
                      <a:pt x="0" y="2299"/>
                      <a:pt x="55" y="2653"/>
                    </a:cubicBezTo>
                    <a:cubicBezTo>
                      <a:pt x="119" y="3087"/>
                      <a:pt x="2369" y="6780"/>
                      <a:pt x="2608" y="8583"/>
                    </a:cubicBezTo>
                    <a:cubicBezTo>
                      <a:pt x="2747" y="9639"/>
                      <a:pt x="2753" y="11502"/>
                      <a:pt x="2760" y="12264"/>
                    </a:cubicBezTo>
                    <a:lnTo>
                      <a:pt x="9463" y="12264"/>
                    </a:lnTo>
                    <a:cubicBezTo>
                      <a:pt x="9495" y="11616"/>
                      <a:pt x="9603" y="10094"/>
                      <a:pt x="9938" y="9908"/>
                    </a:cubicBezTo>
                    <a:cubicBezTo>
                      <a:pt x="10081" y="9829"/>
                      <a:pt x="10286" y="9801"/>
                      <a:pt x="10518" y="9801"/>
                    </a:cubicBezTo>
                    <a:cubicBezTo>
                      <a:pt x="11073" y="9801"/>
                      <a:pt x="11782" y="9961"/>
                      <a:pt x="12157" y="9961"/>
                    </a:cubicBezTo>
                    <a:cubicBezTo>
                      <a:pt x="12238" y="9961"/>
                      <a:pt x="12304" y="9953"/>
                      <a:pt x="12349" y="9935"/>
                    </a:cubicBezTo>
                    <a:cubicBezTo>
                      <a:pt x="8760" y="9573"/>
                      <a:pt x="6116" y="6961"/>
                      <a:pt x="5289" y="3066"/>
                    </a:cubicBezTo>
                    <a:cubicBezTo>
                      <a:pt x="5019" y="1580"/>
                      <a:pt x="4220" y="593"/>
                      <a:pt x="3151" y="0"/>
                    </a:cubicBezTo>
                    <a:close/>
                  </a:path>
                </a:pathLst>
              </a:custGeom>
              <a:solidFill>
                <a:srgbClr val="AB6D6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3" name="Google Shape;1343;p66"/>
              <p:cNvSpPr/>
              <p:nvPr/>
            </p:nvSpPr>
            <p:spPr>
              <a:xfrm>
                <a:off x="5999958" y="514761"/>
                <a:ext cx="978104" cy="1213420"/>
              </a:xfrm>
              <a:custGeom>
                <a:rect b="b" l="l" r="r" t="t"/>
                <a:pathLst>
                  <a:path extrusionOk="0" h="17950" w="14469">
                    <a:moveTo>
                      <a:pt x="8539" y="1"/>
                    </a:moveTo>
                    <a:cubicBezTo>
                      <a:pt x="8445" y="1"/>
                      <a:pt x="8340" y="11"/>
                      <a:pt x="8223" y="34"/>
                    </a:cubicBezTo>
                    <a:cubicBezTo>
                      <a:pt x="7889" y="100"/>
                      <a:pt x="7795" y="335"/>
                      <a:pt x="7814" y="618"/>
                    </a:cubicBezTo>
                    <a:cubicBezTo>
                      <a:pt x="7775" y="553"/>
                      <a:pt x="7717" y="489"/>
                      <a:pt x="7630" y="428"/>
                    </a:cubicBezTo>
                    <a:cubicBezTo>
                      <a:pt x="7364" y="240"/>
                      <a:pt x="7149" y="171"/>
                      <a:pt x="6974" y="171"/>
                    </a:cubicBezTo>
                    <a:cubicBezTo>
                      <a:pt x="6488" y="171"/>
                      <a:pt x="6312" y="702"/>
                      <a:pt x="6221" y="702"/>
                    </a:cubicBezTo>
                    <a:cubicBezTo>
                      <a:pt x="6220" y="702"/>
                      <a:pt x="6219" y="702"/>
                      <a:pt x="6218" y="702"/>
                    </a:cubicBezTo>
                    <a:cubicBezTo>
                      <a:pt x="6135" y="690"/>
                      <a:pt x="5936" y="435"/>
                      <a:pt x="5557" y="435"/>
                    </a:cubicBezTo>
                    <a:cubicBezTo>
                      <a:pt x="5385" y="435"/>
                      <a:pt x="5177" y="487"/>
                      <a:pt x="4925" y="639"/>
                    </a:cubicBezTo>
                    <a:cubicBezTo>
                      <a:pt x="4804" y="711"/>
                      <a:pt x="4732" y="798"/>
                      <a:pt x="4697" y="892"/>
                    </a:cubicBezTo>
                    <a:cubicBezTo>
                      <a:pt x="4636" y="870"/>
                      <a:pt x="4564" y="856"/>
                      <a:pt x="4477" y="854"/>
                    </a:cubicBezTo>
                    <a:cubicBezTo>
                      <a:pt x="4453" y="853"/>
                      <a:pt x="4429" y="853"/>
                      <a:pt x="4405" y="853"/>
                    </a:cubicBezTo>
                    <a:cubicBezTo>
                      <a:pt x="3252" y="853"/>
                      <a:pt x="3558" y="1807"/>
                      <a:pt x="3449" y="1858"/>
                    </a:cubicBezTo>
                    <a:cubicBezTo>
                      <a:pt x="3435" y="1864"/>
                      <a:pt x="3413" y="1866"/>
                      <a:pt x="3385" y="1866"/>
                    </a:cubicBezTo>
                    <a:cubicBezTo>
                      <a:pt x="3346" y="1866"/>
                      <a:pt x="3295" y="1863"/>
                      <a:pt x="3235" y="1863"/>
                    </a:cubicBezTo>
                    <a:cubicBezTo>
                      <a:pt x="2995" y="1863"/>
                      <a:pt x="2618" y="1922"/>
                      <a:pt x="2334" y="2516"/>
                    </a:cubicBezTo>
                    <a:cubicBezTo>
                      <a:pt x="2258" y="2673"/>
                      <a:pt x="2256" y="2806"/>
                      <a:pt x="2304" y="2920"/>
                    </a:cubicBezTo>
                    <a:cubicBezTo>
                      <a:pt x="2264" y="2928"/>
                      <a:pt x="2223" y="2939"/>
                      <a:pt x="2178" y="2955"/>
                    </a:cubicBezTo>
                    <a:cubicBezTo>
                      <a:pt x="1015" y="3382"/>
                      <a:pt x="1686" y="4181"/>
                      <a:pt x="1602" y="4271"/>
                    </a:cubicBezTo>
                    <a:cubicBezTo>
                      <a:pt x="1519" y="4362"/>
                      <a:pt x="874" y="4360"/>
                      <a:pt x="815" y="5300"/>
                    </a:cubicBezTo>
                    <a:cubicBezTo>
                      <a:pt x="807" y="5441"/>
                      <a:pt x="837" y="5550"/>
                      <a:pt x="895" y="5632"/>
                    </a:cubicBezTo>
                    <a:cubicBezTo>
                      <a:pt x="841" y="5669"/>
                      <a:pt x="789" y="5722"/>
                      <a:pt x="738" y="5791"/>
                    </a:cubicBezTo>
                    <a:cubicBezTo>
                      <a:pt x="1" y="6787"/>
                      <a:pt x="1000" y="7086"/>
                      <a:pt x="979" y="7208"/>
                    </a:cubicBezTo>
                    <a:cubicBezTo>
                      <a:pt x="959" y="7329"/>
                      <a:pt x="420" y="7682"/>
                      <a:pt x="887" y="8499"/>
                    </a:cubicBezTo>
                    <a:cubicBezTo>
                      <a:pt x="996" y="8690"/>
                      <a:pt x="1139" y="8762"/>
                      <a:pt x="1296" y="8762"/>
                    </a:cubicBezTo>
                    <a:cubicBezTo>
                      <a:pt x="1315" y="8762"/>
                      <a:pt x="1334" y="8761"/>
                      <a:pt x="1354" y="8759"/>
                    </a:cubicBezTo>
                    <a:lnTo>
                      <a:pt x="1354" y="8759"/>
                    </a:lnTo>
                    <a:cubicBezTo>
                      <a:pt x="1301" y="8808"/>
                      <a:pt x="1251" y="8873"/>
                      <a:pt x="1207" y="8963"/>
                    </a:cubicBezTo>
                    <a:cubicBezTo>
                      <a:pt x="668" y="10078"/>
                      <a:pt x="1704" y="10188"/>
                      <a:pt x="1707" y="10311"/>
                    </a:cubicBezTo>
                    <a:cubicBezTo>
                      <a:pt x="1709" y="10434"/>
                      <a:pt x="1244" y="10881"/>
                      <a:pt x="1854" y="11598"/>
                    </a:cubicBezTo>
                    <a:cubicBezTo>
                      <a:pt x="1970" y="11734"/>
                      <a:pt x="2094" y="11789"/>
                      <a:pt x="2219" y="11789"/>
                    </a:cubicBezTo>
                    <a:cubicBezTo>
                      <a:pt x="2275" y="11789"/>
                      <a:pt x="2331" y="11778"/>
                      <a:pt x="2387" y="11758"/>
                    </a:cubicBezTo>
                    <a:lnTo>
                      <a:pt x="2387" y="11758"/>
                    </a:lnTo>
                    <a:cubicBezTo>
                      <a:pt x="2360" y="11795"/>
                      <a:pt x="2334" y="11835"/>
                      <a:pt x="2310" y="11884"/>
                    </a:cubicBezTo>
                    <a:cubicBezTo>
                      <a:pt x="1770" y="13000"/>
                      <a:pt x="2807" y="13109"/>
                      <a:pt x="2810" y="13232"/>
                    </a:cubicBezTo>
                    <a:cubicBezTo>
                      <a:pt x="2812" y="13355"/>
                      <a:pt x="2347" y="13802"/>
                      <a:pt x="2957" y="14519"/>
                    </a:cubicBezTo>
                    <a:cubicBezTo>
                      <a:pt x="3062" y="14642"/>
                      <a:pt x="3174" y="14698"/>
                      <a:pt x="3287" y="14708"/>
                    </a:cubicBezTo>
                    <a:cubicBezTo>
                      <a:pt x="3106" y="15495"/>
                      <a:pt x="3913" y="15594"/>
                      <a:pt x="3916" y="15702"/>
                    </a:cubicBezTo>
                    <a:cubicBezTo>
                      <a:pt x="3918" y="15825"/>
                      <a:pt x="3452" y="16273"/>
                      <a:pt x="4063" y="16989"/>
                    </a:cubicBezTo>
                    <a:cubicBezTo>
                      <a:pt x="4164" y="17108"/>
                      <a:pt x="4270" y="17164"/>
                      <a:pt x="4379" y="17177"/>
                    </a:cubicBezTo>
                    <a:cubicBezTo>
                      <a:pt x="4487" y="17581"/>
                      <a:pt x="4591" y="17777"/>
                      <a:pt x="4901" y="17950"/>
                    </a:cubicBezTo>
                    <a:cubicBezTo>
                      <a:pt x="4901" y="17950"/>
                      <a:pt x="6962" y="13640"/>
                      <a:pt x="8400" y="10204"/>
                    </a:cubicBezTo>
                    <a:cubicBezTo>
                      <a:pt x="9955" y="6490"/>
                      <a:pt x="7742" y="3912"/>
                      <a:pt x="8569" y="3912"/>
                    </a:cubicBezTo>
                    <a:cubicBezTo>
                      <a:pt x="8574" y="3912"/>
                      <a:pt x="8579" y="3912"/>
                      <a:pt x="8584" y="3912"/>
                    </a:cubicBezTo>
                    <a:cubicBezTo>
                      <a:pt x="9354" y="3939"/>
                      <a:pt x="12503" y="5237"/>
                      <a:pt x="13414" y="5237"/>
                    </a:cubicBezTo>
                    <a:cubicBezTo>
                      <a:pt x="13496" y="5237"/>
                      <a:pt x="13559" y="5226"/>
                      <a:pt x="13601" y="5204"/>
                    </a:cubicBezTo>
                    <a:cubicBezTo>
                      <a:pt x="13739" y="5179"/>
                      <a:pt x="13859" y="5089"/>
                      <a:pt x="13951" y="4889"/>
                    </a:cubicBezTo>
                    <a:cubicBezTo>
                      <a:pt x="14468" y="3762"/>
                      <a:pt x="13429" y="3675"/>
                      <a:pt x="13424" y="3552"/>
                    </a:cubicBezTo>
                    <a:cubicBezTo>
                      <a:pt x="13419" y="3429"/>
                      <a:pt x="13876" y="2972"/>
                      <a:pt x="13250" y="2268"/>
                    </a:cubicBezTo>
                    <a:cubicBezTo>
                      <a:pt x="13134" y="2138"/>
                      <a:pt x="13013" y="2084"/>
                      <a:pt x="12889" y="2084"/>
                    </a:cubicBezTo>
                    <a:cubicBezTo>
                      <a:pt x="12887" y="2084"/>
                      <a:pt x="12885" y="2084"/>
                      <a:pt x="12883" y="2084"/>
                    </a:cubicBezTo>
                    <a:cubicBezTo>
                      <a:pt x="12889" y="2019"/>
                      <a:pt x="12887" y="1948"/>
                      <a:pt x="12872" y="1873"/>
                    </a:cubicBezTo>
                    <a:cubicBezTo>
                      <a:pt x="12764" y="1351"/>
                      <a:pt x="12492" y="1244"/>
                      <a:pt x="12254" y="1244"/>
                    </a:cubicBezTo>
                    <a:cubicBezTo>
                      <a:pt x="12089" y="1244"/>
                      <a:pt x="11940" y="1296"/>
                      <a:pt x="11875" y="1296"/>
                    </a:cubicBezTo>
                    <a:cubicBezTo>
                      <a:pt x="11860" y="1296"/>
                      <a:pt x="11850" y="1293"/>
                      <a:pt x="11845" y="1287"/>
                    </a:cubicBezTo>
                    <a:cubicBezTo>
                      <a:pt x="11780" y="1212"/>
                      <a:pt x="11872" y="698"/>
                      <a:pt x="11090" y="561"/>
                    </a:cubicBezTo>
                    <a:cubicBezTo>
                      <a:pt x="11053" y="555"/>
                      <a:pt x="11018" y="552"/>
                      <a:pt x="10985" y="552"/>
                    </a:cubicBezTo>
                    <a:cubicBezTo>
                      <a:pt x="10885" y="552"/>
                      <a:pt x="10805" y="580"/>
                      <a:pt x="10740" y="629"/>
                    </a:cubicBezTo>
                    <a:cubicBezTo>
                      <a:pt x="10508" y="345"/>
                      <a:pt x="10289" y="255"/>
                      <a:pt x="10098" y="255"/>
                    </a:cubicBezTo>
                    <a:cubicBezTo>
                      <a:pt x="9762" y="255"/>
                      <a:pt x="9513" y="536"/>
                      <a:pt x="9430" y="536"/>
                    </a:cubicBezTo>
                    <a:cubicBezTo>
                      <a:pt x="9425" y="536"/>
                      <a:pt x="9421" y="535"/>
                      <a:pt x="9417" y="533"/>
                    </a:cubicBezTo>
                    <a:cubicBezTo>
                      <a:pt x="9323" y="483"/>
                      <a:pt x="9187" y="1"/>
                      <a:pt x="8539" y="1"/>
                    </a:cubicBezTo>
                    <a:close/>
                  </a:path>
                </a:pathLst>
              </a:custGeom>
              <a:solidFill>
                <a:srgbClr val="3C35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4" name="Google Shape;1344;p66"/>
              <p:cNvSpPr/>
              <p:nvPr/>
            </p:nvSpPr>
            <p:spPr>
              <a:xfrm>
                <a:off x="6370752" y="1062869"/>
                <a:ext cx="227677" cy="326238"/>
              </a:xfrm>
              <a:custGeom>
                <a:rect b="b" l="l" r="r" t="t"/>
                <a:pathLst>
                  <a:path extrusionOk="0" h="4826" w="3368">
                    <a:moveTo>
                      <a:pt x="1537" y="0"/>
                    </a:moveTo>
                    <a:cubicBezTo>
                      <a:pt x="1443" y="0"/>
                      <a:pt x="1342" y="22"/>
                      <a:pt x="1235" y="71"/>
                    </a:cubicBezTo>
                    <a:cubicBezTo>
                      <a:pt x="108" y="590"/>
                      <a:pt x="1" y="4038"/>
                      <a:pt x="1353" y="4626"/>
                    </a:cubicBezTo>
                    <a:cubicBezTo>
                      <a:pt x="1655" y="4757"/>
                      <a:pt x="1930" y="4826"/>
                      <a:pt x="2168" y="4826"/>
                    </a:cubicBezTo>
                    <a:cubicBezTo>
                      <a:pt x="2996" y="4826"/>
                      <a:pt x="3368" y="3991"/>
                      <a:pt x="2813" y="2034"/>
                    </a:cubicBezTo>
                    <a:cubicBezTo>
                      <a:pt x="2813" y="2034"/>
                      <a:pt x="2444" y="0"/>
                      <a:pt x="1537" y="0"/>
                    </a:cubicBezTo>
                    <a:close/>
                  </a:path>
                </a:pathLst>
              </a:custGeom>
              <a:solidFill>
                <a:srgbClr val="D3847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345" name="Google Shape;1345;p66"/>
              <p:cNvGrpSpPr/>
              <p:nvPr/>
            </p:nvGrpSpPr>
            <p:grpSpPr>
              <a:xfrm>
                <a:off x="5845624" y="447160"/>
                <a:ext cx="803436" cy="1165641"/>
                <a:chOff x="5845624" y="447160"/>
                <a:chExt cx="803436" cy="1165641"/>
              </a:xfrm>
            </p:grpSpPr>
            <p:grpSp>
              <p:nvGrpSpPr>
                <p:cNvPr id="1346" name="Google Shape;1346;p66"/>
                <p:cNvGrpSpPr/>
                <p:nvPr/>
              </p:nvGrpSpPr>
              <p:grpSpPr>
                <a:xfrm>
                  <a:off x="5845624" y="612579"/>
                  <a:ext cx="732378" cy="827769"/>
                  <a:chOff x="5845624" y="612579"/>
                  <a:chExt cx="732378" cy="827769"/>
                </a:xfrm>
              </p:grpSpPr>
              <p:sp>
                <p:nvSpPr>
                  <p:cNvPr id="1347" name="Google Shape;1347;p66"/>
                  <p:cNvSpPr/>
                  <p:nvPr/>
                </p:nvSpPr>
                <p:spPr>
                  <a:xfrm>
                    <a:off x="5845624" y="612579"/>
                    <a:ext cx="732378" cy="825193"/>
                  </a:xfrm>
                  <a:custGeom>
                    <a:rect b="b" l="l" r="r" t="t"/>
                    <a:pathLst>
                      <a:path extrusionOk="0" h="12207" w="10834">
                        <a:moveTo>
                          <a:pt x="7454" y="1"/>
                        </a:moveTo>
                        <a:cubicBezTo>
                          <a:pt x="7149" y="1"/>
                          <a:pt x="6819" y="57"/>
                          <a:pt x="6462" y="180"/>
                        </a:cubicBezTo>
                        <a:cubicBezTo>
                          <a:pt x="2953" y="1384"/>
                          <a:pt x="5465" y="5615"/>
                          <a:pt x="5231" y="5720"/>
                        </a:cubicBezTo>
                        <a:cubicBezTo>
                          <a:pt x="5225" y="5722"/>
                          <a:pt x="5217" y="5724"/>
                          <a:pt x="5207" y="5724"/>
                        </a:cubicBezTo>
                        <a:cubicBezTo>
                          <a:pt x="5013" y="5724"/>
                          <a:pt x="4083" y="5285"/>
                          <a:pt x="3107" y="5285"/>
                        </a:cubicBezTo>
                        <a:cubicBezTo>
                          <a:pt x="2099" y="5285"/>
                          <a:pt x="1041" y="5754"/>
                          <a:pt x="696" y="7661"/>
                        </a:cubicBezTo>
                        <a:cubicBezTo>
                          <a:pt x="0" y="11512"/>
                          <a:pt x="4133" y="11022"/>
                          <a:pt x="6114" y="11219"/>
                        </a:cubicBezTo>
                        <a:cubicBezTo>
                          <a:pt x="7553" y="11361"/>
                          <a:pt x="9252" y="12207"/>
                          <a:pt x="9528" y="12207"/>
                        </a:cubicBezTo>
                        <a:cubicBezTo>
                          <a:pt x="9533" y="12207"/>
                          <a:pt x="9537" y="12207"/>
                          <a:pt x="9541" y="12206"/>
                        </a:cubicBezTo>
                        <a:cubicBezTo>
                          <a:pt x="9745" y="12178"/>
                          <a:pt x="9234" y="9283"/>
                          <a:pt x="10076" y="6718"/>
                        </a:cubicBezTo>
                        <a:cubicBezTo>
                          <a:pt x="10833" y="4413"/>
                          <a:pt x="10146" y="1"/>
                          <a:pt x="7454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48" name="Google Shape;1348;p66"/>
                  <p:cNvSpPr/>
                  <p:nvPr/>
                </p:nvSpPr>
                <p:spPr>
                  <a:xfrm>
                    <a:off x="5884090" y="1128172"/>
                    <a:ext cx="608941" cy="312177"/>
                  </a:xfrm>
                  <a:custGeom>
                    <a:rect b="b" l="l" r="r" t="t"/>
                    <a:pathLst>
                      <a:path extrusionOk="0" h="4618" w="9008">
                        <a:moveTo>
                          <a:pt x="128" y="0"/>
                        </a:moveTo>
                        <a:cubicBezTo>
                          <a:pt x="111" y="0"/>
                          <a:pt x="96" y="12"/>
                          <a:pt x="93" y="29"/>
                        </a:cubicBezTo>
                        <a:cubicBezTo>
                          <a:pt x="93" y="29"/>
                          <a:pt x="86" y="73"/>
                          <a:pt x="73" y="154"/>
                        </a:cubicBezTo>
                        <a:cubicBezTo>
                          <a:pt x="62" y="237"/>
                          <a:pt x="35" y="355"/>
                          <a:pt x="25" y="512"/>
                        </a:cubicBezTo>
                        <a:cubicBezTo>
                          <a:pt x="9" y="668"/>
                          <a:pt x="1" y="859"/>
                          <a:pt x="11" y="1077"/>
                        </a:cubicBezTo>
                        <a:cubicBezTo>
                          <a:pt x="22" y="1296"/>
                          <a:pt x="62" y="1542"/>
                          <a:pt x="149" y="1801"/>
                        </a:cubicBezTo>
                        <a:cubicBezTo>
                          <a:pt x="241" y="2057"/>
                          <a:pt x="392" y="2319"/>
                          <a:pt x="609" y="2546"/>
                        </a:cubicBezTo>
                        <a:cubicBezTo>
                          <a:pt x="826" y="2773"/>
                          <a:pt x="1105" y="2959"/>
                          <a:pt x="1414" y="3096"/>
                        </a:cubicBezTo>
                        <a:cubicBezTo>
                          <a:pt x="2035" y="3372"/>
                          <a:pt x="2751" y="3483"/>
                          <a:pt x="3458" y="3544"/>
                        </a:cubicBezTo>
                        <a:cubicBezTo>
                          <a:pt x="4167" y="3602"/>
                          <a:pt x="4877" y="3597"/>
                          <a:pt x="5534" y="3654"/>
                        </a:cubicBezTo>
                        <a:cubicBezTo>
                          <a:pt x="5862" y="3686"/>
                          <a:pt x="6170" y="3749"/>
                          <a:pt x="6465" y="3820"/>
                        </a:cubicBezTo>
                        <a:cubicBezTo>
                          <a:pt x="6759" y="3891"/>
                          <a:pt x="7032" y="3976"/>
                          <a:pt x="7283" y="4058"/>
                        </a:cubicBezTo>
                        <a:cubicBezTo>
                          <a:pt x="7786" y="4223"/>
                          <a:pt x="8200" y="4377"/>
                          <a:pt x="8493" y="4482"/>
                        </a:cubicBezTo>
                        <a:cubicBezTo>
                          <a:pt x="8639" y="4534"/>
                          <a:pt x="8755" y="4573"/>
                          <a:pt x="8838" y="4594"/>
                        </a:cubicBezTo>
                        <a:cubicBezTo>
                          <a:pt x="8917" y="4618"/>
                          <a:pt x="8979" y="4611"/>
                          <a:pt x="8976" y="4613"/>
                        </a:cubicBezTo>
                        <a:cubicBezTo>
                          <a:pt x="8996" y="4611"/>
                          <a:pt x="9008" y="4593"/>
                          <a:pt x="9006" y="4575"/>
                        </a:cubicBezTo>
                        <a:cubicBezTo>
                          <a:pt x="9004" y="4557"/>
                          <a:pt x="8989" y="4545"/>
                          <a:pt x="8972" y="4545"/>
                        </a:cubicBezTo>
                        <a:cubicBezTo>
                          <a:pt x="8970" y="4545"/>
                          <a:pt x="8969" y="4545"/>
                          <a:pt x="8967" y="4545"/>
                        </a:cubicBezTo>
                        <a:cubicBezTo>
                          <a:pt x="8965" y="4542"/>
                          <a:pt x="8935" y="4549"/>
                          <a:pt x="8856" y="4524"/>
                        </a:cubicBezTo>
                        <a:cubicBezTo>
                          <a:pt x="8778" y="4502"/>
                          <a:pt x="8665" y="4461"/>
                          <a:pt x="8521" y="4405"/>
                        </a:cubicBezTo>
                        <a:cubicBezTo>
                          <a:pt x="8232" y="4296"/>
                          <a:pt x="7823" y="4123"/>
                          <a:pt x="7318" y="3953"/>
                        </a:cubicBezTo>
                        <a:cubicBezTo>
                          <a:pt x="7066" y="3869"/>
                          <a:pt x="6791" y="3781"/>
                          <a:pt x="6494" y="3706"/>
                        </a:cubicBezTo>
                        <a:cubicBezTo>
                          <a:pt x="6198" y="3631"/>
                          <a:pt x="5877" y="3564"/>
                          <a:pt x="5545" y="3528"/>
                        </a:cubicBezTo>
                        <a:cubicBezTo>
                          <a:pt x="4880" y="3465"/>
                          <a:pt x="4172" y="3463"/>
                          <a:pt x="3471" y="3400"/>
                        </a:cubicBezTo>
                        <a:cubicBezTo>
                          <a:pt x="2770" y="3342"/>
                          <a:pt x="2067" y="3235"/>
                          <a:pt x="1469" y="2972"/>
                        </a:cubicBezTo>
                        <a:cubicBezTo>
                          <a:pt x="1172" y="2842"/>
                          <a:pt x="905" y="2670"/>
                          <a:pt x="699" y="2458"/>
                        </a:cubicBezTo>
                        <a:cubicBezTo>
                          <a:pt x="491" y="2248"/>
                          <a:pt x="346" y="2004"/>
                          <a:pt x="254" y="1762"/>
                        </a:cubicBezTo>
                        <a:cubicBezTo>
                          <a:pt x="169" y="1518"/>
                          <a:pt x="124" y="1282"/>
                          <a:pt x="107" y="1071"/>
                        </a:cubicBezTo>
                        <a:cubicBezTo>
                          <a:pt x="92" y="859"/>
                          <a:pt x="94" y="672"/>
                          <a:pt x="106" y="520"/>
                        </a:cubicBezTo>
                        <a:cubicBezTo>
                          <a:pt x="112" y="368"/>
                          <a:pt x="135" y="247"/>
                          <a:pt x="144" y="165"/>
                        </a:cubicBezTo>
                        <a:cubicBezTo>
                          <a:pt x="155" y="82"/>
                          <a:pt x="161" y="39"/>
                          <a:pt x="161" y="39"/>
                        </a:cubicBezTo>
                        <a:cubicBezTo>
                          <a:pt x="163" y="20"/>
                          <a:pt x="151" y="3"/>
                          <a:pt x="133" y="0"/>
                        </a:cubicBezTo>
                        <a:cubicBezTo>
                          <a:pt x="131" y="0"/>
                          <a:pt x="129" y="0"/>
                          <a:pt x="128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349" name="Google Shape;1349;p66"/>
                <p:cNvGrpSpPr/>
                <p:nvPr/>
              </p:nvGrpSpPr>
              <p:grpSpPr>
                <a:xfrm>
                  <a:off x="5933439" y="736695"/>
                  <a:ext cx="217402" cy="208413"/>
                  <a:chOff x="5933439" y="736695"/>
                  <a:chExt cx="217402" cy="208413"/>
                </a:xfrm>
              </p:grpSpPr>
              <p:sp>
                <p:nvSpPr>
                  <p:cNvPr id="1350" name="Google Shape;1350;p66"/>
                  <p:cNvSpPr/>
                  <p:nvPr/>
                </p:nvSpPr>
                <p:spPr>
                  <a:xfrm>
                    <a:off x="5933439" y="736695"/>
                    <a:ext cx="217402" cy="206180"/>
                  </a:xfrm>
                  <a:custGeom>
                    <a:rect b="b" l="l" r="r" t="t"/>
                    <a:pathLst>
                      <a:path extrusionOk="0" h="3050" w="3216">
                        <a:moveTo>
                          <a:pt x="2097" y="1"/>
                        </a:moveTo>
                        <a:cubicBezTo>
                          <a:pt x="2046" y="1"/>
                          <a:pt x="1989" y="7"/>
                          <a:pt x="1928" y="20"/>
                        </a:cubicBezTo>
                        <a:cubicBezTo>
                          <a:pt x="646" y="286"/>
                          <a:pt x="1597" y="1661"/>
                          <a:pt x="1495" y="1743"/>
                        </a:cubicBezTo>
                        <a:cubicBezTo>
                          <a:pt x="1488" y="1749"/>
                          <a:pt x="1475" y="1752"/>
                          <a:pt x="1457" y="1752"/>
                        </a:cubicBezTo>
                        <a:cubicBezTo>
                          <a:pt x="1356" y="1752"/>
                          <a:pt x="1104" y="1667"/>
                          <a:pt x="845" y="1667"/>
                        </a:cubicBezTo>
                        <a:cubicBezTo>
                          <a:pt x="548" y="1667"/>
                          <a:pt x="241" y="1778"/>
                          <a:pt x="139" y="2259"/>
                        </a:cubicBezTo>
                        <a:cubicBezTo>
                          <a:pt x="1" y="2910"/>
                          <a:pt x="765" y="3002"/>
                          <a:pt x="1350" y="3002"/>
                        </a:cubicBezTo>
                        <a:cubicBezTo>
                          <a:pt x="1578" y="3002"/>
                          <a:pt x="1779" y="2988"/>
                          <a:pt x="1888" y="2988"/>
                        </a:cubicBezTo>
                        <a:cubicBezTo>
                          <a:pt x="1917" y="2988"/>
                          <a:pt x="1939" y="2989"/>
                          <a:pt x="1954" y="2991"/>
                        </a:cubicBezTo>
                        <a:cubicBezTo>
                          <a:pt x="2168" y="3026"/>
                          <a:pt x="2893" y="3006"/>
                          <a:pt x="3083" y="3049"/>
                        </a:cubicBezTo>
                        <a:cubicBezTo>
                          <a:pt x="3085" y="3049"/>
                          <a:pt x="3087" y="3050"/>
                          <a:pt x="3089" y="3050"/>
                        </a:cubicBezTo>
                        <a:cubicBezTo>
                          <a:pt x="3215" y="3050"/>
                          <a:pt x="2863" y="1995"/>
                          <a:pt x="2737" y="1262"/>
                        </a:cubicBezTo>
                        <a:cubicBezTo>
                          <a:pt x="2637" y="676"/>
                          <a:pt x="2637" y="1"/>
                          <a:pt x="2097" y="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51" name="Google Shape;1351;p66"/>
                  <p:cNvSpPr/>
                  <p:nvPr/>
                </p:nvSpPr>
                <p:spPr>
                  <a:xfrm>
                    <a:off x="5938779" y="887174"/>
                    <a:ext cx="205774" cy="57933"/>
                  </a:xfrm>
                  <a:custGeom>
                    <a:rect b="b" l="l" r="r" t="t"/>
                    <a:pathLst>
                      <a:path extrusionOk="0" h="857" w="3044">
                        <a:moveTo>
                          <a:pt x="60" y="1"/>
                        </a:moveTo>
                        <a:cubicBezTo>
                          <a:pt x="44" y="1"/>
                          <a:pt x="29" y="11"/>
                          <a:pt x="26" y="27"/>
                        </a:cubicBezTo>
                        <a:cubicBezTo>
                          <a:pt x="26" y="27"/>
                          <a:pt x="24" y="41"/>
                          <a:pt x="19" y="65"/>
                        </a:cubicBezTo>
                        <a:cubicBezTo>
                          <a:pt x="12" y="89"/>
                          <a:pt x="5" y="125"/>
                          <a:pt x="3" y="178"/>
                        </a:cubicBezTo>
                        <a:cubicBezTo>
                          <a:pt x="0" y="228"/>
                          <a:pt x="5" y="289"/>
                          <a:pt x="25" y="359"/>
                        </a:cubicBezTo>
                        <a:cubicBezTo>
                          <a:pt x="46" y="427"/>
                          <a:pt x="88" y="501"/>
                          <a:pt x="152" y="563"/>
                        </a:cubicBezTo>
                        <a:cubicBezTo>
                          <a:pt x="280" y="687"/>
                          <a:pt x="472" y="759"/>
                          <a:pt x="673" y="798"/>
                        </a:cubicBezTo>
                        <a:cubicBezTo>
                          <a:pt x="875" y="836"/>
                          <a:pt x="1093" y="848"/>
                          <a:pt x="1307" y="848"/>
                        </a:cubicBezTo>
                        <a:cubicBezTo>
                          <a:pt x="1415" y="846"/>
                          <a:pt x="1522" y="842"/>
                          <a:pt x="1626" y="837"/>
                        </a:cubicBezTo>
                        <a:cubicBezTo>
                          <a:pt x="1678" y="835"/>
                          <a:pt x="1730" y="832"/>
                          <a:pt x="1781" y="831"/>
                        </a:cubicBezTo>
                        <a:cubicBezTo>
                          <a:pt x="1793" y="830"/>
                          <a:pt x="1805" y="830"/>
                          <a:pt x="1817" y="830"/>
                        </a:cubicBezTo>
                        <a:cubicBezTo>
                          <a:pt x="1829" y="830"/>
                          <a:pt x="1840" y="830"/>
                          <a:pt x="1850" y="831"/>
                        </a:cubicBezTo>
                        <a:lnTo>
                          <a:pt x="1924" y="836"/>
                        </a:lnTo>
                        <a:cubicBezTo>
                          <a:pt x="2032" y="846"/>
                          <a:pt x="2139" y="847"/>
                          <a:pt x="2240" y="847"/>
                        </a:cubicBezTo>
                        <a:cubicBezTo>
                          <a:pt x="2294" y="847"/>
                          <a:pt x="2347" y="847"/>
                          <a:pt x="2396" y="847"/>
                        </a:cubicBezTo>
                        <a:cubicBezTo>
                          <a:pt x="2423" y="847"/>
                          <a:pt x="2448" y="847"/>
                          <a:pt x="2473" y="847"/>
                        </a:cubicBezTo>
                        <a:cubicBezTo>
                          <a:pt x="2552" y="847"/>
                          <a:pt x="2625" y="846"/>
                          <a:pt x="2689" y="846"/>
                        </a:cubicBezTo>
                        <a:cubicBezTo>
                          <a:pt x="2707" y="846"/>
                          <a:pt x="2724" y="846"/>
                          <a:pt x="2740" y="846"/>
                        </a:cubicBezTo>
                        <a:cubicBezTo>
                          <a:pt x="2784" y="846"/>
                          <a:pt x="2822" y="847"/>
                          <a:pt x="2854" y="850"/>
                        </a:cubicBezTo>
                        <a:cubicBezTo>
                          <a:pt x="2944" y="853"/>
                          <a:pt x="2997" y="856"/>
                          <a:pt x="2997" y="856"/>
                        </a:cubicBezTo>
                        <a:lnTo>
                          <a:pt x="3006" y="856"/>
                        </a:lnTo>
                        <a:cubicBezTo>
                          <a:pt x="3006" y="856"/>
                          <a:pt x="3007" y="856"/>
                          <a:pt x="3007" y="856"/>
                        </a:cubicBezTo>
                        <a:cubicBezTo>
                          <a:pt x="3023" y="856"/>
                          <a:pt x="3038" y="844"/>
                          <a:pt x="3040" y="827"/>
                        </a:cubicBezTo>
                        <a:cubicBezTo>
                          <a:pt x="3043" y="809"/>
                          <a:pt x="3030" y="792"/>
                          <a:pt x="3012" y="789"/>
                        </a:cubicBezTo>
                        <a:cubicBezTo>
                          <a:pt x="3012" y="789"/>
                          <a:pt x="2958" y="781"/>
                          <a:pt x="2863" y="767"/>
                        </a:cubicBezTo>
                        <a:cubicBezTo>
                          <a:pt x="2766" y="750"/>
                          <a:pt x="2636" y="746"/>
                          <a:pt x="2476" y="736"/>
                        </a:cubicBezTo>
                        <a:cubicBezTo>
                          <a:pt x="2397" y="732"/>
                          <a:pt x="2311" y="728"/>
                          <a:pt x="2221" y="723"/>
                        </a:cubicBezTo>
                        <a:cubicBezTo>
                          <a:pt x="2132" y="722"/>
                          <a:pt x="2036" y="709"/>
                          <a:pt x="1937" y="702"/>
                        </a:cubicBezTo>
                        <a:lnTo>
                          <a:pt x="1900" y="699"/>
                        </a:lnTo>
                        <a:cubicBezTo>
                          <a:pt x="1897" y="699"/>
                          <a:pt x="1888" y="698"/>
                          <a:pt x="1885" y="698"/>
                        </a:cubicBezTo>
                        <a:cubicBezTo>
                          <a:pt x="1885" y="698"/>
                          <a:pt x="1885" y="698"/>
                          <a:pt x="1885" y="698"/>
                        </a:cubicBezTo>
                        <a:lnTo>
                          <a:pt x="1861" y="695"/>
                        </a:lnTo>
                        <a:cubicBezTo>
                          <a:pt x="1830" y="693"/>
                          <a:pt x="1804" y="693"/>
                          <a:pt x="1778" y="693"/>
                        </a:cubicBezTo>
                        <a:cubicBezTo>
                          <a:pt x="1726" y="695"/>
                          <a:pt x="1674" y="695"/>
                          <a:pt x="1621" y="697"/>
                        </a:cubicBezTo>
                        <a:cubicBezTo>
                          <a:pt x="1517" y="701"/>
                          <a:pt x="1411" y="703"/>
                          <a:pt x="1306" y="703"/>
                        </a:cubicBezTo>
                        <a:cubicBezTo>
                          <a:pt x="1287" y="703"/>
                          <a:pt x="1268" y="703"/>
                          <a:pt x="1249" y="703"/>
                        </a:cubicBezTo>
                        <a:cubicBezTo>
                          <a:pt x="1059" y="703"/>
                          <a:pt x="870" y="695"/>
                          <a:pt x="698" y="664"/>
                        </a:cubicBezTo>
                        <a:cubicBezTo>
                          <a:pt x="509" y="632"/>
                          <a:pt x="336" y="577"/>
                          <a:pt x="229" y="481"/>
                        </a:cubicBezTo>
                        <a:cubicBezTo>
                          <a:pt x="176" y="433"/>
                          <a:pt x="139" y="379"/>
                          <a:pt x="116" y="327"/>
                        </a:cubicBezTo>
                        <a:cubicBezTo>
                          <a:pt x="97" y="273"/>
                          <a:pt x="88" y="220"/>
                          <a:pt x="87" y="178"/>
                        </a:cubicBezTo>
                        <a:cubicBezTo>
                          <a:pt x="84" y="138"/>
                          <a:pt x="87" y="102"/>
                          <a:pt x="90" y="76"/>
                        </a:cubicBezTo>
                        <a:cubicBezTo>
                          <a:pt x="93" y="52"/>
                          <a:pt x="95" y="38"/>
                          <a:pt x="95" y="38"/>
                        </a:cubicBezTo>
                        <a:cubicBezTo>
                          <a:pt x="95" y="21"/>
                          <a:pt x="84" y="5"/>
                          <a:pt x="67" y="1"/>
                        </a:cubicBezTo>
                        <a:cubicBezTo>
                          <a:pt x="64" y="1"/>
                          <a:pt x="62" y="1"/>
                          <a:pt x="60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352" name="Google Shape;1352;p66"/>
                <p:cNvGrpSpPr/>
                <p:nvPr/>
              </p:nvGrpSpPr>
              <p:grpSpPr>
                <a:xfrm>
                  <a:off x="6350336" y="447160"/>
                  <a:ext cx="298724" cy="317653"/>
                  <a:chOff x="6350336" y="447160"/>
                  <a:chExt cx="298724" cy="317653"/>
                </a:xfrm>
              </p:grpSpPr>
              <p:sp>
                <p:nvSpPr>
                  <p:cNvPr id="1353" name="Google Shape;1353;p66"/>
                  <p:cNvSpPr/>
                  <p:nvPr/>
                </p:nvSpPr>
                <p:spPr>
                  <a:xfrm>
                    <a:off x="6350336" y="447160"/>
                    <a:ext cx="298724" cy="315692"/>
                  </a:xfrm>
                  <a:custGeom>
                    <a:rect b="b" l="l" r="r" t="t"/>
                    <a:pathLst>
                      <a:path extrusionOk="0" h="4670" w="4419">
                        <a:moveTo>
                          <a:pt x="3294" y="1"/>
                        </a:moveTo>
                        <a:cubicBezTo>
                          <a:pt x="3279" y="1"/>
                          <a:pt x="3264" y="1"/>
                          <a:pt x="3249" y="2"/>
                        </a:cubicBezTo>
                        <a:cubicBezTo>
                          <a:pt x="2567" y="39"/>
                          <a:pt x="2808" y="1135"/>
                          <a:pt x="2673" y="1168"/>
                        </a:cubicBezTo>
                        <a:cubicBezTo>
                          <a:pt x="2672" y="1168"/>
                          <a:pt x="2670" y="1168"/>
                          <a:pt x="2668" y="1168"/>
                        </a:cubicBezTo>
                        <a:cubicBezTo>
                          <a:pt x="2552" y="1168"/>
                          <a:pt x="2062" y="332"/>
                          <a:pt x="1439" y="332"/>
                        </a:cubicBezTo>
                        <a:cubicBezTo>
                          <a:pt x="1262" y="332"/>
                          <a:pt x="1075" y="399"/>
                          <a:pt x="882" y="572"/>
                        </a:cubicBezTo>
                        <a:cubicBezTo>
                          <a:pt x="1" y="1361"/>
                          <a:pt x="1565" y="1820"/>
                          <a:pt x="2261" y="2818"/>
                        </a:cubicBezTo>
                        <a:cubicBezTo>
                          <a:pt x="2806" y="3598"/>
                          <a:pt x="3070" y="4579"/>
                          <a:pt x="3210" y="4664"/>
                        </a:cubicBezTo>
                        <a:cubicBezTo>
                          <a:pt x="3216" y="4668"/>
                          <a:pt x="3222" y="4670"/>
                          <a:pt x="3229" y="4670"/>
                        </a:cubicBezTo>
                        <a:cubicBezTo>
                          <a:pt x="3477" y="4670"/>
                          <a:pt x="4418" y="2455"/>
                          <a:pt x="4224" y="1365"/>
                        </a:cubicBezTo>
                        <a:cubicBezTo>
                          <a:pt x="4031" y="285"/>
                          <a:pt x="3677" y="1"/>
                          <a:pt x="3294" y="1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54" name="Google Shape;1354;p66"/>
                  <p:cNvSpPr/>
                  <p:nvPr/>
                </p:nvSpPr>
                <p:spPr>
                  <a:xfrm>
                    <a:off x="6387855" y="483529"/>
                    <a:ext cx="182114" cy="281284"/>
                  </a:xfrm>
                  <a:custGeom>
                    <a:rect b="b" l="l" r="r" t="t"/>
                    <a:pathLst>
                      <a:path extrusionOk="0" h="4161" w="2694">
                        <a:moveTo>
                          <a:pt x="327" y="0"/>
                        </a:moveTo>
                        <a:cubicBezTo>
                          <a:pt x="319" y="0"/>
                          <a:pt x="311" y="3"/>
                          <a:pt x="304" y="10"/>
                        </a:cubicBezTo>
                        <a:cubicBezTo>
                          <a:pt x="304" y="10"/>
                          <a:pt x="289" y="23"/>
                          <a:pt x="261" y="48"/>
                        </a:cubicBezTo>
                        <a:cubicBezTo>
                          <a:pt x="234" y="72"/>
                          <a:pt x="193" y="113"/>
                          <a:pt x="146" y="170"/>
                        </a:cubicBezTo>
                        <a:cubicBezTo>
                          <a:pt x="100" y="227"/>
                          <a:pt x="51" y="306"/>
                          <a:pt x="26" y="410"/>
                        </a:cubicBezTo>
                        <a:cubicBezTo>
                          <a:pt x="0" y="516"/>
                          <a:pt x="20" y="648"/>
                          <a:pt x="83" y="760"/>
                        </a:cubicBezTo>
                        <a:cubicBezTo>
                          <a:pt x="207" y="988"/>
                          <a:pt x="428" y="1173"/>
                          <a:pt x="657" y="1366"/>
                        </a:cubicBezTo>
                        <a:cubicBezTo>
                          <a:pt x="888" y="1556"/>
                          <a:pt x="1136" y="1752"/>
                          <a:pt x="1355" y="1976"/>
                        </a:cubicBezTo>
                        <a:cubicBezTo>
                          <a:pt x="1465" y="2086"/>
                          <a:pt x="1568" y="2205"/>
                          <a:pt x="1654" y="2327"/>
                        </a:cubicBezTo>
                        <a:cubicBezTo>
                          <a:pt x="1743" y="2458"/>
                          <a:pt x="1823" y="2582"/>
                          <a:pt x="1895" y="2712"/>
                        </a:cubicBezTo>
                        <a:cubicBezTo>
                          <a:pt x="2041" y="2969"/>
                          <a:pt x="2161" y="3218"/>
                          <a:pt x="2259" y="3435"/>
                        </a:cubicBezTo>
                        <a:cubicBezTo>
                          <a:pt x="2357" y="3652"/>
                          <a:pt x="2439" y="3834"/>
                          <a:pt x="2502" y="3961"/>
                        </a:cubicBezTo>
                        <a:cubicBezTo>
                          <a:pt x="2534" y="4023"/>
                          <a:pt x="2562" y="4072"/>
                          <a:pt x="2587" y="4105"/>
                        </a:cubicBezTo>
                        <a:cubicBezTo>
                          <a:pt x="2610" y="4138"/>
                          <a:pt x="2638" y="4155"/>
                          <a:pt x="2637" y="4155"/>
                        </a:cubicBezTo>
                        <a:cubicBezTo>
                          <a:pt x="2637" y="4155"/>
                          <a:pt x="2637" y="4155"/>
                          <a:pt x="2637" y="4155"/>
                        </a:cubicBezTo>
                        <a:lnTo>
                          <a:pt x="2637" y="4155"/>
                        </a:lnTo>
                        <a:cubicBezTo>
                          <a:pt x="2643" y="4159"/>
                          <a:pt x="2649" y="4161"/>
                          <a:pt x="2655" y="4161"/>
                        </a:cubicBezTo>
                        <a:cubicBezTo>
                          <a:pt x="2667" y="4161"/>
                          <a:pt x="2678" y="4155"/>
                          <a:pt x="2684" y="4145"/>
                        </a:cubicBezTo>
                        <a:cubicBezTo>
                          <a:pt x="2694" y="4128"/>
                          <a:pt x="2689" y="4107"/>
                          <a:pt x="2673" y="4098"/>
                        </a:cubicBezTo>
                        <a:cubicBezTo>
                          <a:pt x="2673" y="4095"/>
                          <a:pt x="2664" y="4092"/>
                          <a:pt x="2646" y="4064"/>
                        </a:cubicBezTo>
                        <a:cubicBezTo>
                          <a:pt x="2627" y="4036"/>
                          <a:pt x="2603" y="3988"/>
                          <a:pt x="2576" y="3926"/>
                        </a:cubicBezTo>
                        <a:cubicBezTo>
                          <a:pt x="2520" y="3800"/>
                          <a:pt x="2454" y="3612"/>
                          <a:pt x="2361" y="3390"/>
                        </a:cubicBezTo>
                        <a:cubicBezTo>
                          <a:pt x="2268" y="3169"/>
                          <a:pt x="2159" y="2911"/>
                          <a:pt x="2013" y="2646"/>
                        </a:cubicBezTo>
                        <a:cubicBezTo>
                          <a:pt x="1942" y="2514"/>
                          <a:pt x="1855" y="2378"/>
                          <a:pt x="1770" y="2249"/>
                        </a:cubicBezTo>
                        <a:cubicBezTo>
                          <a:pt x="1677" y="2114"/>
                          <a:pt x="1572" y="1990"/>
                          <a:pt x="1458" y="1874"/>
                        </a:cubicBezTo>
                        <a:cubicBezTo>
                          <a:pt x="1229" y="1643"/>
                          <a:pt x="974" y="1447"/>
                          <a:pt x="742" y="1261"/>
                        </a:cubicBezTo>
                        <a:cubicBezTo>
                          <a:pt x="514" y="1073"/>
                          <a:pt x="292" y="900"/>
                          <a:pt x="182" y="706"/>
                        </a:cubicBezTo>
                        <a:cubicBezTo>
                          <a:pt x="125" y="611"/>
                          <a:pt x="106" y="513"/>
                          <a:pt x="121" y="429"/>
                        </a:cubicBezTo>
                        <a:cubicBezTo>
                          <a:pt x="135" y="344"/>
                          <a:pt x="173" y="272"/>
                          <a:pt x="211" y="218"/>
                        </a:cubicBezTo>
                        <a:cubicBezTo>
                          <a:pt x="250" y="166"/>
                          <a:pt x="284" y="127"/>
                          <a:pt x="312" y="100"/>
                        </a:cubicBezTo>
                        <a:cubicBezTo>
                          <a:pt x="338" y="73"/>
                          <a:pt x="351" y="58"/>
                          <a:pt x="351" y="58"/>
                        </a:cubicBezTo>
                        <a:cubicBezTo>
                          <a:pt x="364" y="46"/>
                          <a:pt x="364" y="25"/>
                          <a:pt x="352" y="11"/>
                        </a:cubicBezTo>
                        <a:cubicBezTo>
                          <a:pt x="345" y="4"/>
                          <a:pt x="336" y="0"/>
                          <a:pt x="327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355" name="Google Shape;1355;p66"/>
                <p:cNvGrpSpPr/>
                <p:nvPr/>
              </p:nvGrpSpPr>
              <p:grpSpPr>
                <a:xfrm>
                  <a:off x="6037950" y="1411082"/>
                  <a:ext cx="368826" cy="201719"/>
                  <a:chOff x="6037950" y="1411082"/>
                  <a:chExt cx="368826" cy="201719"/>
                </a:xfrm>
              </p:grpSpPr>
              <p:sp>
                <p:nvSpPr>
                  <p:cNvPr id="1356" name="Google Shape;1356;p66"/>
                  <p:cNvSpPr/>
                  <p:nvPr/>
                </p:nvSpPr>
                <p:spPr>
                  <a:xfrm>
                    <a:off x="6037950" y="1411082"/>
                    <a:ext cx="368826" cy="198136"/>
                  </a:xfrm>
                  <a:custGeom>
                    <a:rect b="b" l="l" r="r" t="t"/>
                    <a:pathLst>
                      <a:path extrusionOk="0" h="2931" w="5456">
                        <a:moveTo>
                          <a:pt x="2455" y="0"/>
                        </a:moveTo>
                        <a:cubicBezTo>
                          <a:pt x="2452" y="0"/>
                          <a:pt x="2449" y="0"/>
                          <a:pt x="2447" y="0"/>
                        </a:cubicBezTo>
                        <a:cubicBezTo>
                          <a:pt x="1491" y="4"/>
                          <a:pt x="0" y="133"/>
                          <a:pt x="404" y="1147"/>
                        </a:cubicBezTo>
                        <a:cubicBezTo>
                          <a:pt x="547" y="1505"/>
                          <a:pt x="843" y="1617"/>
                          <a:pt x="1167" y="1617"/>
                        </a:cubicBezTo>
                        <a:cubicBezTo>
                          <a:pt x="1714" y="1617"/>
                          <a:pt x="2344" y="1298"/>
                          <a:pt x="2469" y="1298"/>
                        </a:cubicBezTo>
                        <a:cubicBezTo>
                          <a:pt x="2479" y="1298"/>
                          <a:pt x="2486" y="1301"/>
                          <a:pt x="2489" y="1306"/>
                        </a:cubicBezTo>
                        <a:cubicBezTo>
                          <a:pt x="2547" y="1404"/>
                          <a:pt x="1578" y="2321"/>
                          <a:pt x="2269" y="2768"/>
                        </a:cubicBezTo>
                        <a:cubicBezTo>
                          <a:pt x="2446" y="2883"/>
                          <a:pt x="2618" y="2931"/>
                          <a:pt x="2782" y="2931"/>
                        </a:cubicBezTo>
                        <a:cubicBezTo>
                          <a:pt x="3554" y="2931"/>
                          <a:pt x="4155" y="1865"/>
                          <a:pt x="4344" y="1653"/>
                        </a:cubicBezTo>
                        <a:cubicBezTo>
                          <a:pt x="4888" y="1040"/>
                          <a:pt x="5455" y="829"/>
                          <a:pt x="5235" y="703"/>
                        </a:cubicBezTo>
                        <a:cubicBezTo>
                          <a:pt x="5102" y="627"/>
                          <a:pt x="3411" y="0"/>
                          <a:pt x="2455" y="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57" name="Google Shape;1357;p66"/>
                  <p:cNvSpPr/>
                  <p:nvPr/>
                </p:nvSpPr>
                <p:spPr>
                  <a:xfrm>
                    <a:off x="6188701" y="1456307"/>
                    <a:ext cx="208952" cy="156494"/>
                  </a:xfrm>
                  <a:custGeom>
                    <a:rect b="b" l="l" r="r" t="t"/>
                    <a:pathLst>
                      <a:path extrusionOk="0" h="2315" w="3091">
                        <a:moveTo>
                          <a:pt x="3007" y="1"/>
                        </a:moveTo>
                        <a:cubicBezTo>
                          <a:pt x="2997" y="1"/>
                          <a:pt x="2987" y="5"/>
                          <a:pt x="2980" y="14"/>
                        </a:cubicBezTo>
                        <a:cubicBezTo>
                          <a:pt x="2969" y="29"/>
                          <a:pt x="2971" y="51"/>
                          <a:pt x="2986" y="62"/>
                        </a:cubicBezTo>
                        <a:lnTo>
                          <a:pt x="2988" y="64"/>
                        </a:lnTo>
                        <a:cubicBezTo>
                          <a:pt x="2987" y="64"/>
                          <a:pt x="2998" y="73"/>
                          <a:pt x="3011" y="85"/>
                        </a:cubicBezTo>
                        <a:cubicBezTo>
                          <a:pt x="3012" y="88"/>
                          <a:pt x="3013" y="91"/>
                          <a:pt x="3016" y="94"/>
                        </a:cubicBezTo>
                        <a:cubicBezTo>
                          <a:pt x="3016" y="98"/>
                          <a:pt x="3013" y="101"/>
                          <a:pt x="3015" y="105"/>
                        </a:cubicBezTo>
                        <a:cubicBezTo>
                          <a:pt x="3009" y="116"/>
                          <a:pt x="3001" y="132"/>
                          <a:pt x="2983" y="150"/>
                        </a:cubicBezTo>
                        <a:cubicBezTo>
                          <a:pt x="2915" y="223"/>
                          <a:pt x="2780" y="309"/>
                          <a:pt x="2632" y="425"/>
                        </a:cubicBezTo>
                        <a:cubicBezTo>
                          <a:pt x="2482" y="541"/>
                          <a:pt x="2307" y="680"/>
                          <a:pt x="2141" y="856"/>
                        </a:cubicBezTo>
                        <a:cubicBezTo>
                          <a:pt x="2101" y="898"/>
                          <a:pt x="2058" y="941"/>
                          <a:pt x="2018" y="994"/>
                        </a:cubicBezTo>
                        <a:cubicBezTo>
                          <a:pt x="1981" y="1043"/>
                          <a:pt x="1944" y="1092"/>
                          <a:pt x="1906" y="1143"/>
                        </a:cubicBezTo>
                        <a:cubicBezTo>
                          <a:pt x="1834" y="1243"/>
                          <a:pt x="1759" y="1341"/>
                          <a:pt x="1682" y="1439"/>
                        </a:cubicBezTo>
                        <a:cubicBezTo>
                          <a:pt x="1604" y="1535"/>
                          <a:pt x="1525" y="1629"/>
                          <a:pt x="1441" y="1717"/>
                        </a:cubicBezTo>
                        <a:cubicBezTo>
                          <a:pt x="1398" y="1759"/>
                          <a:pt x="1356" y="1801"/>
                          <a:pt x="1312" y="1842"/>
                        </a:cubicBezTo>
                        <a:cubicBezTo>
                          <a:pt x="1268" y="1878"/>
                          <a:pt x="1224" y="1918"/>
                          <a:pt x="1180" y="1952"/>
                        </a:cubicBezTo>
                        <a:cubicBezTo>
                          <a:pt x="1133" y="1984"/>
                          <a:pt x="1087" y="2015"/>
                          <a:pt x="1043" y="2047"/>
                        </a:cubicBezTo>
                        <a:cubicBezTo>
                          <a:pt x="995" y="2072"/>
                          <a:pt x="948" y="2097"/>
                          <a:pt x="903" y="2122"/>
                        </a:cubicBezTo>
                        <a:cubicBezTo>
                          <a:pt x="856" y="2139"/>
                          <a:pt x="809" y="2156"/>
                          <a:pt x="764" y="2173"/>
                        </a:cubicBezTo>
                        <a:cubicBezTo>
                          <a:pt x="719" y="2187"/>
                          <a:pt x="672" y="2189"/>
                          <a:pt x="630" y="2199"/>
                        </a:cubicBezTo>
                        <a:cubicBezTo>
                          <a:pt x="611" y="2204"/>
                          <a:pt x="592" y="2205"/>
                          <a:pt x="573" y="2205"/>
                        </a:cubicBezTo>
                        <a:cubicBezTo>
                          <a:pt x="550" y="2205"/>
                          <a:pt x="526" y="2203"/>
                          <a:pt x="503" y="2202"/>
                        </a:cubicBezTo>
                        <a:cubicBezTo>
                          <a:pt x="492" y="2201"/>
                          <a:pt x="482" y="2201"/>
                          <a:pt x="471" y="2201"/>
                        </a:cubicBezTo>
                        <a:cubicBezTo>
                          <a:pt x="465" y="2201"/>
                          <a:pt x="458" y="2201"/>
                          <a:pt x="452" y="2201"/>
                        </a:cubicBezTo>
                        <a:cubicBezTo>
                          <a:pt x="430" y="2201"/>
                          <a:pt x="409" y="2200"/>
                          <a:pt x="390" y="2193"/>
                        </a:cubicBezTo>
                        <a:cubicBezTo>
                          <a:pt x="322" y="2173"/>
                          <a:pt x="260" y="2171"/>
                          <a:pt x="211" y="2142"/>
                        </a:cubicBezTo>
                        <a:cubicBezTo>
                          <a:pt x="112" y="2095"/>
                          <a:pt x="55" y="2069"/>
                          <a:pt x="55" y="2069"/>
                        </a:cubicBezTo>
                        <a:cubicBezTo>
                          <a:pt x="50" y="2066"/>
                          <a:pt x="45" y="2065"/>
                          <a:pt x="40" y="2065"/>
                        </a:cubicBezTo>
                        <a:cubicBezTo>
                          <a:pt x="28" y="2065"/>
                          <a:pt x="17" y="2071"/>
                          <a:pt x="11" y="2083"/>
                        </a:cubicBezTo>
                        <a:cubicBezTo>
                          <a:pt x="1" y="2099"/>
                          <a:pt x="7" y="2120"/>
                          <a:pt x="23" y="2129"/>
                        </a:cubicBezTo>
                        <a:cubicBezTo>
                          <a:pt x="23" y="2129"/>
                          <a:pt x="78" y="2161"/>
                          <a:pt x="173" y="2216"/>
                        </a:cubicBezTo>
                        <a:cubicBezTo>
                          <a:pt x="217" y="2247"/>
                          <a:pt x="293" y="2261"/>
                          <a:pt x="369" y="2289"/>
                        </a:cubicBezTo>
                        <a:cubicBezTo>
                          <a:pt x="408" y="2305"/>
                          <a:pt x="451" y="2301"/>
                          <a:pt x="497" y="2308"/>
                        </a:cubicBezTo>
                        <a:cubicBezTo>
                          <a:pt x="526" y="2310"/>
                          <a:pt x="557" y="2314"/>
                          <a:pt x="588" y="2314"/>
                        </a:cubicBezTo>
                        <a:cubicBezTo>
                          <a:pt x="605" y="2314"/>
                          <a:pt x="623" y="2313"/>
                          <a:pt x="640" y="2310"/>
                        </a:cubicBezTo>
                        <a:cubicBezTo>
                          <a:pt x="689" y="2302"/>
                          <a:pt x="743" y="2302"/>
                          <a:pt x="795" y="2287"/>
                        </a:cubicBezTo>
                        <a:cubicBezTo>
                          <a:pt x="845" y="2270"/>
                          <a:pt x="899" y="2255"/>
                          <a:pt x="953" y="2236"/>
                        </a:cubicBezTo>
                        <a:cubicBezTo>
                          <a:pt x="1004" y="2212"/>
                          <a:pt x="1057" y="2186"/>
                          <a:pt x="1110" y="2160"/>
                        </a:cubicBezTo>
                        <a:cubicBezTo>
                          <a:pt x="1160" y="2129"/>
                          <a:pt x="1209" y="2094"/>
                          <a:pt x="1260" y="2061"/>
                        </a:cubicBezTo>
                        <a:cubicBezTo>
                          <a:pt x="1309" y="2024"/>
                          <a:pt x="1355" y="1983"/>
                          <a:pt x="1404" y="1944"/>
                        </a:cubicBezTo>
                        <a:cubicBezTo>
                          <a:pt x="1451" y="1903"/>
                          <a:pt x="1495" y="1858"/>
                          <a:pt x="1541" y="1815"/>
                        </a:cubicBezTo>
                        <a:cubicBezTo>
                          <a:pt x="1629" y="1724"/>
                          <a:pt x="1715" y="1629"/>
                          <a:pt x="1795" y="1529"/>
                        </a:cubicBezTo>
                        <a:cubicBezTo>
                          <a:pt x="1873" y="1429"/>
                          <a:pt x="1948" y="1326"/>
                          <a:pt x="2020" y="1225"/>
                        </a:cubicBezTo>
                        <a:cubicBezTo>
                          <a:pt x="2055" y="1175"/>
                          <a:pt x="2091" y="1126"/>
                          <a:pt x="2126" y="1078"/>
                        </a:cubicBezTo>
                        <a:cubicBezTo>
                          <a:pt x="2159" y="1034"/>
                          <a:pt x="2199" y="991"/>
                          <a:pt x="2240" y="947"/>
                        </a:cubicBezTo>
                        <a:cubicBezTo>
                          <a:pt x="2319" y="862"/>
                          <a:pt x="2397" y="784"/>
                          <a:pt x="2475" y="711"/>
                        </a:cubicBezTo>
                        <a:cubicBezTo>
                          <a:pt x="2553" y="638"/>
                          <a:pt x="2629" y="572"/>
                          <a:pt x="2702" y="512"/>
                        </a:cubicBezTo>
                        <a:cubicBezTo>
                          <a:pt x="2845" y="391"/>
                          <a:pt x="2968" y="295"/>
                          <a:pt x="3046" y="202"/>
                        </a:cubicBezTo>
                        <a:cubicBezTo>
                          <a:pt x="3065" y="179"/>
                          <a:pt x="3080" y="151"/>
                          <a:pt x="3088" y="122"/>
                        </a:cubicBezTo>
                        <a:cubicBezTo>
                          <a:pt x="3089" y="105"/>
                          <a:pt x="3091" y="88"/>
                          <a:pt x="3087" y="74"/>
                        </a:cubicBezTo>
                        <a:cubicBezTo>
                          <a:pt x="3081" y="61"/>
                          <a:pt x="3074" y="50"/>
                          <a:pt x="3068" y="40"/>
                        </a:cubicBezTo>
                        <a:cubicBezTo>
                          <a:pt x="3039" y="13"/>
                          <a:pt x="3022" y="5"/>
                          <a:pt x="3022" y="5"/>
                        </a:cubicBezTo>
                        <a:cubicBezTo>
                          <a:pt x="3017" y="2"/>
                          <a:pt x="3012" y="1"/>
                          <a:pt x="3007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  <p:sp>
          <p:nvSpPr>
            <p:cNvPr id="1358" name="Google Shape;1358;p66"/>
            <p:cNvSpPr/>
            <p:nvPr/>
          </p:nvSpPr>
          <p:spPr>
            <a:xfrm flipH="1">
              <a:off x="6702855" y="1023670"/>
              <a:ext cx="305680" cy="387307"/>
            </a:xfrm>
            <a:custGeom>
              <a:rect b="b" l="l" r="r" t="t"/>
              <a:pathLst>
                <a:path extrusionOk="0" h="11206" w="8843">
                  <a:moveTo>
                    <a:pt x="6550" y="3"/>
                  </a:moveTo>
                  <a:cubicBezTo>
                    <a:pt x="5331" y="6"/>
                    <a:pt x="2817" y="0"/>
                    <a:pt x="2626" y="1596"/>
                  </a:cubicBezTo>
                  <a:cubicBezTo>
                    <a:pt x="2554" y="2800"/>
                    <a:pt x="3610" y="3630"/>
                    <a:pt x="4037" y="4659"/>
                  </a:cubicBezTo>
                  <a:cubicBezTo>
                    <a:pt x="4289" y="5219"/>
                    <a:pt x="4147" y="5725"/>
                    <a:pt x="3756" y="6176"/>
                  </a:cubicBezTo>
                  <a:cubicBezTo>
                    <a:pt x="3537" y="6470"/>
                    <a:pt x="2952" y="7220"/>
                    <a:pt x="2718" y="7521"/>
                  </a:cubicBezTo>
                  <a:cubicBezTo>
                    <a:pt x="2020" y="8414"/>
                    <a:pt x="1311" y="9301"/>
                    <a:pt x="644" y="10219"/>
                  </a:cubicBezTo>
                  <a:cubicBezTo>
                    <a:pt x="422" y="10524"/>
                    <a:pt x="201" y="10832"/>
                    <a:pt x="9" y="11162"/>
                  </a:cubicBezTo>
                  <a:cubicBezTo>
                    <a:pt x="1" y="11176"/>
                    <a:pt x="5" y="11193"/>
                    <a:pt x="19" y="11201"/>
                  </a:cubicBezTo>
                  <a:cubicBezTo>
                    <a:pt x="24" y="11204"/>
                    <a:pt x="30" y="11206"/>
                    <a:pt x="35" y="11206"/>
                  </a:cubicBezTo>
                  <a:cubicBezTo>
                    <a:pt x="45" y="11206"/>
                    <a:pt x="54" y="11201"/>
                    <a:pt x="59" y="11191"/>
                  </a:cubicBezTo>
                  <a:cubicBezTo>
                    <a:pt x="454" y="10551"/>
                    <a:pt x="935" y="9961"/>
                    <a:pt x="1394" y="9364"/>
                  </a:cubicBezTo>
                  <a:cubicBezTo>
                    <a:pt x="2118" y="8434"/>
                    <a:pt x="3321" y="6947"/>
                    <a:pt x="4014" y="6013"/>
                  </a:cubicBezTo>
                  <a:cubicBezTo>
                    <a:pt x="4850" y="4827"/>
                    <a:pt x="3460" y="3689"/>
                    <a:pt x="2986" y="2666"/>
                  </a:cubicBezTo>
                  <a:cubicBezTo>
                    <a:pt x="1973" y="511"/>
                    <a:pt x="4261" y="91"/>
                    <a:pt x="6361" y="91"/>
                  </a:cubicBezTo>
                  <a:cubicBezTo>
                    <a:pt x="7332" y="91"/>
                    <a:pt x="8263" y="181"/>
                    <a:pt x="8808" y="230"/>
                  </a:cubicBezTo>
                  <a:cubicBezTo>
                    <a:pt x="8809" y="230"/>
                    <a:pt x="8810" y="230"/>
                    <a:pt x="8811" y="230"/>
                  </a:cubicBezTo>
                  <a:cubicBezTo>
                    <a:pt x="8826" y="230"/>
                    <a:pt x="8839" y="219"/>
                    <a:pt x="8841" y="205"/>
                  </a:cubicBezTo>
                  <a:cubicBezTo>
                    <a:pt x="8842" y="188"/>
                    <a:pt x="8831" y="174"/>
                    <a:pt x="8814" y="172"/>
                  </a:cubicBezTo>
                  <a:cubicBezTo>
                    <a:pt x="8063" y="84"/>
                    <a:pt x="7308" y="20"/>
                    <a:pt x="6550" y="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9" name="Google Shape;1359;p66"/>
          <p:cNvGrpSpPr/>
          <p:nvPr/>
        </p:nvGrpSpPr>
        <p:grpSpPr>
          <a:xfrm>
            <a:off x="6602623" y="2488059"/>
            <a:ext cx="2451722" cy="2662683"/>
            <a:chOff x="7283149" y="514960"/>
            <a:chExt cx="1311362" cy="1424275"/>
          </a:xfrm>
        </p:grpSpPr>
        <p:grpSp>
          <p:nvGrpSpPr>
            <p:cNvPr id="1360" name="Google Shape;1360;p66"/>
            <p:cNvGrpSpPr/>
            <p:nvPr/>
          </p:nvGrpSpPr>
          <p:grpSpPr>
            <a:xfrm>
              <a:off x="7283149" y="622163"/>
              <a:ext cx="1225622" cy="1317072"/>
              <a:chOff x="7283433" y="701922"/>
              <a:chExt cx="1151468" cy="1237384"/>
            </a:xfrm>
          </p:grpSpPr>
          <p:sp>
            <p:nvSpPr>
              <p:cNvPr id="1361" name="Google Shape;1361;p66"/>
              <p:cNvSpPr/>
              <p:nvPr/>
            </p:nvSpPr>
            <p:spPr>
              <a:xfrm flipH="1">
                <a:off x="7283433" y="730000"/>
                <a:ext cx="1030871" cy="1209286"/>
              </a:xfrm>
              <a:custGeom>
                <a:rect b="b" l="l" r="r" t="t"/>
                <a:pathLst>
                  <a:path extrusionOk="0" h="36438" w="31055">
                    <a:moveTo>
                      <a:pt x="14317" y="0"/>
                    </a:moveTo>
                    <a:cubicBezTo>
                      <a:pt x="10374" y="0"/>
                      <a:pt x="6786" y="1692"/>
                      <a:pt x="3891" y="4985"/>
                    </a:cubicBezTo>
                    <a:cubicBezTo>
                      <a:pt x="1" y="9410"/>
                      <a:pt x="1298" y="19306"/>
                      <a:pt x="3891" y="21900"/>
                    </a:cubicBezTo>
                    <a:cubicBezTo>
                      <a:pt x="6485" y="24493"/>
                      <a:pt x="8123" y="25995"/>
                      <a:pt x="8669" y="29134"/>
                    </a:cubicBezTo>
                    <a:cubicBezTo>
                      <a:pt x="9023" y="31165"/>
                      <a:pt x="9222" y="34403"/>
                      <a:pt x="9320" y="36438"/>
                    </a:cubicBezTo>
                    <a:lnTo>
                      <a:pt x="19464" y="36438"/>
                    </a:lnTo>
                    <a:cubicBezTo>
                      <a:pt x="19618" y="34726"/>
                      <a:pt x="19887" y="32409"/>
                      <a:pt x="20226" y="32068"/>
                    </a:cubicBezTo>
                    <a:cubicBezTo>
                      <a:pt x="20295" y="31999"/>
                      <a:pt x="20441" y="31969"/>
                      <a:pt x="20644" y="31969"/>
                    </a:cubicBezTo>
                    <a:cubicBezTo>
                      <a:pt x="21836" y="31969"/>
                      <a:pt x="25005" y="32987"/>
                      <a:pt x="26299" y="32987"/>
                    </a:cubicBezTo>
                    <a:cubicBezTo>
                      <a:pt x="26520" y="32987"/>
                      <a:pt x="26686" y="32958"/>
                      <a:pt x="26778" y="32889"/>
                    </a:cubicBezTo>
                    <a:cubicBezTo>
                      <a:pt x="27505" y="32342"/>
                      <a:pt x="27847" y="26177"/>
                      <a:pt x="28325" y="24653"/>
                    </a:cubicBezTo>
                    <a:cubicBezTo>
                      <a:pt x="28803" y="23128"/>
                      <a:pt x="31055" y="21694"/>
                      <a:pt x="31055" y="21216"/>
                    </a:cubicBezTo>
                    <a:cubicBezTo>
                      <a:pt x="31055" y="20740"/>
                      <a:pt x="29168" y="19764"/>
                      <a:pt x="28281" y="19013"/>
                    </a:cubicBezTo>
                    <a:cubicBezTo>
                      <a:pt x="27394" y="18261"/>
                      <a:pt x="26414" y="17509"/>
                      <a:pt x="26550" y="16099"/>
                    </a:cubicBezTo>
                    <a:cubicBezTo>
                      <a:pt x="26585" y="15732"/>
                      <a:pt x="27574" y="13709"/>
                      <a:pt x="27436" y="12891"/>
                    </a:cubicBezTo>
                    <a:cubicBezTo>
                      <a:pt x="27302" y="12072"/>
                      <a:pt x="26687" y="2926"/>
                      <a:pt x="18496" y="604"/>
                    </a:cubicBezTo>
                    <a:cubicBezTo>
                      <a:pt x="17071" y="201"/>
                      <a:pt x="15673" y="0"/>
                      <a:pt x="14317" y="0"/>
                    </a:cubicBezTo>
                    <a:close/>
                  </a:path>
                </a:pathLst>
              </a:custGeom>
              <a:solidFill>
                <a:srgbClr val="E5A39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2" name="Google Shape;1362;p66"/>
              <p:cNvSpPr/>
              <p:nvPr/>
            </p:nvSpPr>
            <p:spPr>
              <a:xfrm flipH="1">
                <a:off x="7425309" y="1168427"/>
                <a:ext cx="841261" cy="770879"/>
              </a:xfrm>
              <a:custGeom>
                <a:rect b="b" l="l" r="r" t="t"/>
                <a:pathLst>
                  <a:path extrusionOk="0" h="23228" w="25343">
                    <a:moveTo>
                      <a:pt x="0" y="1"/>
                    </a:moveTo>
                    <a:lnTo>
                      <a:pt x="0" y="1"/>
                    </a:lnTo>
                    <a:cubicBezTo>
                      <a:pt x="12" y="3688"/>
                      <a:pt x="1039" y="7275"/>
                      <a:pt x="2453" y="8690"/>
                    </a:cubicBezTo>
                    <a:cubicBezTo>
                      <a:pt x="5047" y="11283"/>
                      <a:pt x="6685" y="12785"/>
                      <a:pt x="7231" y="15924"/>
                    </a:cubicBezTo>
                    <a:cubicBezTo>
                      <a:pt x="7585" y="17955"/>
                      <a:pt x="7784" y="21193"/>
                      <a:pt x="7882" y="23228"/>
                    </a:cubicBezTo>
                    <a:lnTo>
                      <a:pt x="18026" y="23228"/>
                    </a:lnTo>
                    <a:cubicBezTo>
                      <a:pt x="18180" y="21516"/>
                      <a:pt x="18449" y="19199"/>
                      <a:pt x="18788" y="18858"/>
                    </a:cubicBezTo>
                    <a:cubicBezTo>
                      <a:pt x="18857" y="18789"/>
                      <a:pt x="19003" y="18759"/>
                      <a:pt x="19206" y="18759"/>
                    </a:cubicBezTo>
                    <a:cubicBezTo>
                      <a:pt x="20398" y="18759"/>
                      <a:pt x="23567" y="19777"/>
                      <a:pt x="24861" y="19777"/>
                    </a:cubicBezTo>
                    <a:cubicBezTo>
                      <a:pt x="25082" y="19777"/>
                      <a:pt x="25248" y="19748"/>
                      <a:pt x="25340" y="19679"/>
                    </a:cubicBezTo>
                    <a:cubicBezTo>
                      <a:pt x="25342" y="19678"/>
                      <a:pt x="25342" y="19675"/>
                      <a:pt x="25343" y="19674"/>
                    </a:cubicBezTo>
                    <a:cubicBezTo>
                      <a:pt x="19024" y="17961"/>
                      <a:pt x="13723" y="16185"/>
                      <a:pt x="12654" y="7617"/>
                    </a:cubicBezTo>
                    <a:cubicBezTo>
                      <a:pt x="11563" y="4887"/>
                      <a:pt x="7231" y="1933"/>
                      <a:pt x="4501" y="841"/>
                    </a:cubicBezTo>
                    <a:cubicBezTo>
                      <a:pt x="3129" y="342"/>
                      <a:pt x="1596" y="73"/>
                      <a:pt x="0" y="1"/>
                    </a:cubicBezTo>
                    <a:close/>
                  </a:path>
                </a:pathLst>
              </a:custGeom>
              <a:solidFill>
                <a:srgbClr val="D3847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3" name="Google Shape;1363;p66"/>
              <p:cNvSpPr/>
              <p:nvPr/>
            </p:nvSpPr>
            <p:spPr>
              <a:xfrm flipH="1">
                <a:off x="7492329" y="701922"/>
                <a:ext cx="942572" cy="1237363"/>
              </a:xfrm>
              <a:custGeom>
                <a:rect b="b" l="l" r="r" t="t"/>
                <a:pathLst>
                  <a:path extrusionOk="0" h="37284" w="28395">
                    <a:moveTo>
                      <a:pt x="18131" y="1"/>
                    </a:moveTo>
                    <a:cubicBezTo>
                      <a:pt x="16261" y="1"/>
                      <a:pt x="14163" y="393"/>
                      <a:pt x="11867" y="1412"/>
                    </a:cubicBezTo>
                    <a:cubicBezTo>
                      <a:pt x="1902" y="5833"/>
                      <a:pt x="2360" y="16391"/>
                      <a:pt x="5726" y="21568"/>
                    </a:cubicBezTo>
                    <a:cubicBezTo>
                      <a:pt x="7193" y="23825"/>
                      <a:pt x="3494" y="23560"/>
                      <a:pt x="1748" y="28483"/>
                    </a:cubicBezTo>
                    <a:cubicBezTo>
                      <a:pt x="1" y="33404"/>
                      <a:pt x="5454" y="37284"/>
                      <a:pt x="5454" y="37284"/>
                    </a:cubicBezTo>
                    <a:lnTo>
                      <a:pt x="17658" y="37284"/>
                    </a:lnTo>
                    <a:cubicBezTo>
                      <a:pt x="19837" y="35786"/>
                      <a:pt x="21726" y="32425"/>
                      <a:pt x="18248" y="27133"/>
                    </a:cubicBezTo>
                    <a:cubicBezTo>
                      <a:pt x="16895" y="25073"/>
                      <a:pt x="17168" y="21035"/>
                      <a:pt x="19305" y="18642"/>
                    </a:cubicBezTo>
                    <a:cubicBezTo>
                      <a:pt x="22191" y="15408"/>
                      <a:pt x="18138" y="11736"/>
                      <a:pt x="22372" y="10771"/>
                    </a:cubicBezTo>
                    <a:cubicBezTo>
                      <a:pt x="25946" y="9956"/>
                      <a:pt x="28394" y="4693"/>
                      <a:pt x="28076" y="4375"/>
                    </a:cubicBezTo>
                    <a:cubicBezTo>
                      <a:pt x="28076" y="4375"/>
                      <a:pt x="24378" y="1"/>
                      <a:pt x="18131" y="1"/>
                    </a:cubicBezTo>
                    <a:close/>
                  </a:path>
                </a:pathLst>
              </a:custGeom>
              <a:solidFill>
                <a:srgbClr val="28243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4" name="Google Shape;1364;p66"/>
              <p:cNvSpPr/>
              <p:nvPr/>
            </p:nvSpPr>
            <p:spPr>
              <a:xfrm flipH="1">
                <a:off x="7387999" y="1076958"/>
                <a:ext cx="228548" cy="419457"/>
              </a:xfrm>
              <a:custGeom>
                <a:rect b="b" l="l" r="r" t="t"/>
                <a:pathLst>
                  <a:path extrusionOk="0" h="12639" w="6885">
                    <a:moveTo>
                      <a:pt x="1544" y="0"/>
                    </a:moveTo>
                    <a:cubicBezTo>
                      <a:pt x="1025" y="0"/>
                      <a:pt x="495" y="121"/>
                      <a:pt x="26" y="296"/>
                    </a:cubicBezTo>
                    <a:cubicBezTo>
                      <a:pt x="9" y="302"/>
                      <a:pt x="1" y="321"/>
                      <a:pt x="7" y="337"/>
                    </a:cubicBezTo>
                    <a:cubicBezTo>
                      <a:pt x="12" y="350"/>
                      <a:pt x="23" y="358"/>
                      <a:pt x="37" y="358"/>
                    </a:cubicBezTo>
                    <a:cubicBezTo>
                      <a:pt x="40" y="358"/>
                      <a:pt x="44" y="358"/>
                      <a:pt x="48" y="356"/>
                    </a:cubicBezTo>
                    <a:cubicBezTo>
                      <a:pt x="511" y="198"/>
                      <a:pt x="1003" y="89"/>
                      <a:pt x="1490" y="89"/>
                    </a:cubicBezTo>
                    <a:cubicBezTo>
                      <a:pt x="1700" y="89"/>
                      <a:pt x="1910" y="109"/>
                      <a:pt x="2115" y="155"/>
                    </a:cubicBezTo>
                    <a:cubicBezTo>
                      <a:pt x="4482" y="725"/>
                      <a:pt x="4154" y="3759"/>
                      <a:pt x="3407" y="5506"/>
                    </a:cubicBezTo>
                    <a:cubicBezTo>
                      <a:pt x="2989" y="6498"/>
                      <a:pt x="2758" y="7645"/>
                      <a:pt x="3317" y="8633"/>
                    </a:cubicBezTo>
                    <a:cubicBezTo>
                      <a:pt x="3822" y="9582"/>
                      <a:pt x="4596" y="10349"/>
                      <a:pt x="5325" y="11120"/>
                    </a:cubicBezTo>
                    <a:cubicBezTo>
                      <a:pt x="5821" y="11629"/>
                      <a:pt x="6325" y="12128"/>
                      <a:pt x="6827" y="12629"/>
                    </a:cubicBezTo>
                    <a:cubicBezTo>
                      <a:pt x="6833" y="12635"/>
                      <a:pt x="6841" y="12638"/>
                      <a:pt x="6849" y="12638"/>
                    </a:cubicBezTo>
                    <a:cubicBezTo>
                      <a:pt x="6857" y="12638"/>
                      <a:pt x="6866" y="12635"/>
                      <a:pt x="6872" y="12629"/>
                    </a:cubicBezTo>
                    <a:cubicBezTo>
                      <a:pt x="6884" y="12617"/>
                      <a:pt x="6884" y="12596"/>
                      <a:pt x="6872" y="12584"/>
                    </a:cubicBezTo>
                    <a:cubicBezTo>
                      <a:pt x="5895" y="11561"/>
                      <a:pt x="4868" y="10574"/>
                      <a:pt x="3992" y="9463"/>
                    </a:cubicBezTo>
                    <a:cubicBezTo>
                      <a:pt x="2937" y="8140"/>
                      <a:pt x="2883" y="7091"/>
                      <a:pt x="3531" y="5557"/>
                    </a:cubicBezTo>
                    <a:cubicBezTo>
                      <a:pt x="4152" y="3994"/>
                      <a:pt x="4543" y="1756"/>
                      <a:pt x="3113" y="514"/>
                    </a:cubicBezTo>
                    <a:cubicBezTo>
                      <a:pt x="2662" y="143"/>
                      <a:pt x="2109" y="0"/>
                      <a:pt x="15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5" name="Google Shape;1365;p66"/>
              <p:cNvSpPr/>
              <p:nvPr/>
            </p:nvSpPr>
            <p:spPr>
              <a:xfrm flipH="1">
                <a:off x="7775118" y="1185685"/>
                <a:ext cx="224531" cy="327627"/>
              </a:xfrm>
              <a:custGeom>
                <a:rect b="b" l="l" r="r" t="t"/>
                <a:pathLst>
                  <a:path extrusionOk="0" h="9872" w="6764">
                    <a:moveTo>
                      <a:pt x="3494" y="1"/>
                    </a:moveTo>
                    <a:cubicBezTo>
                      <a:pt x="3364" y="1"/>
                      <a:pt x="3227" y="30"/>
                      <a:pt x="3084" y="93"/>
                    </a:cubicBezTo>
                    <a:cubicBezTo>
                      <a:pt x="1" y="1443"/>
                      <a:pt x="317" y="8387"/>
                      <a:pt x="2900" y="9509"/>
                    </a:cubicBezTo>
                    <a:cubicBezTo>
                      <a:pt x="3451" y="9748"/>
                      <a:pt x="3955" y="9872"/>
                      <a:pt x="4395" y="9872"/>
                    </a:cubicBezTo>
                    <a:cubicBezTo>
                      <a:pt x="6020" y="9872"/>
                      <a:pt x="6763" y="8187"/>
                      <a:pt x="5689" y="4401"/>
                    </a:cubicBezTo>
                    <a:cubicBezTo>
                      <a:pt x="5689" y="4401"/>
                      <a:pt x="5093" y="1"/>
                      <a:pt x="3494" y="1"/>
                    </a:cubicBezTo>
                    <a:close/>
                  </a:path>
                </a:pathLst>
              </a:custGeom>
              <a:solidFill>
                <a:srgbClr val="E5A39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66" name="Google Shape;1366;p66"/>
            <p:cNvGrpSpPr/>
            <p:nvPr/>
          </p:nvGrpSpPr>
          <p:grpSpPr>
            <a:xfrm>
              <a:off x="7791074" y="514960"/>
              <a:ext cx="803436" cy="1165641"/>
              <a:chOff x="7644249" y="538660"/>
              <a:chExt cx="803436" cy="1165641"/>
            </a:xfrm>
          </p:grpSpPr>
          <p:grpSp>
            <p:nvGrpSpPr>
              <p:cNvPr id="1367" name="Google Shape;1367;p66"/>
              <p:cNvGrpSpPr/>
              <p:nvPr/>
            </p:nvGrpSpPr>
            <p:grpSpPr>
              <a:xfrm flipH="1">
                <a:off x="7715307" y="704079"/>
                <a:ext cx="732378" cy="827769"/>
                <a:chOff x="5845624" y="612579"/>
                <a:chExt cx="732378" cy="827769"/>
              </a:xfrm>
            </p:grpSpPr>
            <p:sp>
              <p:nvSpPr>
                <p:cNvPr id="1368" name="Google Shape;1368;p66"/>
                <p:cNvSpPr/>
                <p:nvPr/>
              </p:nvSpPr>
              <p:spPr>
                <a:xfrm>
                  <a:off x="5845624" y="612579"/>
                  <a:ext cx="732378" cy="825193"/>
                </a:xfrm>
                <a:custGeom>
                  <a:rect b="b" l="l" r="r" t="t"/>
                  <a:pathLst>
                    <a:path extrusionOk="0" h="12207" w="10834">
                      <a:moveTo>
                        <a:pt x="7454" y="1"/>
                      </a:moveTo>
                      <a:cubicBezTo>
                        <a:pt x="7149" y="1"/>
                        <a:pt x="6819" y="57"/>
                        <a:pt x="6462" y="180"/>
                      </a:cubicBezTo>
                      <a:cubicBezTo>
                        <a:pt x="2953" y="1384"/>
                        <a:pt x="5465" y="5615"/>
                        <a:pt x="5231" y="5720"/>
                      </a:cubicBezTo>
                      <a:cubicBezTo>
                        <a:pt x="5225" y="5722"/>
                        <a:pt x="5217" y="5724"/>
                        <a:pt x="5207" y="5724"/>
                      </a:cubicBezTo>
                      <a:cubicBezTo>
                        <a:pt x="5013" y="5724"/>
                        <a:pt x="4083" y="5285"/>
                        <a:pt x="3107" y="5285"/>
                      </a:cubicBezTo>
                      <a:cubicBezTo>
                        <a:pt x="2099" y="5285"/>
                        <a:pt x="1041" y="5754"/>
                        <a:pt x="696" y="7661"/>
                      </a:cubicBezTo>
                      <a:cubicBezTo>
                        <a:pt x="0" y="11512"/>
                        <a:pt x="4133" y="11022"/>
                        <a:pt x="6114" y="11219"/>
                      </a:cubicBezTo>
                      <a:cubicBezTo>
                        <a:pt x="7553" y="11361"/>
                        <a:pt x="9252" y="12207"/>
                        <a:pt x="9528" y="12207"/>
                      </a:cubicBezTo>
                      <a:cubicBezTo>
                        <a:pt x="9533" y="12207"/>
                        <a:pt x="9537" y="12207"/>
                        <a:pt x="9541" y="12206"/>
                      </a:cubicBezTo>
                      <a:cubicBezTo>
                        <a:pt x="9745" y="12178"/>
                        <a:pt x="9234" y="9283"/>
                        <a:pt x="10076" y="6718"/>
                      </a:cubicBezTo>
                      <a:cubicBezTo>
                        <a:pt x="10833" y="4413"/>
                        <a:pt x="10146" y="1"/>
                        <a:pt x="745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69" name="Google Shape;1369;p66"/>
                <p:cNvSpPr/>
                <p:nvPr/>
              </p:nvSpPr>
              <p:spPr>
                <a:xfrm>
                  <a:off x="5884090" y="1128172"/>
                  <a:ext cx="608941" cy="312177"/>
                </a:xfrm>
                <a:custGeom>
                  <a:rect b="b" l="l" r="r" t="t"/>
                  <a:pathLst>
                    <a:path extrusionOk="0" h="4618" w="9008">
                      <a:moveTo>
                        <a:pt x="128" y="0"/>
                      </a:moveTo>
                      <a:cubicBezTo>
                        <a:pt x="111" y="0"/>
                        <a:pt x="96" y="12"/>
                        <a:pt x="93" y="29"/>
                      </a:cubicBezTo>
                      <a:cubicBezTo>
                        <a:pt x="93" y="29"/>
                        <a:pt x="86" y="73"/>
                        <a:pt x="73" y="154"/>
                      </a:cubicBezTo>
                      <a:cubicBezTo>
                        <a:pt x="62" y="237"/>
                        <a:pt x="35" y="355"/>
                        <a:pt x="25" y="512"/>
                      </a:cubicBezTo>
                      <a:cubicBezTo>
                        <a:pt x="9" y="668"/>
                        <a:pt x="1" y="859"/>
                        <a:pt x="11" y="1077"/>
                      </a:cubicBezTo>
                      <a:cubicBezTo>
                        <a:pt x="22" y="1296"/>
                        <a:pt x="62" y="1542"/>
                        <a:pt x="149" y="1801"/>
                      </a:cubicBezTo>
                      <a:cubicBezTo>
                        <a:pt x="241" y="2057"/>
                        <a:pt x="392" y="2319"/>
                        <a:pt x="609" y="2546"/>
                      </a:cubicBezTo>
                      <a:cubicBezTo>
                        <a:pt x="826" y="2773"/>
                        <a:pt x="1105" y="2959"/>
                        <a:pt x="1414" y="3096"/>
                      </a:cubicBezTo>
                      <a:cubicBezTo>
                        <a:pt x="2035" y="3372"/>
                        <a:pt x="2751" y="3483"/>
                        <a:pt x="3458" y="3544"/>
                      </a:cubicBezTo>
                      <a:cubicBezTo>
                        <a:pt x="4167" y="3602"/>
                        <a:pt x="4877" y="3597"/>
                        <a:pt x="5534" y="3654"/>
                      </a:cubicBezTo>
                      <a:cubicBezTo>
                        <a:pt x="5862" y="3686"/>
                        <a:pt x="6170" y="3749"/>
                        <a:pt x="6465" y="3820"/>
                      </a:cubicBezTo>
                      <a:cubicBezTo>
                        <a:pt x="6759" y="3891"/>
                        <a:pt x="7032" y="3976"/>
                        <a:pt x="7283" y="4058"/>
                      </a:cubicBezTo>
                      <a:cubicBezTo>
                        <a:pt x="7786" y="4223"/>
                        <a:pt x="8200" y="4377"/>
                        <a:pt x="8493" y="4482"/>
                      </a:cubicBezTo>
                      <a:cubicBezTo>
                        <a:pt x="8639" y="4534"/>
                        <a:pt x="8755" y="4573"/>
                        <a:pt x="8838" y="4594"/>
                      </a:cubicBezTo>
                      <a:cubicBezTo>
                        <a:pt x="8917" y="4618"/>
                        <a:pt x="8979" y="4611"/>
                        <a:pt x="8976" y="4613"/>
                      </a:cubicBezTo>
                      <a:cubicBezTo>
                        <a:pt x="8996" y="4611"/>
                        <a:pt x="9008" y="4593"/>
                        <a:pt x="9006" y="4575"/>
                      </a:cubicBezTo>
                      <a:cubicBezTo>
                        <a:pt x="9004" y="4557"/>
                        <a:pt x="8989" y="4545"/>
                        <a:pt x="8972" y="4545"/>
                      </a:cubicBezTo>
                      <a:cubicBezTo>
                        <a:pt x="8970" y="4545"/>
                        <a:pt x="8969" y="4545"/>
                        <a:pt x="8967" y="4545"/>
                      </a:cubicBezTo>
                      <a:cubicBezTo>
                        <a:pt x="8965" y="4542"/>
                        <a:pt x="8935" y="4549"/>
                        <a:pt x="8856" y="4524"/>
                      </a:cubicBezTo>
                      <a:cubicBezTo>
                        <a:pt x="8778" y="4502"/>
                        <a:pt x="8665" y="4461"/>
                        <a:pt x="8521" y="4405"/>
                      </a:cubicBezTo>
                      <a:cubicBezTo>
                        <a:pt x="8232" y="4296"/>
                        <a:pt x="7823" y="4123"/>
                        <a:pt x="7318" y="3953"/>
                      </a:cubicBezTo>
                      <a:cubicBezTo>
                        <a:pt x="7066" y="3869"/>
                        <a:pt x="6791" y="3781"/>
                        <a:pt x="6494" y="3706"/>
                      </a:cubicBezTo>
                      <a:cubicBezTo>
                        <a:pt x="6198" y="3631"/>
                        <a:pt x="5877" y="3564"/>
                        <a:pt x="5545" y="3528"/>
                      </a:cubicBezTo>
                      <a:cubicBezTo>
                        <a:pt x="4880" y="3465"/>
                        <a:pt x="4172" y="3463"/>
                        <a:pt x="3471" y="3400"/>
                      </a:cubicBezTo>
                      <a:cubicBezTo>
                        <a:pt x="2770" y="3342"/>
                        <a:pt x="2067" y="3235"/>
                        <a:pt x="1469" y="2972"/>
                      </a:cubicBezTo>
                      <a:cubicBezTo>
                        <a:pt x="1172" y="2842"/>
                        <a:pt x="905" y="2670"/>
                        <a:pt x="699" y="2458"/>
                      </a:cubicBezTo>
                      <a:cubicBezTo>
                        <a:pt x="491" y="2248"/>
                        <a:pt x="346" y="2004"/>
                        <a:pt x="254" y="1762"/>
                      </a:cubicBezTo>
                      <a:cubicBezTo>
                        <a:pt x="169" y="1518"/>
                        <a:pt x="124" y="1282"/>
                        <a:pt x="107" y="1071"/>
                      </a:cubicBezTo>
                      <a:cubicBezTo>
                        <a:pt x="92" y="859"/>
                        <a:pt x="94" y="672"/>
                        <a:pt x="106" y="520"/>
                      </a:cubicBezTo>
                      <a:cubicBezTo>
                        <a:pt x="112" y="368"/>
                        <a:pt x="135" y="247"/>
                        <a:pt x="144" y="165"/>
                      </a:cubicBezTo>
                      <a:cubicBezTo>
                        <a:pt x="155" y="82"/>
                        <a:pt x="161" y="39"/>
                        <a:pt x="161" y="39"/>
                      </a:cubicBezTo>
                      <a:cubicBezTo>
                        <a:pt x="163" y="20"/>
                        <a:pt x="151" y="3"/>
                        <a:pt x="133" y="0"/>
                      </a:cubicBezTo>
                      <a:cubicBezTo>
                        <a:pt x="131" y="0"/>
                        <a:pt x="129" y="0"/>
                        <a:pt x="12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370" name="Google Shape;1370;p66"/>
              <p:cNvGrpSpPr/>
              <p:nvPr/>
            </p:nvGrpSpPr>
            <p:grpSpPr>
              <a:xfrm flipH="1">
                <a:off x="8142470" y="828195"/>
                <a:ext cx="217402" cy="208413"/>
                <a:chOff x="5933439" y="736695"/>
                <a:chExt cx="217402" cy="208413"/>
              </a:xfrm>
            </p:grpSpPr>
            <p:sp>
              <p:nvSpPr>
                <p:cNvPr id="1371" name="Google Shape;1371;p66"/>
                <p:cNvSpPr/>
                <p:nvPr/>
              </p:nvSpPr>
              <p:spPr>
                <a:xfrm>
                  <a:off x="5933439" y="736695"/>
                  <a:ext cx="217402" cy="206180"/>
                </a:xfrm>
                <a:custGeom>
                  <a:rect b="b" l="l" r="r" t="t"/>
                  <a:pathLst>
                    <a:path extrusionOk="0" h="3050" w="3216">
                      <a:moveTo>
                        <a:pt x="2097" y="1"/>
                      </a:moveTo>
                      <a:cubicBezTo>
                        <a:pt x="2046" y="1"/>
                        <a:pt x="1989" y="7"/>
                        <a:pt x="1928" y="20"/>
                      </a:cubicBezTo>
                      <a:cubicBezTo>
                        <a:pt x="646" y="286"/>
                        <a:pt x="1597" y="1661"/>
                        <a:pt x="1495" y="1743"/>
                      </a:cubicBezTo>
                      <a:cubicBezTo>
                        <a:pt x="1488" y="1749"/>
                        <a:pt x="1475" y="1752"/>
                        <a:pt x="1457" y="1752"/>
                      </a:cubicBezTo>
                      <a:cubicBezTo>
                        <a:pt x="1356" y="1752"/>
                        <a:pt x="1104" y="1667"/>
                        <a:pt x="845" y="1667"/>
                      </a:cubicBezTo>
                      <a:cubicBezTo>
                        <a:pt x="548" y="1667"/>
                        <a:pt x="241" y="1778"/>
                        <a:pt x="139" y="2259"/>
                      </a:cubicBezTo>
                      <a:cubicBezTo>
                        <a:pt x="1" y="2910"/>
                        <a:pt x="765" y="3002"/>
                        <a:pt x="1350" y="3002"/>
                      </a:cubicBezTo>
                      <a:cubicBezTo>
                        <a:pt x="1578" y="3002"/>
                        <a:pt x="1779" y="2988"/>
                        <a:pt x="1888" y="2988"/>
                      </a:cubicBezTo>
                      <a:cubicBezTo>
                        <a:pt x="1917" y="2988"/>
                        <a:pt x="1939" y="2989"/>
                        <a:pt x="1954" y="2991"/>
                      </a:cubicBezTo>
                      <a:cubicBezTo>
                        <a:pt x="2168" y="3026"/>
                        <a:pt x="2893" y="3006"/>
                        <a:pt x="3083" y="3049"/>
                      </a:cubicBezTo>
                      <a:cubicBezTo>
                        <a:pt x="3085" y="3049"/>
                        <a:pt x="3087" y="3050"/>
                        <a:pt x="3089" y="3050"/>
                      </a:cubicBezTo>
                      <a:cubicBezTo>
                        <a:pt x="3215" y="3050"/>
                        <a:pt x="2863" y="1995"/>
                        <a:pt x="2737" y="1262"/>
                      </a:cubicBezTo>
                      <a:cubicBezTo>
                        <a:pt x="2637" y="676"/>
                        <a:pt x="2637" y="1"/>
                        <a:pt x="209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72" name="Google Shape;1372;p66"/>
                <p:cNvSpPr/>
                <p:nvPr/>
              </p:nvSpPr>
              <p:spPr>
                <a:xfrm>
                  <a:off x="5938779" y="887174"/>
                  <a:ext cx="205774" cy="57933"/>
                </a:xfrm>
                <a:custGeom>
                  <a:rect b="b" l="l" r="r" t="t"/>
                  <a:pathLst>
                    <a:path extrusionOk="0" h="857" w="3044">
                      <a:moveTo>
                        <a:pt x="60" y="1"/>
                      </a:moveTo>
                      <a:cubicBezTo>
                        <a:pt x="44" y="1"/>
                        <a:pt x="29" y="11"/>
                        <a:pt x="26" y="27"/>
                      </a:cubicBezTo>
                      <a:cubicBezTo>
                        <a:pt x="26" y="27"/>
                        <a:pt x="24" y="41"/>
                        <a:pt x="19" y="65"/>
                      </a:cubicBezTo>
                      <a:cubicBezTo>
                        <a:pt x="12" y="89"/>
                        <a:pt x="5" y="125"/>
                        <a:pt x="3" y="178"/>
                      </a:cubicBezTo>
                      <a:cubicBezTo>
                        <a:pt x="0" y="228"/>
                        <a:pt x="5" y="289"/>
                        <a:pt x="25" y="359"/>
                      </a:cubicBezTo>
                      <a:cubicBezTo>
                        <a:pt x="46" y="427"/>
                        <a:pt x="88" y="501"/>
                        <a:pt x="152" y="563"/>
                      </a:cubicBezTo>
                      <a:cubicBezTo>
                        <a:pt x="280" y="687"/>
                        <a:pt x="472" y="759"/>
                        <a:pt x="673" y="798"/>
                      </a:cubicBezTo>
                      <a:cubicBezTo>
                        <a:pt x="875" y="836"/>
                        <a:pt x="1093" y="848"/>
                        <a:pt x="1307" y="848"/>
                      </a:cubicBezTo>
                      <a:cubicBezTo>
                        <a:pt x="1415" y="846"/>
                        <a:pt x="1522" y="842"/>
                        <a:pt x="1626" y="837"/>
                      </a:cubicBezTo>
                      <a:cubicBezTo>
                        <a:pt x="1678" y="835"/>
                        <a:pt x="1730" y="832"/>
                        <a:pt x="1781" y="831"/>
                      </a:cubicBezTo>
                      <a:cubicBezTo>
                        <a:pt x="1793" y="830"/>
                        <a:pt x="1805" y="830"/>
                        <a:pt x="1817" y="830"/>
                      </a:cubicBezTo>
                      <a:cubicBezTo>
                        <a:pt x="1829" y="830"/>
                        <a:pt x="1840" y="830"/>
                        <a:pt x="1850" y="831"/>
                      </a:cubicBezTo>
                      <a:lnTo>
                        <a:pt x="1924" y="836"/>
                      </a:lnTo>
                      <a:cubicBezTo>
                        <a:pt x="2032" y="846"/>
                        <a:pt x="2139" y="847"/>
                        <a:pt x="2240" y="847"/>
                      </a:cubicBezTo>
                      <a:cubicBezTo>
                        <a:pt x="2294" y="847"/>
                        <a:pt x="2347" y="847"/>
                        <a:pt x="2396" y="847"/>
                      </a:cubicBezTo>
                      <a:cubicBezTo>
                        <a:pt x="2423" y="847"/>
                        <a:pt x="2448" y="847"/>
                        <a:pt x="2473" y="847"/>
                      </a:cubicBezTo>
                      <a:cubicBezTo>
                        <a:pt x="2552" y="847"/>
                        <a:pt x="2625" y="846"/>
                        <a:pt x="2689" y="846"/>
                      </a:cubicBezTo>
                      <a:cubicBezTo>
                        <a:pt x="2707" y="846"/>
                        <a:pt x="2724" y="846"/>
                        <a:pt x="2740" y="846"/>
                      </a:cubicBezTo>
                      <a:cubicBezTo>
                        <a:pt x="2784" y="846"/>
                        <a:pt x="2822" y="847"/>
                        <a:pt x="2854" y="850"/>
                      </a:cubicBezTo>
                      <a:cubicBezTo>
                        <a:pt x="2944" y="853"/>
                        <a:pt x="2997" y="856"/>
                        <a:pt x="2997" y="856"/>
                      </a:cubicBezTo>
                      <a:lnTo>
                        <a:pt x="3006" y="856"/>
                      </a:lnTo>
                      <a:cubicBezTo>
                        <a:pt x="3006" y="856"/>
                        <a:pt x="3007" y="856"/>
                        <a:pt x="3007" y="856"/>
                      </a:cubicBezTo>
                      <a:cubicBezTo>
                        <a:pt x="3023" y="856"/>
                        <a:pt x="3038" y="844"/>
                        <a:pt x="3040" y="827"/>
                      </a:cubicBezTo>
                      <a:cubicBezTo>
                        <a:pt x="3043" y="809"/>
                        <a:pt x="3030" y="792"/>
                        <a:pt x="3012" y="789"/>
                      </a:cubicBezTo>
                      <a:cubicBezTo>
                        <a:pt x="3012" y="789"/>
                        <a:pt x="2958" y="781"/>
                        <a:pt x="2863" y="767"/>
                      </a:cubicBezTo>
                      <a:cubicBezTo>
                        <a:pt x="2766" y="750"/>
                        <a:pt x="2636" y="746"/>
                        <a:pt x="2476" y="736"/>
                      </a:cubicBezTo>
                      <a:cubicBezTo>
                        <a:pt x="2397" y="732"/>
                        <a:pt x="2311" y="728"/>
                        <a:pt x="2221" y="723"/>
                      </a:cubicBezTo>
                      <a:cubicBezTo>
                        <a:pt x="2132" y="722"/>
                        <a:pt x="2036" y="709"/>
                        <a:pt x="1937" y="702"/>
                      </a:cubicBezTo>
                      <a:lnTo>
                        <a:pt x="1900" y="699"/>
                      </a:lnTo>
                      <a:cubicBezTo>
                        <a:pt x="1897" y="699"/>
                        <a:pt x="1888" y="698"/>
                        <a:pt x="1885" y="698"/>
                      </a:cubicBezTo>
                      <a:cubicBezTo>
                        <a:pt x="1885" y="698"/>
                        <a:pt x="1885" y="698"/>
                        <a:pt x="1885" y="698"/>
                      </a:cubicBezTo>
                      <a:lnTo>
                        <a:pt x="1861" y="695"/>
                      </a:lnTo>
                      <a:cubicBezTo>
                        <a:pt x="1830" y="693"/>
                        <a:pt x="1804" y="693"/>
                        <a:pt x="1778" y="693"/>
                      </a:cubicBezTo>
                      <a:cubicBezTo>
                        <a:pt x="1726" y="695"/>
                        <a:pt x="1674" y="695"/>
                        <a:pt x="1621" y="697"/>
                      </a:cubicBezTo>
                      <a:cubicBezTo>
                        <a:pt x="1517" y="701"/>
                        <a:pt x="1411" y="703"/>
                        <a:pt x="1306" y="703"/>
                      </a:cubicBezTo>
                      <a:cubicBezTo>
                        <a:pt x="1287" y="703"/>
                        <a:pt x="1268" y="703"/>
                        <a:pt x="1249" y="703"/>
                      </a:cubicBezTo>
                      <a:cubicBezTo>
                        <a:pt x="1059" y="703"/>
                        <a:pt x="870" y="695"/>
                        <a:pt x="698" y="664"/>
                      </a:cubicBezTo>
                      <a:cubicBezTo>
                        <a:pt x="509" y="632"/>
                        <a:pt x="336" y="577"/>
                        <a:pt x="229" y="481"/>
                      </a:cubicBezTo>
                      <a:cubicBezTo>
                        <a:pt x="176" y="433"/>
                        <a:pt x="139" y="379"/>
                        <a:pt x="116" y="327"/>
                      </a:cubicBezTo>
                      <a:cubicBezTo>
                        <a:pt x="97" y="273"/>
                        <a:pt x="88" y="220"/>
                        <a:pt x="87" y="178"/>
                      </a:cubicBezTo>
                      <a:cubicBezTo>
                        <a:pt x="84" y="138"/>
                        <a:pt x="87" y="102"/>
                        <a:pt x="90" y="76"/>
                      </a:cubicBezTo>
                      <a:cubicBezTo>
                        <a:pt x="93" y="52"/>
                        <a:pt x="95" y="38"/>
                        <a:pt x="95" y="38"/>
                      </a:cubicBezTo>
                      <a:cubicBezTo>
                        <a:pt x="95" y="21"/>
                        <a:pt x="84" y="5"/>
                        <a:pt x="67" y="1"/>
                      </a:cubicBezTo>
                      <a:cubicBezTo>
                        <a:pt x="64" y="1"/>
                        <a:pt x="62" y="1"/>
                        <a:pt x="6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373" name="Google Shape;1373;p66"/>
              <p:cNvGrpSpPr/>
              <p:nvPr/>
            </p:nvGrpSpPr>
            <p:grpSpPr>
              <a:xfrm flipH="1">
                <a:off x="7644249" y="538660"/>
                <a:ext cx="298724" cy="317653"/>
                <a:chOff x="6350336" y="447160"/>
                <a:chExt cx="298724" cy="317653"/>
              </a:xfrm>
            </p:grpSpPr>
            <p:sp>
              <p:nvSpPr>
                <p:cNvPr id="1374" name="Google Shape;1374;p66"/>
                <p:cNvSpPr/>
                <p:nvPr/>
              </p:nvSpPr>
              <p:spPr>
                <a:xfrm>
                  <a:off x="6350336" y="447160"/>
                  <a:ext cx="298724" cy="315692"/>
                </a:xfrm>
                <a:custGeom>
                  <a:rect b="b" l="l" r="r" t="t"/>
                  <a:pathLst>
                    <a:path extrusionOk="0" h="4670" w="4419">
                      <a:moveTo>
                        <a:pt x="3294" y="1"/>
                      </a:moveTo>
                      <a:cubicBezTo>
                        <a:pt x="3279" y="1"/>
                        <a:pt x="3264" y="1"/>
                        <a:pt x="3249" y="2"/>
                      </a:cubicBezTo>
                      <a:cubicBezTo>
                        <a:pt x="2567" y="39"/>
                        <a:pt x="2808" y="1135"/>
                        <a:pt x="2673" y="1168"/>
                      </a:cubicBezTo>
                      <a:cubicBezTo>
                        <a:pt x="2672" y="1168"/>
                        <a:pt x="2670" y="1168"/>
                        <a:pt x="2668" y="1168"/>
                      </a:cubicBezTo>
                      <a:cubicBezTo>
                        <a:pt x="2552" y="1168"/>
                        <a:pt x="2062" y="332"/>
                        <a:pt x="1439" y="332"/>
                      </a:cubicBezTo>
                      <a:cubicBezTo>
                        <a:pt x="1262" y="332"/>
                        <a:pt x="1075" y="399"/>
                        <a:pt x="882" y="572"/>
                      </a:cubicBezTo>
                      <a:cubicBezTo>
                        <a:pt x="1" y="1361"/>
                        <a:pt x="1565" y="1820"/>
                        <a:pt x="2261" y="2818"/>
                      </a:cubicBezTo>
                      <a:cubicBezTo>
                        <a:pt x="2806" y="3598"/>
                        <a:pt x="3070" y="4579"/>
                        <a:pt x="3210" y="4664"/>
                      </a:cubicBezTo>
                      <a:cubicBezTo>
                        <a:pt x="3216" y="4668"/>
                        <a:pt x="3222" y="4670"/>
                        <a:pt x="3229" y="4670"/>
                      </a:cubicBezTo>
                      <a:cubicBezTo>
                        <a:pt x="3477" y="4670"/>
                        <a:pt x="4418" y="2455"/>
                        <a:pt x="4224" y="1365"/>
                      </a:cubicBezTo>
                      <a:cubicBezTo>
                        <a:pt x="4031" y="285"/>
                        <a:pt x="3677" y="1"/>
                        <a:pt x="3294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75" name="Google Shape;1375;p66"/>
                <p:cNvSpPr/>
                <p:nvPr/>
              </p:nvSpPr>
              <p:spPr>
                <a:xfrm>
                  <a:off x="6387855" y="483529"/>
                  <a:ext cx="182114" cy="281284"/>
                </a:xfrm>
                <a:custGeom>
                  <a:rect b="b" l="l" r="r" t="t"/>
                  <a:pathLst>
                    <a:path extrusionOk="0" h="4161" w="2694">
                      <a:moveTo>
                        <a:pt x="327" y="0"/>
                      </a:moveTo>
                      <a:cubicBezTo>
                        <a:pt x="319" y="0"/>
                        <a:pt x="311" y="3"/>
                        <a:pt x="304" y="10"/>
                      </a:cubicBezTo>
                      <a:cubicBezTo>
                        <a:pt x="304" y="10"/>
                        <a:pt x="289" y="23"/>
                        <a:pt x="261" y="48"/>
                      </a:cubicBezTo>
                      <a:cubicBezTo>
                        <a:pt x="234" y="72"/>
                        <a:pt x="193" y="113"/>
                        <a:pt x="146" y="170"/>
                      </a:cubicBezTo>
                      <a:cubicBezTo>
                        <a:pt x="100" y="227"/>
                        <a:pt x="51" y="306"/>
                        <a:pt x="26" y="410"/>
                      </a:cubicBezTo>
                      <a:cubicBezTo>
                        <a:pt x="0" y="516"/>
                        <a:pt x="20" y="648"/>
                        <a:pt x="83" y="760"/>
                      </a:cubicBezTo>
                      <a:cubicBezTo>
                        <a:pt x="207" y="988"/>
                        <a:pt x="428" y="1173"/>
                        <a:pt x="657" y="1366"/>
                      </a:cubicBezTo>
                      <a:cubicBezTo>
                        <a:pt x="888" y="1556"/>
                        <a:pt x="1136" y="1752"/>
                        <a:pt x="1355" y="1976"/>
                      </a:cubicBezTo>
                      <a:cubicBezTo>
                        <a:pt x="1465" y="2086"/>
                        <a:pt x="1568" y="2205"/>
                        <a:pt x="1654" y="2327"/>
                      </a:cubicBezTo>
                      <a:cubicBezTo>
                        <a:pt x="1743" y="2458"/>
                        <a:pt x="1823" y="2582"/>
                        <a:pt x="1895" y="2712"/>
                      </a:cubicBezTo>
                      <a:cubicBezTo>
                        <a:pt x="2041" y="2969"/>
                        <a:pt x="2161" y="3218"/>
                        <a:pt x="2259" y="3435"/>
                      </a:cubicBezTo>
                      <a:cubicBezTo>
                        <a:pt x="2357" y="3652"/>
                        <a:pt x="2439" y="3834"/>
                        <a:pt x="2502" y="3961"/>
                      </a:cubicBezTo>
                      <a:cubicBezTo>
                        <a:pt x="2534" y="4023"/>
                        <a:pt x="2562" y="4072"/>
                        <a:pt x="2587" y="4105"/>
                      </a:cubicBezTo>
                      <a:cubicBezTo>
                        <a:pt x="2610" y="4138"/>
                        <a:pt x="2638" y="4155"/>
                        <a:pt x="2637" y="4155"/>
                      </a:cubicBezTo>
                      <a:cubicBezTo>
                        <a:pt x="2637" y="4155"/>
                        <a:pt x="2637" y="4155"/>
                        <a:pt x="2637" y="4155"/>
                      </a:cubicBezTo>
                      <a:lnTo>
                        <a:pt x="2637" y="4155"/>
                      </a:lnTo>
                      <a:cubicBezTo>
                        <a:pt x="2643" y="4159"/>
                        <a:pt x="2649" y="4161"/>
                        <a:pt x="2655" y="4161"/>
                      </a:cubicBezTo>
                      <a:cubicBezTo>
                        <a:pt x="2667" y="4161"/>
                        <a:pt x="2678" y="4155"/>
                        <a:pt x="2684" y="4145"/>
                      </a:cubicBezTo>
                      <a:cubicBezTo>
                        <a:pt x="2694" y="4128"/>
                        <a:pt x="2689" y="4107"/>
                        <a:pt x="2673" y="4098"/>
                      </a:cubicBezTo>
                      <a:cubicBezTo>
                        <a:pt x="2673" y="4095"/>
                        <a:pt x="2664" y="4092"/>
                        <a:pt x="2646" y="4064"/>
                      </a:cubicBezTo>
                      <a:cubicBezTo>
                        <a:pt x="2627" y="4036"/>
                        <a:pt x="2603" y="3988"/>
                        <a:pt x="2576" y="3926"/>
                      </a:cubicBezTo>
                      <a:cubicBezTo>
                        <a:pt x="2520" y="3800"/>
                        <a:pt x="2454" y="3612"/>
                        <a:pt x="2361" y="3390"/>
                      </a:cubicBezTo>
                      <a:cubicBezTo>
                        <a:pt x="2268" y="3169"/>
                        <a:pt x="2159" y="2911"/>
                        <a:pt x="2013" y="2646"/>
                      </a:cubicBezTo>
                      <a:cubicBezTo>
                        <a:pt x="1942" y="2514"/>
                        <a:pt x="1855" y="2378"/>
                        <a:pt x="1770" y="2249"/>
                      </a:cubicBezTo>
                      <a:cubicBezTo>
                        <a:pt x="1677" y="2114"/>
                        <a:pt x="1572" y="1990"/>
                        <a:pt x="1458" y="1874"/>
                      </a:cubicBezTo>
                      <a:cubicBezTo>
                        <a:pt x="1229" y="1643"/>
                        <a:pt x="974" y="1447"/>
                        <a:pt x="742" y="1261"/>
                      </a:cubicBezTo>
                      <a:cubicBezTo>
                        <a:pt x="514" y="1073"/>
                        <a:pt x="292" y="900"/>
                        <a:pt x="182" y="706"/>
                      </a:cubicBezTo>
                      <a:cubicBezTo>
                        <a:pt x="125" y="611"/>
                        <a:pt x="106" y="513"/>
                        <a:pt x="121" y="429"/>
                      </a:cubicBezTo>
                      <a:cubicBezTo>
                        <a:pt x="135" y="344"/>
                        <a:pt x="173" y="272"/>
                        <a:pt x="211" y="218"/>
                      </a:cubicBezTo>
                      <a:cubicBezTo>
                        <a:pt x="250" y="166"/>
                        <a:pt x="284" y="127"/>
                        <a:pt x="312" y="100"/>
                      </a:cubicBezTo>
                      <a:cubicBezTo>
                        <a:pt x="338" y="73"/>
                        <a:pt x="351" y="58"/>
                        <a:pt x="351" y="58"/>
                      </a:cubicBezTo>
                      <a:cubicBezTo>
                        <a:pt x="364" y="46"/>
                        <a:pt x="364" y="25"/>
                        <a:pt x="352" y="11"/>
                      </a:cubicBezTo>
                      <a:cubicBezTo>
                        <a:pt x="345" y="4"/>
                        <a:pt x="336" y="0"/>
                        <a:pt x="32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376" name="Google Shape;1376;p66"/>
              <p:cNvGrpSpPr/>
              <p:nvPr/>
            </p:nvGrpSpPr>
            <p:grpSpPr>
              <a:xfrm flipH="1">
                <a:off x="7886534" y="1502582"/>
                <a:ext cx="368826" cy="201719"/>
                <a:chOff x="6037950" y="1411082"/>
                <a:chExt cx="368826" cy="201719"/>
              </a:xfrm>
            </p:grpSpPr>
            <p:sp>
              <p:nvSpPr>
                <p:cNvPr id="1377" name="Google Shape;1377;p66"/>
                <p:cNvSpPr/>
                <p:nvPr/>
              </p:nvSpPr>
              <p:spPr>
                <a:xfrm>
                  <a:off x="6037950" y="1411082"/>
                  <a:ext cx="368826" cy="198136"/>
                </a:xfrm>
                <a:custGeom>
                  <a:rect b="b" l="l" r="r" t="t"/>
                  <a:pathLst>
                    <a:path extrusionOk="0" h="2931" w="5456">
                      <a:moveTo>
                        <a:pt x="2455" y="0"/>
                      </a:moveTo>
                      <a:cubicBezTo>
                        <a:pt x="2452" y="0"/>
                        <a:pt x="2449" y="0"/>
                        <a:pt x="2447" y="0"/>
                      </a:cubicBezTo>
                      <a:cubicBezTo>
                        <a:pt x="1491" y="4"/>
                        <a:pt x="0" y="133"/>
                        <a:pt x="404" y="1147"/>
                      </a:cubicBezTo>
                      <a:cubicBezTo>
                        <a:pt x="547" y="1505"/>
                        <a:pt x="843" y="1617"/>
                        <a:pt x="1167" y="1617"/>
                      </a:cubicBezTo>
                      <a:cubicBezTo>
                        <a:pt x="1714" y="1617"/>
                        <a:pt x="2344" y="1298"/>
                        <a:pt x="2469" y="1298"/>
                      </a:cubicBezTo>
                      <a:cubicBezTo>
                        <a:pt x="2479" y="1298"/>
                        <a:pt x="2486" y="1301"/>
                        <a:pt x="2489" y="1306"/>
                      </a:cubicBezTo>
                      <a:cubicBezTo>
                        <a:pt x="2547" y="1404"/>
                        <a:pt x="1578" y="2321"/>
                        <a:pt x="2269" y="2768"/>
                      </a:cubicBezTo>
                      <a:cubicBezTo>
                        <a:pt x="2446" y="2883"/>
                        <a:pt x="2618" y="2931"/>
                        <a:pt x="2782" y="2931"/>
                      </a:cubicBezTo>
                      <a:cubicBezTo>
                        <a:pt x="3554" y="2931"/>
                        <a:pt x="4155" y="1865"/>
                        <a:pt x="4344" y="1653"/>
                      </a:cubicBezTo>
                      <a:cubicBezTo>
                        <a:pt x="4888" y="1040"/>
                        <a:pt x="5455" y="829"/>
                        <a:pt x="5235" y="703"/>
                      </a:cubicBezTo>
                      <a:cubicBezTo>
                        <a:pt x="5102" y="627"/>
                        <a:pt x="3411" y="0"/>
                        <a:pt x="2455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78" name="Google Shape;1378;p66"/>
                <p:cNvSpPr/>
                <p:nvPr/>
              </p:nvSpPr>
              <p:spPr>
                <a:xfrm>
                  <a:off x="6188701" y="1456307"/>
                  <a:ext cx="208952" cy="156494"/>
                </a:xfrm>
                <a:custGeom>
                  <a:rect b="b" l="l" r="r" t="t"/>
                  <a:pathLst>
                    <a:path extrusionOk="0" h="2315" w="3091">
                      <a:moveTo>
                        <a:pt x="3007" y="1"/>
                      </a:moveTo>
                      <a:cubicBezTo>
                        <a:pt x="2997" y="1"/>
                        <a:pt x="2987" y="5"/>
                        <a:pt x="2980" y="14"/>
                      </a:cubicBezTo>
                      <a:cubicBezTo>
                        <a:pt x="2969" y="29"/>
                        <a:pt x="2971" y="51"/>
                        <a:pt x="2986" y="62"/>
                      </a:cubicBezTo>
                      <a:lnTo>
                        <a:pt x="2988" y="64"/>
                      </a:lnTo>
                      <a:cubicBezTo>
                        <a:pt x="2987" y="64"/>
                        <a:pt x="2998" y="73"/>
                        <a:pt x="3011" y="85"/>
                      </a:cubicBezTo>
                      <a:cubicBezTo>
                        <a:pt x="3012" y="88"/>
                        <a:pt x="3013" y="91"/>
                        <a:pt x="3016" y="94"/>
                      </a:cubicBezTo>
                      <a:cubicBezTo>
                        <a:pt x="3016" y="98"/>
                        <a:pt x="3013" y="101"/>
                        <a:pt x="3015" y="105"/>
                      </a:cubicBezTo>
                      <a:cubicBezTo>
                        <a:pt x="3009" y="116"/>
                        <a:pt x="3001" y="132"/>
                        <a:pt x="2983" y="150"/>
                      </a:cubicBezTo>
                      <a:cubicBezTo>
                        <a:pt x="2915" y="223"/>
                        <a:pt x="2780" y="309"/>
                        <a:pt x="2632" y="425"/>
                      </a:cubicBezTo>
                      <a:cubicBezTo>
                        <a:pt x="2482" y="541"/>
                        <a:pt x="2307" y="680"/>
                        <a:pt x="2141" y="856"/>
                      </a:cubicBezTo>
                      <a:cubicBezTo>
                        <a:pt x="2101" y="898"/>
                        <a:pt x="2058" y="941"/>
                        <a:pt x="2018" y="994"/>
                      </a:cubicBezTo>
                      <a:cubicBezTo>
                        <a:pt x="1981" y="1043"/>
                        <a:pt x="1944" y="1092"/>
                        <a:pt x="1906" y="1143"/>
                      </a:cubicBezTo>
                      <a:cubicBezTo>
                        <a:pt x="1834" y="1243"/>
                        <a:pt x="1759" y="1341"/>
                        <a:pt x="1682" y="1439"/>
                      </a:cubicBezTo>
                      <a:cubicBezTo>
                        <a:pt x="1604" y="1535"/>
                        <a:pt x="1525" y="1629"/>
                        <a:pt x="1441" y="1717"/>
                      </a:cubicBezTo>
                      <a:cubicBezTo>
                        <a:pt x="1398" y="1759"/>
                        <a:pt x="1356" y="1801"/>
                        <a:pt x="1312" y="1842"/>
                      </a:cubicBezTo>
                      <a:cubicBezTo>
                        <a:pt x="1268" y="1878"/>
                        <a:pt x="1224" y="1918"/>
                        <a:pt x="1180" y="1952"/>
                      </a:cubicBezTo>
                      <a:cubicBezTo>
                        <a:pt x="1133" y="1984"/>
                        <a:pt x="1087" y="2015"/>
                        <a:pt x="1043" y="2047"/>
                      </a:cubicBezTo>
                      <a:cubicBezTo>
                        <a:pt x="995" y="2072"/>
                        <a:pt x="948" y="2097"/>
                        <a:pt x="903" y="2122"/>
                      </a:cubicBezTo>
                      <a:cubicBezTo>
                        <a:pt x="856" y="2139"/>
                        <a:pt x="809" y="2156"/>
                        <a:pt x="764" y="2173"/>
                      </a:cubicBezTo>
                      <a:cubicBezTo>
                        <a:pt x="719" y="2187"/>
                        <a:pt x="672" y="2189"/>
                        <a:pt x="630" y="2199"/>
                      </a:cubicBezTo>
                      <a:cubicBezTo>
                        <a:pt x="611" y="2204"/>
                        <a:pt x="592" y="2205"/>
                        <a:pt x="573" y="2205"/>
                      </a:cubicBezTo>
                      <a:cubicBezTo>
                        <a:pt x="550" y="2205"/>
                        <a:pt x="526" y="2203"/>
                        <a:pt x="503" y="2202"/>
                      </a:cubicBezTo>
                      <a:cubicBezTo>
                        <a:pt x="492" y="2201"/>
                        <a:pt x="482" y="2201"/>
                        <a:pt x="471" y="2201"/>
                      </a:cubicBezTo>
                      <a:cubicBezTo>
                        <a:pt x="465" y="2201"/>
                        <a:pt x="458" y="2201"/>
                        <a:pt x="452" y="2201"/>
                      </a:cubicBezTo>
                      <a:cubicBezTo>
                        <a:pt x="430" y="2201"/>
                        <a:pt x="409" y="2200"/>
                        <a:pt x="390" y="2193"/>
                      </a:cubicBezTo>
                      <a:cubicBezTo>
                        <a:pt x="322" y="2173"/>
                        <a:pt x="260" y="2171"/>
                        <a:pt x="211" y="2142"/>
                      </a:cubicBezTo>
                      <a:cubicBezTo>
                        <a:pt x="112" y="2095"/>
                        <a:pt x="55" y="2069"/>
                        <a:pt x="55" y="2069"/>
                      </a:cubicBezTo>
                      <a:cubicBezTo>
                        <a:pt x="50" y="2066"/>
                        <a:pt x="45" y="2065"/>
                        <a:pt x="40" y="2065"/>
                      </a:cubicBezTo>
                      <a:cubicBezTo>
                        <a:pt x="28" y="2065"/>
                        <a:pt x="17" y="2071"/>
                        <a:pt x="11" y="2083"/>
                      </a:cubicBezTo>
                      <a:cubicBezTo>
                        <a:pt x="1" y="2099"/>
                        <a:pt x="7" y="2120"/>
                        <a:pt x="23" y="2129"/>
                      </a:cubicBezTo>
                      <a:cubicBezTo>
                        <a:pt x="23" y="2129"/>
                        <a:pt x="78" y="2161"/>
                        <a:pt x="173" y="2216"/>
                      </a:cubicBezTo>
                      <a:cubicBezTo>
                        <a:pt x="217" y="2247"/>
                        <a:pt x="293" y="2261"/>
                        <a:pt x="369" y="2289"/>
                      </a:cubicBezTo>
                      <a:cubicBezTo>
                        <a:pt x="408" y="2305"/>
                        <a:pt x="451" y="2301"/>
                        <a:pt x="497" y="2308"/>
                      </a:cubicBezTo>
                      <a:cubicBezTo>
                        <a:pt x="526" y="2310"/>
                        <a:pt x="557" y="2314"/>
                        <a:pt x="588" y="2314"/>
                      </a:cubicBezTo>
                      <a:cubicBezTo>
                        <a:pt x="605" y="2314"/>
                        <a:pt x="623" y="2313"/>
                        <a:pt x="640" y="2310"/>
                      </a:cubicBezTo>
                      <a:cubicBezTo>
                        <a:pt x="689" y="2302"/>
                        <a:pt x="743" y="2302"/>
                        <a:pt x="795" y="2287"/>
                      </a:cubicBezTo>
                      <a:cubicBezTo>
                        <a:pt x="845" y="2270"/>
                        <a:pt x="899" y="2255"/>
                        <a:pt x="953" y="2236"/>
                      </a:cubicBezTo>
                      <a:cubicBezTo>
                        <a:pt x="1004" y="2212"/>
                        <a:pt x="1057" y="2186"/>
                        <a:pt x="1110" y="2160"/>
                      </a:cubicBezTo>
                      <a:cubicBezTo>
                        <a:pt x="1160" y="2129"/>
                        <a:pt x="1209" y="2094"/>
                        <a:pt x="1260" y="2061"/>
                      </a:cubicBezTo>
                      <a:cubicBezTo>
                        <a:pt x="1309" y="2024"/>
                        <a:pt x="1355" y="1983"/>
                        <a:pt x="1404" y="1944"/>
                      </a:cubicBezTo>
                      <a:cubicBezTo>
                        <a:pt x="1451" y="1903"/>
                        <a:pt x="1495" y="1858"/>
                        <a:pt x="1541" y="1815"/>
                      </a:cubicBezTo>
                      <a:cubicBezTo>
                        <a:pt x="1629" y="1724"/>
                        <a:pt x="1715" y="1629"/>
                        <a:pt x="1795" y="1529"/>
                      </a:cubicBezTo>
                      <a:cubicBezTo>
                        <a:pt x="1873" y="1429"/>
                        <a:pt x="1948" y="1326"/>
                        <a:pt x="2020" y="1225"/>
                      </a:cubicBezTo>
                      <a:cubicBezTo>
                        <a:pt x="2055" y="1175"/>
                        <a:pt x="2091" y="1126"/>
                        <a:pt x="2126" y="1078"/>
                      </a:cubicBezTo>
                      <a:cubicBezTo>
                        <a:pt x="2159" y="1034"/>
                        <a:pt x="2199" y="991"/>
                        <a:pt x="2240" y="947"/>
                      </a:cubicBezTo>
                      <a:cubicBezTo>
                        <a:pt x="2319" y="862"/>
                        <a:pt x="2397" y="784"/>
                        <a:pt x="2475" y="711"/>
                      </a:cubicBezTo>
                      <a:cubicBezTo>
                        <a:pt x="2553" y="638"/>
                        <a:pt x="2629" y="572"/>
                        <a:pt x="2702" y="512"/>
                      </a:cubicBezTo>
                      <a:cubicBezTo>
                        <a:pt x="2845" y="391"/>
                        <a:pt x="2968" y="295"/>
                        <a:pt x="3046" y="202"/>
                      </a:cubicBezTo>
                      <a:cubicBezTo>
                        <a:pt x="3065" y="179"/>
                        <a:pt x="3080" y="151"/>
                        <a:pt x="3088" y="122"/>
                      </a:cubicBezTo>
                      <a:cubicBezTo>
                        <a:pt x="3089" y="105"/>
                        <a:pt x="3091" y="88"/>
                        <a:pt x="3087" y="74"/>
                      </a:cubicBezTo>
                      <a:cubicBezTo>
                        <a:pt x="3081" y="61"/>
                        <a:pt x="3074" y="50"/>
                        <a:pt x="3068" y="40"/>
                      </a:cubicBezTo>
                      <a:cubicBezTo>
                        <a:pt x="3039" y="13"/>
                        <a:pt x="3022" y="5"/>
                        <a:pt x="3022" y="5"/>
                      </a:cubicBezTo>
                      <a:cubicBezTo>
                        <a:pt x="3017" y="2"/>
                        <a:pt x="3012" y="1"/>
                        <a:pt x="300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1379" name="Google Shape;1379;p66"/>
          <p:cNvSpPr txBox="1"/>
          <p:nvPr>
            <p:ph idx="4294967295" type="ctrTitle"/>
          </p:nvPr>
        </p:nvSpPr>
        <p:spPr>
          <a:xfrm>
            <a:off x="0" y="851725"/>
            <a:ext cx="6207000" cy="173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/>
              <a:t>THANKS!</a:t>
            </a:r>
            <a:endParaRPr sz="10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uctures base template">
  <a:themeElements>
    <a:clrScheme name="Simple Light">
      <a:dk1>
        <a:srgbClr val="282435"/>
      </a:dk1>
      <a:lt1>
        <a:srgbClr val="F9F8F2"/>
      </a:lt1>
      <a:dk2>
        <a:srgbClr val="7968AF"/>
      </a:dk2>
      <a:lt2>
        <a:srgbClr val="EDEAF7"/>
      </a:lt2>
      <a:accent1>
        <a:srgbClr val="9485BA"/>
      </a:accent1>
      <a:accent2>
        <a:srgbClr val="BDB4D5"/>
      </a:accent2>
      <a:accent3>
        <a:srgbClr val="DDD8EB"/>
      </a:accent3>
      <a:accent4>
        <a:srgbClr val="DD6F64"/>
      </a:accent4>
      <a:accent5>
        <a:srgbClr val="F0A29A"/>
      </a:accent5>
      <a:accent6>
        <a:srgbClr val="C7E580"/>
      </a:accent6>
      <a:hlink>
        <a:srgbClr val="28243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